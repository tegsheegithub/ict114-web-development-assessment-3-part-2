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notesSlides/notesSlide2.xml" ContentType="application/vnd.openxmlformats-officedocument.presentationml.notesSlide+xml"/>
  <Override PartName="/ppt/notesSlides/notesSlide3.xml" ContentType="application/vnd.openxmlformats-officedocument.presentationml.notesSlide+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notesSlides/notesSlide4.xml" ContentType="application/vnd.openxmlformats-officedocument.presentationml.notesSlide+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notesSlides/notesSlide5.xml" ContentType="application/vnd.openxmlformats-officedocument.presentationml.notesSlide+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notesSlides/notesSlide6.xml" ContentType="application/vnd.openxmlformats-officedocument.presentationml.notesSlide+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notesSlides/notesSlide7.xml" ContentType="application/vnd.openxmlformats-officedocument.presentationml.notesSlide+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notesSlides/notesSlide8.xml" ContentType="application/vnd.openxmlformats-officedocument.presentationml.notesSlide+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notesSlides/notesSlide9.xml" ContentType="application/vnd.openxmlformats-officedocument.presentationml.notesSlide+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notesSlides/notesSlide10.xml" ContentType="application/vnd.openxmlformats-officedocument.presentationml.notesSlide+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notesSlides/notesSlide11.xml" ContentType="application/vnd.openxmlformats-officedocument.presentationml.notesSlide+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revisionInfo.xml" ContentType="application/vnd.ms-powerpoint.revisioninfo+xml"/>
  <Override PartName="/ppt/changesInfos/changesInfo1.xml" ContentType="application/vnd.ms-powerpoint.changesinfo+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0"/>
  </p:notesMasterIdLst>
  <p:sldIdLst>
    <p:sldId id="256" r:id="rId2"/>
    <p:sldId id="314" r:id="rId3"/>
    <p:sldId id="260" r:id="rId4"/>
    <p:sldId id="262" r:id="rId5"/>
    <p:sldId id="273" r:id="rId6"/>
    <p:sldId id="277" r:id="rId7"/>
    <p:sldId id="281" r:id="rId8"/>
    <p:sldId id="275" r:id="rId9"/>
    <p:sldId id="282" r:id="rId10"/>
    <p:sldId id="317" r:id="rId11"/>
    <p:sldId id="285" r:id="rId12"/>
    <p:sldId id="287" r:id="rId13"/>
    <p:sldId id="288" r:id="rId14"/>
    <p:sldId id="325" r:id="rId15"/>
    <p:sldId id="289" r:id="rId16"/>
    <p:sldId id="326" r:id="rId17"/>
    <p:sldId id="318" r:id="rId18"/>
    <p:sldId id="313" r:id="rId1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084B5394-50EE-42AF-843B-BF8E7B4B15F7}">
          <p14:sldIdLst>
            <p14:sldId id="256"/>
            <p14:sldId id="314"/>
            <p14:sldId id="260"/>
            <p14:sldId id="262"/>
            <p14:sldId id="273"/>
            <p14:sldId id="277"/>
            <p14:sldId id="281"/>
            <p14:sldId id="275"/>
            <p14:sldId id="282"/>
            <p14:sldId id="317"/>
            <p14:sldId id="285"/>
            <p14:sldId id="287"/>
            <p14:sldId id="288"/>
            <p14:sldId id="325"/>
            <p14:sldId id="289"/>
            <p14:sldId id="326"/>
            <p14:sldId id="318"/>
          </p14:sldIdLst>
        </p14:section>
        <p14:section name="Next Week" id="{FD86B605-444E-4BCA-826D-771DBC58A369}">
          <p14:sldIdLst>
            <p14:sldId id="313"/>
          </p14:sldIdLst>
        </p14:section>
      </p14:sectionLst>
    </p:ext>
    <p:ext uri="{EFAFB233-063F-42B5-8137-9DF3F51BA10A}">
      <p15:sldGuideLst xmlns:p15="http://schemas.microsoft.com/office/powerpoint/2012/main" xmlns="">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xmlns=""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9672EF5D-0FDD-4117-A113-4F01C607374C}" v="60" dt="2022-04-25T00:18:54.739"/>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969" autoAdjust="0"/>
    <p:restoredTop sz="80320" autoAdjust="0"/>
  </p:normalViewPr>
  <p:slideViewPr>
    <p:cSldViewPr>
      <p:cViewPr>
        <p:scale>
          <a:sx n="93" d="100"/>
          <a:sy n="93" d="100"/>
        </p:scale>
        <p:origin x="-1218" y="-102"/>
      </p:cViewPr>
      <p:guideLst>
        <p:guide orient="horz" pos="2160"/>
        <p:guide pos="3840"/>
      </p:guideLst>
    </p:cSldViewPr>
  </p:slideViewPr>
  <p:notesTextViewPr>
    <p:cViewPr>
      <p:scale>
        <a:sx n="3" d="2"/>
        <a:sy n="3" d="2"/>
      </p:scale>
      <p:origin x="0" y="0"/>
    </p:cViewPr>
  </p:notesTextViewPr>
  <p:sorterViewPr>
    <p:cViewPr>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microsoft.com/office/2015/10/relationships/revisionInfo" Target="revisionInfo.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microsoft.com/office/2016/11/relationships/changesInfo" Target="changesInfos/changesInfo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ai Lakkaraju" userId="67789ed4-6cf2-46dd-bb2a-c209225f1b65" providerId="ADAL" clId="{9672EF5D-0FDD-4117-A113-4F01C607374C}"/>
    <pc:docChg chg="undo custSel delSld modSld delSection modSection">
      <pc:chgData name="Sai Lakkaraju" userId="67789ed4-6cf2-46dd-bb2a-c209225f1b65" providerId="ADAL" clId="{9672EF5D-0FDD-4117-A113-4F01C607374C}" dt="2022-04-25T00:19:03.407" v="339" actId="6549"/>
      <pc:docMkLst>
        <pc:docMk/>
      </pc:docMkLst>
      <pc:sldChg chg="modSp mod">
        <pc:chgData name="Sai Lakkaraju" userId="67789ed4-6cf2-46dd-bb2a-c209225f1b65" providerId="ADAL" clId="{9672EF5D-0FDD-4117-A113-4F01C607374C}" dt="2022-04-24T23:14:37.840" v="1" actId="20577"/>
        <pc:sldMkLst>
          <pc:docMk/>
          <pc:sldMk cId="715634170" sldId="256"/>
        </pc:sldMkLst>
        <pc:spChg chg="mod">
          <ac:chgData name="Sai Lakkaraju" userId="67789ed4-6cf2-46dd-bb2a-c209225f1b65" providerId="ADAL" clId="{9672EF5D-0FDD-4117-A113-4F01C607374C}" dt="2022-04-24T23:14:37.840" v="1" actId="20577"/>
          <ac:spMkLst>
            <pc:docMk/>
            <pc:sldMk cId="715634170" sldId="256"/>
            <ac:spMk id="3" creationId="{94875C1C-3858-44F5-9117-CB658AFD44E3}"/>
          </ac:spMkLst>
        </pc:spChg>
      </pc:sldChg>
      <pc:sldChg chg="modSp del mod">
        <pc:chgData name="Sai Lakkaraju" userId="67789ed4-6cf2-46dd-bb2a-c209225f1b65" providerId="ADAL" clId="{9672EF5D-0FDD-4117-A113-4F01C607374C}" dt="2022-04-25T00:17:39.950" v="330" actId="47"/>
        <pc:sldMkLst>
          <pc:docMk/>
          <pc:sldMk cId="194403597" sldId="259"/>
        </pc:sldMkLst>
        <pc:spChg chg="mod">
          <ac:chgData name="Sai Lakkaraju" userId="67789ed4-6cf2-46dd-bb2a-c209225f1b65" providerId="ADAL" clId="{9672EF5D-0FDD-4117-A113-4F01C607374C}" dt="2022-04-25T00:17:37.829" v="329" actId="21"/>
          <ac:spMkLst>
            <pc:docMk/>
            <pc:sldMk cId="194403597" sldId="259"/>
            <ac:spMk id="6" creationId="{00000000-0000-0000-0000-000000000000}"/>
          </ac:spMkLst>
        </pc:spChg>
      </pc:sldChg>
      <pc:sldChg chg="addSp delSp modSp del mod modClrScheme chgLayout">
        <pc:chgData name="Sai Lakkaraju" userId="67789ed4-6cf2-46dd-bb2a-c209225f1b65" providerId="ADAL" clId="{9672EF5D-0FDD-4117-A113-4F01C607374C}" dt="2022-04-24T23:20:15.620" v="42"/>
        <pc:sldMkLst>
          <pc:docMk/>
          <pc:sldMk cId="3521356257" sldId="260"/>
        </pc:sldMkLst>
        <pc:spChg chg="mod ord">
          <ac:chgData name="Sai Lakkaraju" userId="67789ed4-6cf2-46dd-bb2a-c209225f1b65" providerId="ADAL" clId="{9672EF5D-0FDD-4117-A113-4F01C607374C}" dt="2022-04-24T23:18:23.405" v="23" actId="26606"/>
          <ac:spMkLst>
            <pc:docMk/>
            <pc:sldMk cId="3521356257" sldId="260"/>
            <ac:spMk id="3" creationId="{00000000-0000-0000-0000-000000000000}"/>
          </ac:spMkLst>
        </pc:spChg>
        <pc:spChg chg="add del mod">
          <ac:chgData name="Sai Lakkaraju" userId="67789ed4-6cf2-46dd-bb2a-c209225f1b65" providerId="ADAL" clId="{9672EF5D-0FDD-4117-A113-4F01C607374C}" dt="2022-04-24T23:18:14.843" v="21"/>
          <ac:spMkLst>
            <pc:docMk/>
            <pc:sldMk cId="3521356257" sldId="260"/>
            <ac:spMk id="4" creationId="{C5E9A835-C546-4C42-BB30-C7B0982DD973}"/>
          </ac:spMkLst>
        </pc:spChg>
        <pc:spChg chg="add del mod">
          <ac:chgData name="Sai Lakkaraju" userId="67789ed4-6cf2-46dd-bb2a-c209225f1b65" providerId="ADAL" clId="{9672EF5D-0FDD-4117-A113-4F01C607374C}" dt="2022-04-24T23:18:14.843" v="21"/>
          <ac:spMkLst>
            <pc:docMk/>
            <pc:sldMk cId="3521356257" sldId="260"/>
            <ac:spMk id="5" creationId="{E84F4312-6619-442F-952C-A6A8D709AD4F}"/>
          </ac:spMkLst>
        </pc:spChg>
        <pc:spChg chg="add mod ord">
          <ac:chgData name="Sai Lakkaraju" userId="67789ed4-6cf2-46dd-bb2a-c209225f1b65" providerId="ADAL" clId="{9672EF5D-0FDD-4117-A113-4F01C607374C}" dt="2022-04-24T23:18:39.503" v="27" actId="113"/>
          <ac:spMkLst>
            <pc:docMk/>
            <pc:sldMk cId="3521356257" sldId="260"/>
            <ac:spMk id="6" creationId="{AC31E74C-F4C0-401E-AAFE-60A3EA118449}"/>
          </ac:spMkLst>
        </pc:spChg>
        <pc:spChg chg="del">
          <ac:chgData name="Sai Lakkaraju" userId="67789ed4-6cf2-46dd-bb2a-c209225f1b65" providerId="ADAL" clId="{9672EF5D-0FDD-4117-A113-4F01C607374C}" dt="2022-04-24T23:18:23.405" v="23" actId="26606"/>
          <ac:spMkLst>
            <pc:docMk/>
            <pc:sldMk cId="3521356257" sldId="260"/>
            <ac:spMk id="10" creationId="{00000000-0000-0000-0000-000000000000}"/>
          </ac:spMkLst>
        </pc:spChg>
        <pc:picChg chg="del mod">
          <ac:chgData name="Sai Lakkaraju" userId="67789ed4-6cf2-46dd-bb2a-c209225f1b65" providerId="ADAL" clId="{9672EF5D-0FDD-4117-A113-4F01C607374C}" dt="2022-04-24T23:20:13.228" v="41" actId="21"/>
          <ac:picMkLst>
            <pc:docMk/>
            <pc:sldMk cId="3521356257" sldId="260"/>
            <ac:picMk id="2" creationId="{00000000-0000-0000-0000-000000000000}"/>
          </ac:picMkLst>
        </pc:picChg>
        <pc:picChg chg="add mod">
          <ac:chgData name="Sai Lakkaraju" userId="67789ed4-6cf2-46dd-bb2a-c209225f1b65" providerId="ADAL" clId="{9672EF5D-0FDD-4117-A113-4F01C607374C}" dt="2022-04-24T23:20:15.620" v="42"/>
          <ac:picMkLst>
            <pc:docMk/>
            <pc:sldMk cId="3521356257" sldId="260"/>
            <ac:picMk id="8" creationId="{AFFD7253-9D7B-4BCD-962B-5C38F95D9AC8}"/>
          </ac:picMkLst>
        </pc:picChg>
      </pc:sldChg>
      <pc:sldChg chg="addSp delSp modSp del mod modClrScheme chgLayout">
        <pc:chgData name="Sai Lakkaraju" userId="67789ed4-6cf2-46dd-bb2a-c209225f1b65" providerId="ADAL" clId="{9672EF5D-0FDD-4117-A113-4F01C607374C}" dt="2022-04-24T23:21:19.826" v="55" actId="14100"/>
        <pc:sldMkLst>
          <pc:docMk/>
          <pc:sldMk cId="39798925" sldId="262"/>
        </pc:sldMkLst>
        <pc:spChg chg="mod ord">
          <ac:chgData name="Sai Lakkaraju" userId="67789ed4-6cf2-46dd-bb2a-c209225f1b65" providerId="ADAL" clId="{9672EF5D-0FDD-4117-A113-4F01C607374C}" dt="2022-04-24T23:20:05.827" v="38" actId="700"/>
          <ac:spMkLst>
            <pc:docMk/>
            <pc:sldMk cId="39798925" sldId="262"/>
            <ac:spMk id="2" creationId="{00000000-0000-0000-0000-000000000000}"/>
          </ac:spMkLst>
        </pc:spChg>
        <pc:spChg chg="add del mod ord">
          <ac:chgData name="Sai Lakkaraju" userId="67789ed4-6cf2-46dd-bb2a-c209225f1b65" providerId="ADAL" clId="{9672EF5D-0FDD-4117-A113-4F01C607374C}" dt="2022-04-24T23:18:51.132" v="29" actId="26606"/>
          <ac:spMkLst>
            <pc:docMk/>
            <pc:sldMk cId="39798925" sldId="262"/>
            <ac:spMk id="3" creationId="{DFCC5780-4462-48BC-9CE8-89B5803BAC10}"/>
          </ac:spMkLst>
        </pc:spChg>
        <pc:spChg chg="del mod">
          <ac:chgData name="Sai Lakkaraju" userId="67789ed4-6cf2-46dd-bb2a-c209225f1b65" providerId="ADAL" clId="{9672EF5D-0FDD-4117-A113-4F01C607374C}" dt="2022-04-24T23:21:12.605" v="54" actId="478"/>
          <ac:spMkLst>
            <pc:docMk/>
            <pc:sldMk cId="39798925" sldId="262"/>
            <ac:spMk id="4" creationId="{00000000-0000-0000-0000-000000000000}"/>
          </ac:spMkLst>
        </pc:spChg>
        <pc:spChg chg="add del mod ord">
          <ac:chgData name="Sai Lakkaraju" userId="67789ed4-6cf2-46dd-bb2a-c209225f1b65" providerId="ADAL" clId="{9672EF5D-0FDD-4117-A113-4F01C607374C}" dt="2022-04-24T23:19:03.793" v="31" actId="700"/>
          <ac:spMkLst>
            <pc:docMk/>
            <pc:sldMk cId="39798925" sldId="262"/>
            <ac:spMk id="5" creationId="{779B980A-E9C0-4AAB-BE15-DB4384400C12}"/>
          </ac:spMkLst>
        </pc:spChg>
        <pc:spChg chg="add mod ord">
          <ac:chgData name="Sai Lakkaraju" userId="67789ed4-6cf2-46dd-bb2a-c209225f1b65" providerId="ADAL" clId="{9672EF5D-0FDD-4117-A113-4F01C607374C}" dt="2022-04-24T23:21:19.826" v="55" actId="14100"/>
          <ac:spMkLst>
            <pc:docMk/>
            <pc:sldMk cId="39798925" sldId="262"/>
            <ac:spMk id="6" creationId="{3790970C-7E03-4096-8B1C-A40046E37AA8}"/>
          </ac:spMkLst>
        </pc:spChg>
        <pc:spChg chg="add del mod ord">
          <ac:chgData name="Sai Lakkaraju" userId="67789ed4-6cf2-46dd-bb2a-c209225f1b65" providerId="ADAL" clId="{9672EF5D-0FDD-4117-A113-4F01C607374C}" dt="2022-04-24T23:20:20.876" v="43"/>
          <ac:spMkLst>
            <pc:docMk/>
            <pc:sldMk cId="39798925" sldId="262"/>
            <ac:spMk id="7" creationId="{9ED56845-B476-410D-AE06-60BB31E9802D}"/>
          </ac:spMkLst>
        </pc:spChg>
        <pc:spChg chg="add del mod ord">
          <ac:chgData name="Sai Lakkaraju" userId="67789ed4-6cf2-46dd-bb2a-c209225f1b65" providerId="ADAL" clId="{9672EF5D-0FDD-4117-A113-4F01C607374C}" dt="2022-04-24T23:19:12.034" v="33" actId="700"/>
          <ac:spMkLst>
            <pc:docMk/>
            <pc:sldMk cId="39798925" sldId="262"/>
            <ac:spMk id="9" creationId="{3CE6C7E9-9C2A-0810-66BC-1E0A4F39B7BF}"/>
          </ac:spMkLst>
        </pc:spChg>
        <pc:picChg chg="add mod">
          <ac:chgData name="Sai Lakkaraju" userId="67789ed4-6cf2-46dd-bb2a-c209225f1b65" providerId="ADAL" clId="{9672EF5D-0FDD-4117-A113-4F01C607374C}" dt="2022-04-24T23:20:48.263" v="50" actId="1076"/>
          <ac:picMkLst>
            <pc:docMk/>
            <pc:sldMk cId="39798925" sldId="262"/>
            <ac:picMk id="10" creationId="{BD989233-65F8-49E6-84F1-987E93DB8869}"/>
          </ac:picMkLst>
        </pc:picChg>
      </pc:sldChg>
      <pc:sldChg chg="addSp delSp modSp mod">
        <pc:chgData name="Sai Lakkaraju" userId="67789ed4-6cf2-46dd-bb2a-c209225f1b65" providerId="ADAL" clId="{9672EF5D-0FDD-4117-A113-4F01C607374C}" dt="2022-04-24T23:22:25.913" v="58" actId="20577"/>
        <pc:sldMkLst>
          <pc:docMk/>
          <pc:sldMk cId="636588591" sldId="273"/>
        </pc:sldMkLst>
        <pc:spChg chg="add del mod">
          <ac:chgData name="Sai Lakkaraju" userId="67789ed4-6cf2-46dd-bb2a-c209225f1b65" providerId="ADAL" clId="{9672EF5D-0FDD-4117-A113-4F01C607374C}" dt="2022-04-24T23:22:14.102" v="56"/>
          <ac:spMkLst>
            <pc:docMk/>
            <pc:sldMk cId="636588591" sldId="273"/>
            <ac:spMk id="2" creationId="{F9B9BFEC-6556-4815-84EE-DA3144753977}"/>
          </ac:spMkLst>
        </pc:spChg>
        <pc:spChg chg="add del mod">
          <ac:chgData name="Sai Lakkaraju" userId="67789ed4-6cf2-46dd-bb2a-c209225f1b65" providerId="ADAL" clId="{9672EF5D-0FDD-4117-A113-4F01C607374C}" dt="2022-04-24T23:22:14.102" v="56"/>
          <ac:spMkLst>
            <pc:docMk/>
            <pc:sldMk cId="636588591" sldId="273"/>
            <ac:spMk id="3" creationId="{BCF999DB-A48A-44C6-948E-F7F145BC5E67}"/>
          </ac:spMkLst>
        </pc:spChg>
        <pc:spChg chg="mod">
          <ac:chgData name="Sai Lakkaraju" userId="67789ed4-6cf2-46dd-bb2a-c209225f1b65" providerId="ADAL" clId="{9672EF5D-0FDD-4117-A113-4F01C607374C}" dt="2022-04-24T23:22:14.102" v="56"/>
          <ac:spMkLst>
            <pc:docMk/>
            <pc:sldMk cId="636588591" sldId="273"/>
            <ac:spMk id="11266" creationId="{00000000-0000-0000-0000-000000000000}"/>
          </ac:spMkLst>
        </pc:spChg>
        <pc:spChg chg="mod">
          <ac:chgData name="Sai Lakkaraju" userId="67789ed4-6cf2-46dd-bb2a-c209225f1b65" providerId="ADAL" clId="{9672EF5D-0FDD-4117-A113-4F01C607374C}" dt="2022-04-24T23:22:25.913" v="58" actId="20577"/>
          <ac:spMkLst>
            <pc:docMk/>
            <pc:sldMk cId="636588591" sldId="273"/>
            <ac:spMk id="11267" creationId="{00000000-0000-0000-0000-000000000000}"/>
          </ac:spMkLst>
        </pc:spChg>
      </pc:sldChg>
      <pc:sldChg chg="addSp delSp modSp mod modClrScheme chgLayout modNotesTx">
        <pc:chgData name="Sai Lakkaraju" userId="67789ed4-6cf2-46dd-bb2a-c209225f1b65" providerId="ADAL" clId="{9672EF5D-0FDD-4117-A113-4F01C607374C}" dt="2022-04-25T00:02:58.484" v="224" actId="1076"/>
        <pc:sldMkLst>
          <pc:docMk/>
          <pc:sldMk cId="3511593561" sldId="275"/>
        </pc:sldMkLst>
        <pc:spChg chg="add del mod">
          <ac:chgData name="Sai Lakkaraju" userId="67789ed4-6cf2-46dd-bb2a-c209225f1b65" providerId="ADAL" clId="{9672EF5D-0FDD-4117-A113-4F01C607374C}" dt="2022-04-24T23:32:58.199" v="76"/>
          <ac:spMkLst>
            <pc:docMk/>
            <pc:sldMk cId="3511593561" sldId="275"/>
            <ac:spMk id="3" creationId="{FB25A390-3430-44C8-A27F-DB362FFE8AA2}"/>
          </ac:spMkLst>
        </pc:spChg>
        <pc:spChg chg="add del mod">
          <ac:chgData name="Sai Lakkaraju" userId="67789ed4-6cf2-46dd-bb2a-c209225f1b65" providerId="ADAL" clId="{9672EF5D-0FDD-4117-A113-4F01C607374C}" dt="2022-04-24T23:32:58.199" v="76"/>
          <ac:spMkLst>
            <pc:docMk/>
            <pc:sldMk cId="3511593561" sldId="275"/>
            <ac:spMk id="4" creationId="{B458C7EF-C76A-45B6-9B46-75717A90EDF9}"/>
          </ac:spMkLst>
        </pc:spChg>
        <pc:spChg chg="add del mod ord">
          <ac:chgData name="Sai Lakkaraju" userId="67789ed4-6cf2-46dd-bb2a-c209225f1b65" providerId="ADAL" clId="{9672EF5D-0FDD-4117-A113-4F01C607374C}" dt="2022-04-24T23:40:07.382" v="205"/>
          <ac:spMkLst>
            <pc:docMk/>
            <pc:sldMk cId="3511593561" sldId="275"/>
            <ac:spMk id="5" creationId="{E6A2851A-69C7-4812-A267-E375CEE05FE6}"/>
          </ac:spMkLst>
        </pc:spChg>
        <pc:spChg chg="add del mod">
          <ac:chgData name="Sai Lakkaraju" userId="67789ed4-6cf2-46dd-bb2a-c209225f1b65" providerId="ADAL" clId="{9672EF5D-0FDD-4117-A113-4F01C607374C}" dt="2022-04-25T00:02:21.973" v="218"/>
          <ac:spMkLst>
            <pc:docMk/>
            <pc:sldMk cId="3511593561" sldId="275"/>
            <ac:spMk id="7" creationId="{60D9DA4B-4C84-43C4-BD2C-EA859C37FF13}"/>
          </ac:spMkLst>
        </pc:spChg>
        <pc:spChg chg="mod ord">
          <ac:chgData name="Sai Lakkaraju" userId="67789ed4-6cf2-46dd-bb2a-c209225f1b65" providerId="ADAL" clId="{9672EF5D-0FDD-4117-A113-4F01C607374C}" dt="2022-04-24T23:39:57.188" v="199" actId="700"/>
          <ac:spMkLst>
            <pc:docMk/>
            <pc:sldMk cId="3511593561" sldId="275"/>
            <ac:spMk id="14340" creationId="{00000000-0000-0000-0000-000000000000}"/>
          </ac:spMkLst>
        </pc:spChg>
        <pc:spChg chg="mod ord">
          <ac:chgData name="Sai Lakkaraju" userId="67789ed4-6cf2-46dd-bb2a-c209225f1b65" providerId="ADAL" clId="{9672EF5D-0FDD-4117-A113-4F01C607374C}" dt="2022-04-24T23:40:13.970" v="216" actId="27636"/>
          <ac:spMkLst>
            <pc:docMk/>
            <pc:sldMk cId="3511593561" sldId="275"/>
            <ac:spMk id="14344" creationId="{00000000-0000-0000-0000-000000000000}"/>
          </ac:spMkLst>
        </pc:spChg>
        <pc:picChg chg="del mod">
          <ac:chgData name="Sai Lakkaraju" userId="67789ed4-6cf2-46dd-bb2a-c209225f1b65" providerId="ADAL" clId="{9672EF5D-0FDD-4117-A113-4F01C607374C}" dt="2022-04-24T23:40:04.753" v="204" actId="21"/>
          <ac:picMkLst>
            <pc:docMk/>
            <pc:sldMk cId="3511593561" sldId="275"/>
            <ac:picMk id="2" creationId="{00000000-0000-0000-0000-000000000000}"/>
          </ac:picMkLst>
        </pc:picChg>
        <pc:picChg chg="add del mod">
          <ac:chgData name="Sai Lakkaraju" userId="67789ed4-6cf2-46dd-bb2a-c209225f1b65" providerId="ADAL" clId="{9672EF5D-0FDD-4117-A113-4F01C607374C}" dt="2022-04-25T00:02:18.747" v="217" actId="478"/>
          <ac:picMkLst>
            <pc:docMk/>
            <pc:sldMk cId="3511593561" sldId="275"/>
            <ac:picMk id="8" creationId="{52678D79-3855-44D3-A831-FC6231A7DE7D}"/>
          </ac:picMkLst>
        </pc:picChg>
        <pc:picChg chg="add mod">
          <ac:chgData name="Sai Lakkaraju" userId="67789ed4-6cf2-46dd-bb2a-c209225f1b65" providerId="ADAL" clId="{9672EF5D-0FDD-4117-A113-4F01C607374C}" dt="2022-04-25T00:02:58.484" v="224" actId="1076"/>
          <ac:picMkLst>
            <pc:docMk/>
            <pc:sldMk cId="3511593561" sldId="275"/>
            <ac:picMk id="10" creationId="{11B45F09-BEE6-43D6-B56D-18495F1C7D25}"/>
          </ac:picMkLst>
        </pc:picChg>
      </pc:sldChg>
      <pc:sldChg chg="addSp delSp modSp del mod modNotesTx">
        <pc:chgData name="Sai Lakkaraju" userId="67789ed4-6cf2-46dd-bb2a-c209225f1b65" providerId="ADAL" clId="{9672EF5D-0FDD-4117-A113-4F01C607374C}" dt="2022-04-24T23:25:35.547" v="73" actId="20577"/>
        <pc:sldMkLst>
          <pc:docMk/>
          <pc:sldMk cId="3777817630" sldId="277"/>
        </pc:sldMkLst>
        <pc:spChg chg="mod">
          <ac:chgData name="Sai Lakkaraju" userId="67789ed4-6cf2-46dd-bb2a-c209225f1b65" providerId="ADAL" clId="{9672EF5D-0FDD-4117-A113-4F01C607374C}" dt="2022-04-24T23:25:35.547" v="73" actId="20577"/>
          <ac:spMkLst>
            <pc:docMk/>
            <pc:sldMk cId="3777817630" sldId="277"/>
            <ac:spMk id="2" creationId="{00000000-0000-0000-0000-000000000000}"/>
          </ac:spMkLst>
        </pc:spChg>
        <pc:spChg chg="mod">
          <ac:chgData name="Sai Lakkaraju" userId="67789ed4-6cf2-46dd-bb2a-c209225f1b65" providerId="ADAL" clId="{9672EF5D-0FDD-4117-A113-4F01C607374C}" dt="2022-04-24T23:23:36.650" v="61" actId="27636"/>
          <ac:spMkLst>
            <pc:docMk/>
            <pc:sldMk cId="3777817630" sldId="277"/>
            <ac:spMk id="3" creationId="{00000000-0000-0000-0000-000000000000}"/>
          </ac:spMkLst>
        </pc:spChg>
        <pc:spChg chg="add del mod">
          <ac:chgData name="Sai Lakkaraju" userId="67789ed4-6cf2-46dd-bb2a-c209225f1b65" providerId="ADAL" clId="{9672EF5D-0FDD-4117-A113-4F01C607374C}" dt="2022-04-24T23:23:36.603" v="60"/>
          <ac:spMkLst>
            <pc:docMk/>
            <pc:sldMk cId="3777817630" sldId="277"/>
            <ac:spMk id="4" creationId="{C3F7D282-1654-4E5A-A7BC-B2094DA1B80B}"/>
          </ac:spMkLst>
        </pc:spChg>
        <pc:spChg chg="add del mod">
          <ac:chgData name="Sai Lakkaraju" userId="67789ed4-6cf2-46dd-bb2a-c209225f1b65" providerId="ADAL" clId="{9672EF5D-0FDD-4117-A113-4F01C607374C}" dt="2022-04-24T23:23:36.603" v="60"/>
          <ac:spMkLst>
            <pc:docMk/>
            <pc:sldMk cId="3777817630" sldId="277"/>
            <ac:spMk id="5" creationId="{7A2512EF-B353-4F20-8F21-8C6AF91623DC}"/>
          </ac:spMkLst>
        </pc:spChg>
        <pc:picChg chg="mod">
          <ac:chgData name="Sai Lakkaraju" userId="67789ed4-6cf2-46dd-bb2a-c209225f1b65" providerId="ADAL" clId="{9672EF5D-0FDD-4117-A113-4F01C607374C}" dt="2022-04-24T23:24:39.027" v="70" actId="14100"/>
          <ac:picMkLst>
            <pc:docMk/>
            <pc:sldMk cId="3777817630" sldId="277"/>
            <ac:picMk id="6" creationId="{00000000-0000-0000-0000-000000000000}"/>
          </ac:picMkLst>
        </pc:picChg>
      </pc:sldChg>
      <pc:sldChg chg="del">
        <pc:chgData name="Sai Lakkaraju" userId="67789ed4-6cf2-46dd-bb2a-c209225f1b65" providerId="ADAL" clId="{9672EF5D-0FDD-4117-A113-4F01C607374C}" dt="2022-04-24T23:15:45.452" v="7" actId="47"/>
        <pc:sldMkLst>
          <pc:docMk/>
          <pc:sldMk cId="2926018097" sldId="280"/>
        </pc:sldMkLst>
      </pc:sldChg>
      <pc:sldChg chg="addSp delSp modSp">
        <pc:chgData name="Sai Lakkaraju" userId="67789ed4-6cf2-46dd-bb2a-c209225f1b65" providerId="ADAL" clId="{9672EF5D-0FDD-4117-A113-4F01C607374C}" dt="2022-04-24T23:26:41.452" v="74"/>
        <pc:sldMkLst>
          <pc:docMk/>
          <pc:sldMk cId="1796800335" sldId="281"/>
        </pc:sldMkLst>
        <pc:spChg chg="add del mod">
          <ac:chgData name="Sai Lakkaraju" userId="67789ed4-6cf2-46dd-bb2a-c209225f1b65" providerId="ADAL" clId="{9672EF5D-0FDD-4117-A113-4F01C607374C}" dt="2022-04-24T23:26:41.452" v="74"/>
          <ac:spMkLst>
            <pc:docMk/>
            <pc:sldMk cId="1796800335" sldId="281"/>
            <ac:spMk id="2" creationId="{D4860B1F-8050-4A80-BBCE-4B3608B97BF3}"/>
          </ac:spMkLst>
        </pc:spChg>
        <pc:spChg chg="add del mod">
          <ac:chgData name="Sai Lakkaraju" userId="67789ed4-6cf2-46dd-bb2a-c209225f1b65" providerId="ADAL" clId="{9672EF5D-0FDD-4117-A113-4F01C607374C}" dt="2022-04-24T23:26:41.452" v="74"/>
          <ac:spMkLst>
            <pc:docMk/>
            <pc:sldMk cId="1796800335" sldId="281"/>
            <ac:spMk id="3" creationId="{532F36B4-3ED9-4D7E-9346-A5BC1612C3BB}"/>
          </ac:spMkLst>
        </pc:spChg>
        <pc:spChg chg="mod">
          <ac:chgData name="Sai Lakkaraju" userId="67789ed4-6cf2-46dd-bb2a-c209225f1b65" providerId="ADAL" clId="{9672EF5D-0FDD-4117-A113-4F01C607374C}" dt="2022-04-24T23:26:41.452" v="74"/>
          <ac:spMkLst>
            <pc:docMk/>
            <pc:sldMk cId="1796800335" sldId="281"/>
            <ac:spMk id="78850" creationId="{00000000-0000-0000-0000-000000000000}"/>
          </ac:spMkLst>
        </pc:spChg>
        <pc:spChg chg="mod">
          <ac:chgData name="Sai Lakkaraju" userId="67789ed4-6cf2-46dd-bb2a-c209225f1b65" providerId="ADAL" clId="{9672EF5D-0FDD-4117-A113-4F01C607374C}" dt="2022-04-24T23:26:41.452" v="74"/>
          <ac:spMkLst>
            <pc:docMk/>
            <pc:sldMk cId="1796800335" sldId="281"/>
            <ac:spMk id="78851" creationId="{00000000-0000-0000-0000-000000000000}"/>
          </ac:spMkLst>
        </pc:spChg>
      </pc:sldChg>
      <pc:sldChg chg="addSp delSp modSp mod">
        <pc:chgData name="Sai Lakkaraju" userId="67789ed4-6cf2-46dd-bb2a-c209225f1b65" providerId="ADAL" clId="{9672EF5D-0FDD-4117-A113-4F01C607374C}" dt="2022-04-24T23:39:06.992" v="189"/>
        <pc:sldMkLst>
          <pc:docMk/>
          <pc:sldMk cId="1182703871" sldId="282"/>
        </pc:sldMkLst>
        <pc:spChg chg="add del mod">
          <ac:chgData name="Sai Lakkaraju" userId="67789ed4-6cf2-46dd-bb2a-c209225f1b65" providerId="ADAL" clId="{9672EF5D-0FDD-4117-A113-4F01C607374C}" dt="2022-04-24T23:39:06.992" v="189"/>
          <ac:spMkLst>
            <pc:docMk/>
            <pc:sldMk cId="1182703871" sldId="282"/>
            <ac:spMk id="2" creationId="{D1B39AF7-7D1B-4CA1-852E-EBA61A68745B}"/>
          </ac:spMkLst>
        </pc:spChg>
        <pc:spChg chg="add del mod">
          <ac:chgData name="Sai Lakkaraju" userId="67789ed4-6cf2-46dd-bb2a-c209225f1b65" providerId="ADAL" clId="{9672EF5D-0FDD-4117-A113-4F01C607374C}" dt="2022-04-24T23:39:06.992" v="189"/>
          <ac:spMkLst>
            <pc:docMk/>
            <pc:sldMk cId="1182703871" sldId="282"/>
            <ac:spMk id="3" creationId="{FD4FEB54-33CE-4248-8446-543018370CC8}"/>
          </ac:spMkLst>
        </pc:spChg>
        <pc:spChg chg="mod">
          <ac:chgData name="Sai Lakkaraju" userId="67789ed4-6cf2-46dd-bb2a-c209225f1b65" providerId="ADAL" clId="{9672EF5D-0FDD-4117-A113-4F01C607374C}" dt="2022-04-24T23:39:06.992" v="189"/>
          <ac:spMkLst>
            <pc:docMk/>
            <pc:sldMk cId="1182703871" sldId="282"/>
            <ac:spMk id="80898" creationId="{00000000-0000-0000-0000-000000000000}"/>
          </ac:spMkLst>
        </pc:spChg>
        <pc:spChg chg="mod">
          <ac:chgData name="Sai Lakkaraju" userId="67789ed4-6cf2-46dd-bb2a-c209225f1b65" providerId="ADAL" clId="{9672EF5D-0FDD-4117-A113-4F01C607374C}" dt="2022-04-24T23:39:06.992" v="189"/>
          <ac:spMkLst>
            <pc:docMk/>
            <pc:sldMk cId="1182703871" sldId="282"/>
            <ac:spMk id="80899" creationId="{00000000-0000-0000-0000-000000000000}"/>
          </ac:spMkLst>
        </pc:spChg>
      </pc:sldChg>
      <pc:sldChg chg="del">
        <pc:chgData name="Sai Lakkaraju" userId="67789ed4-6cf2-46dd-bb2a-c209225f1b65" providerId="ADAL" clId="{9672EF5D-0FDD-4117-A113-4F01C607374C}" dt="2022-04-24T23:15:45.452" v="7" actId="47"/>
        <pc:sldMkLst>
          <pc:docMk/>
          <pc:sldMk cId="3251240499" sldId="282"/>
        </pc:sldMkLst>
      </pc:sldChg>
      <pc:sldChg chg="del">
        <pc:chgData name="Sai Lakkaraju" userId="67789ed4-6cf2-46dd-bb2a-c209225f1b65" providerId="ADAL" clId="{9672EF5D-0FDD-4117-A113-4F01C607374C}" dt="2022-04-24T23:15:45.452" v="7" actId="47"/>
        <pc:sldMkLst>
          <pc:docMk/>
          <pc:sldMk cId="3705182079" sldId="283"/>
        </pc:sldMkLst>
      </pc:sldChg>
      <pc:sldChg chg="addSp delSp modSp del mod modNotesTx">
        <pc:chgData name="Sai Lakkaraju" userId="67789ed4-6cf2-46dd-bb2a-c209225f1b65" providerId="ADAL" clId="{9672EF5D-0FDD-4117-A113-4F01C607374C}" dt="2022-04-25T00:13:36.293" v="279" actId="20577"/>
        <pc:sldMkLst>
          <pc:docMk/>
          <pc:sldMk cId="3037762643" sldId="285"/>
        </pc:sldMkLst>
        <pc:spChg chg="add del mod">
          <ac:chgData name="Sai Lakkaraju" userId="67789ed4-6cf2-46dd-bb2a-c209225f1b65" providerId="ADAL" clId="{9672EF5D-0FDD-4117-A113-4F01C607374C}" dt="2022-04-25T00:08:01.169" v="226"/>
          <ac:spMkLst>
            <pc:docMk/>
            <pc:sldMk cId="3037762643" sldId="285"/>
            <ac:spMk id="2" creationId="{40222A0B-9632-417F-88CB-40BDE32529D1}"/>
          </ac:spMkLst>
        </pc:spChg>
        <pc:spChg chg="add del mod">
          <ac:chgData name="Sai Lakkaraju" userId="67789ed4-6cf2-46dd-bb2a-c209225f1b65" providerId="ADAL" clId="{9672EF5D-0FDD-4117-A113-4F01C607374C}" dt="2022-04-25T00:08:01.169" v="226"/>
          <ac:spMkLst>
            <pc:docMk/>
            <pc:sldMk cId="3037762643" sldId="285"/>
            <ac:spMk id="4" creationId="{30A14FFB-890D-4F98-A5DE-94F8E582569C}"/>
          </ac:spMkLst>
        </pc:spChg>
        <pc:spChg chg="mod">
          <ac:chgData name="Sai Lakkaraju" userId="67789ed4-6cf2-46dd-bb2a-c209225f1b65" providerId="ADAL" clId="{9672EF5D-0FDD-4117-A113-4F01C607374C}" dt="2022-04-25T00:08:01.169" v="226"/>
          <ac:spMkLst>
            <pc:docMk/>
            <pc:sldMk cId="3037762643" sldId="285"/>
            <ac:spMk id="48130" creationId="{00000000-0000-0000-0000-000000000000}"/>
          </ac:spMkLst>
        </pc:spChg>
        <pc:spChg chg="mod">
          <ac:chgData name="Sai Lakkaraju" userId="67789ed4-6cf2-46dd-bb2a-c209225f1b65" providerId="ADAL" clId="{9672EF5D-0FDD-4117-A113-4F01C607374C}" dt="2022-04-25T00:11:19.198" v="234" actId="14100"/>
          <ac:spMkLst>
            <pc:docMk/>
            <pc:sldMk cId="3037762643" sldId="285"/>
            <ac:spMk id="48131" creationId="{00000000-0000-0000-0000-000000000000}"/>
          </ac:spMkLst>
        </pc:spChg>
      </pc:sldChg>
      <pc:sldChg chg="addSp delSp modSp del mod">
        <pc:chgData name="Sai Lakkaraju" userId="67789ed4-6cf2-46dd-bb2a-c209225f1b65" providerId="ADAL" clId="{9672EF5D-0FDD-4117-A113-4F01C607374C}" dt="2022-04-25T00:12:55.084" v="239" actId="115"/>
        <pc:sldMkLst>
          <pc:docMk/>
          <pc:sldMk cId="2546598300" sldId="287"/>
        </pc:sldMkLst>
        <pc:spChg chg="mod">
          <ac:chgData name="Sai Lakkaraju" userId="67789ed4-6cf2-46dd-bb2a-c209225f1b65" providerId="ADAL" clId="{9672EF5D-0FDD-4117-A113-4F01C607374C}" dt="2022-04-25T00:12:55.084" v="239" actId="115"/>
          <ac:spMkLst>
            <pc:docMk/>
            <pc:sldMk cId="2546598300" sldId="287"/>
            <ac:spMk id="2" creationId="{00000000-0000-0000-0000-000000000000}"/>
          </ac:spMkLst>
        </pc:spChg>
        <pc:spChg chg="mod">
          <ac:chgData name="Sai Lakkaraju" userId="67789ed4-6cf2-46dd-bb2a-c209225f1b65" providerId="ADAL" clId="{9672EF5D-0FDD-4117-A113-4F01C607374C}" dt="2022-04-25T00:11:50.632" v="235"/>
          <ac:spMkLst>
            <pc:docMk/>
            <pc:sldMk cId="2546598300" sldId="287"/>
            <ac:spMk id="3" creationId="{00000000-0000-0000-0000-000000000000}"/>
          </ac:spMkLst>
        </pc:spChg>
        <pc:spChg chg="add del mod">
          <ac:chgData name="Sai Lakkaraju" userId="67789ed4-6cf2-46dd-bb2a-c209225f1b65" providerId="ADAL" clId="{9672EF5D-0FDD-4117-A113-4F01C607374C}" dt="2022-04-25T00:11:50.632" v="235"/>
          <ac:spMkLst>
            <pc:docMk/>
            <pc:sldMk cId="2546598300" sldId="287"/>
            <ac:spMk id="4" creationId="{94B19046-E9C6-4AB4-8D54-7BCF6415D320}"/>
          </ac:spMkLst>
        </pc:spChg>
        <pc:spChg chg="add del mod">
          <ac:chgData name="Sai Lakkaraju" userId="67789ed4-6cf2-46dd-bb2a-c209225f1b65" providerId="ADAL" clId="{9672EF5D-0FDD-4117-A113-4F01C607374C}" dt="2022-04-25T00:11:50.632" v="235"/>
          <ac:spMkLst>
            <pc:docMk/>
            <pc:sldMk cId="2546598300" sldId="287"/>
            <ac:spMk id="5" creationId="{B658D28F-99F1-46F9-8A7C-F880A932B4BA}"/>
          </ac:spMkLst>
        </pc:spChg>
      </pc:sldChg>
      <pc:sldChg chg="addSp delSp modSp del modAnim">
        <pc:chgData name="Sai Lakkaraju" userId="67789ed4-6cf2-46dd-bb2a-c209225f1b65" providerId="ADAL" clId="{9672EF5D-0FDD-4117-A113-4F01C607374C}" dt="2022-04-25T00:16:01.778" v="297"/>
        <pc:sldMkLst>
          <pc:docMk/>
          <pc:sldMk cId="2760156260" sldId="288"/>
        </pc:sldMkLst>
        <pc:spChg chg="add del mod">
          <ac:chgData name="Sai Lakkaraju" userId="67789ed4-6cf2-46dd-bb2a-c209225f1b65" providerId="ADAL" clId="{9672EF5D-0FDD-4117-A113-4F01C607374C}" dt="2022-04-25T00:14:09.910" v="280"/>
          <ac:spMkLst>
            <pc:docMk/>
            <pc:sldMk cId="2760156260" sldId="288"/>
            <ac:spMk id="2" creationId="{C4404D6B-34FF-424B-BB4A-DA916E038F09}"/>
          </ac:spMkLst>
        </pc:spChg>
        <pc:spChg chg="add del mod">
          <ac:chgData name="Sai Lakkaraju" userId="67789ed4-6cf2-46dd-bb2a-c209225f1b65" providerId="ADAL" clId="{9672EF5D-0FDD-4117-A113-4F01C607374C}" dt="2022-04-25T00:14:09.910" v="280"/>
          <ac:spMkLst>
            <pc:docMk/>
            <pc:sldMk cId="2760156260" sldId="288"/>
            <ac:spMk id="3" creationId="{93D83782-255D-4830-9E24-B04155E04428}"/>
          </ac:spMkLst>
        </pc:spChg>
        <pc:spChg chg="mod">
          <ac:chgData name="Sai Lakkaraju" userId="67789ed4-6cf2-46dd-bb2a-c209225f1b65" providerId="ADAL" clId="{9672EF5D-0FDD-4117-A113-4F01C607374C}" dt="2022-04-25T00:14:09.910" v="280"/>
          <ac:spMkLst>
            <pc:docMk/>
            <pc:sldMk cId="2760156260" sldId="288"/>
            <ac:spMk id="50178" creationId="{00000000-0000-0000-0000-000000000000}"/>
          </ac:spMkLst>
        </pc:spChg>
        <pc:spChg chg="mod">
          <ac:chgData name="Sai Lakkaraju" userId="67789ed4-6cf2-46dd-bb2a-c209225f1b65" providerId="ADAL" clId="{9672EF5D-0FDD-4117-A113-4F01C607374C}" dt="2022-04-25T00:14:36.541" v="283" actId="115"/>
          <ac:spMkLst>
            <pc:docMk/>
            <pc:sldMk cId="2760156260" sldId="288"/>
            <ac:spMk id="50179" creationId="{00000000-0000-0000-0000-000000000000}"/>
          </ac:spMkLst>
        </pc:spChg>
      </pc:sldChg>
      <pc:sldChg chg="addSp delSp modSp del modAnim">
        <pc:chgData name="Sai Lakkaraju" userId="67789ed4-6cf2-46dd-bb2a-c209225f1b65" providerId="ADAL" clId="{9672EF5D-0FDD-4117-A113-4F01C607374C}" dt="2022-04-25T00:16:58.973" v="321" actId="20577"/>
        <pc:sldMkLst>
          <pc:docMk/>
          <pc:sldMk cId="1292798826" sldId="289"/>
        </pc:sldMkLst>
        <pc:spChg chg="add del mod">
          <ac:chgData name="Sai Lakkaraju" userId="67789ed4-6cf2-46dd-bb2a-c209225f1b65" providerId="ADAL" clId="{9672EF5D-0FDD-4117-A113-4F01C607374C}" dt="2022-04-25T00:16:48.814" v="316"/>
          <ac:spMkLst>
            <pc:docMk/>
            <pc:sldMk cId="1292798826" sldId="289"/>
            <ac:spMk id="2" creationId="{E25F96EA-1A93-496E-AF12-B839C7487CFE}"/>
          </ac:spMkLst>
        </pc:spChg>
        <pc:spChg chg="add del mod">
          <ac:chgData name="Sai Lakkaraju" userId="67789ed4-6cf2-46dd-bb2a-c209225f1b65" providerId="ADAL" clId="{9672EF5D-0FDD-4117-A113-4F01C607374C}" dt="2022-04-25T00:16:48.814" v="316"/>
          <ac:spMkLst>
            <pc:docMk/>
            <pc:sldMk cId="1292798826" sldId="289"/>
            <ac:spMk id="3" creationId="{4A85BC50-3ADE-4B36-8362-566B4D808EAB}"/>
          </ac:spMkLst>
        </pc:spChg>
        <pc:spChg chg="mod">
          <ac:chgData name="Sai Lakkaraju" userId="67789ed4-6cf2-46dd-bb2a-c209225f1b65" providerId="ADAL" clId="{9672EF5D-0FDD-4117-A113-4F01C607374C}" dt="2022-04-25T00:16:48.814" v="316"/>
          <ac:spMkLst>
            <pc:docMk/>
            <pc:sldMk cId="1292798826" sldId="289"/>
            <ac:spMk id="55298" creationId="{00000000-0000-0000-0000-000000000000}"/>
          </ac:spMkLst>
        </pc:spChg>
        <pc:spChg chg="mod">
          <ac:chgData name="Sai Lakkaraju" userId="67789ed4-6cf2-46dd-bb2a-c209225f1b65" providerId="ADAL" clId="{9672EF5D-0FDD-4117-A113-4F01C607374C}" dt="2022-04-25T00:16:58.973" v="321" actId="20577"/>
          <ac:spMkLst>
            <pc:docMk/>
            <pc:sldMk cId="1292798826" sldId="289"/>
            <ac:spMk id="55299" creationId="{00000000-0000-0000-0000-000000000000}"/>
          </ac:spMkLst>
        </pc:spChg>
      </pc:sldChg>
      <pc:sldChg chg="del">
        <pc:chgData name="Sai Lakkaraju" userId="67789ed4-6cf2-46dd-bb2a-c209225f1b65" providerId="ADAL" clId="{9672EF5D-0FDD-4117-A113-4F01C607374C}" dt="2022-04-24T23:14:52.233" v="3" actId="18676"/>
        <pc:sldMkLst>
          <pc:docMk/>
          <pc:sldMk cId="1837397163" sldId="300"/>
        </pc:sldMkLst>
      </pc:sldChg>
      <pc:sldChg chg="del">
        <pc:chgData name="Sai Lakkaraju" userId="67789ed4-6cf2-46dd-bb2a-c209225f1b65" providerId="ADAL" clId="{9672EF5D-0FDD-4117-A113-4F01C607374C}" dt="2022-04-24T23:14:52.233" v="3" actId="18676"/>
        <pc:sldMkLst>
          <pc:docMk/>
          <pc:sldMk cId="232529442" sldId="301"/>
        </pc:sldMkLst>
      </pc:sldChg>
      <pc:sldChg chg="del">
        <pc:chgData name="Sai Lakkaraju" userId="67789ed4-6cf2-46dd-bb2a-c209225f1b65" providerId="ADAL" clId="{9672EF5D-0FDD-4117-A113-4F01C607374C}" dt="2022-04-24T23:14:52.233" v="3" actId="18676"/>
        <pc:sldMkLst>
          <pc:docMk/>
          <pc:sldMk cId="3252916726" sldId="302"/>
        </pc:sldMkLst>
      </pc:sldChg>
      <pc:sldChg chg="del">
        <pc:chgData name="Sai Lakkaraju" userId="67789ed4-6cf2-46dd-bb2a-c209225f1b65" providerId="ADAL" clId="{9672EF5D-0FDD-4117-A113-4F01C607374C}" dt="2022-04-24T23:14:52.233" v="3" actId="18676"/>
        <pc:sldMkLst>
          <pc:docMk/>
          <pc:sldMk cId="2910042614" sldId="304"/>
        </pc:sldMkLst>
      </pc:sldChg>
      <pc:sldChg chg="del">
        <pc:chgData name="Sai Lakkaraju" userId="67789ed4-6cf2-46dd-bb2a-c209225f1b65" providerId="ADAL" clId="{9672EF5D-0FDD-4117-A113-4F01C607374C}" dt="2022-04-24T23:14:52.233" v="3" actId="18676"/>
        <pc:sldMkLst>
          <pc:docMk/>
          <pc:sldMk cId="38436473" sldId="305"/>
        </pc:sldMkLst>
      </pc:sldChg>
      <pc:sldChg chg="del">
        <pc:chgData name="Sai Lakkaraju" userId="67789ed4-6cf2-46dd-bb2a-c209225f1b65" providerId="ADAL" clId="{9672EF5D-0FDD-4117-A113-4F01C607374C}" dt="2022-04-24T23:14:52.233" v="3" actId="18676"/>
        <pc:sldMkLst>
          <pc:docMk/>
          <pc:sldMk cId="2329372093" sldId="306"/>
        </pc:sldMkLst>
      </pc:sldChg>
      <pc:sldChg chg="del">
        <pc:chgData name="Sai Lakkaraju" userId="67789ed4-6cf2-46dd-bb2a-c209225f1b65" providerId="ADAL" clId="{9672EF5D-0FDD-4117-A113-4F01C607374C}" dt="2022-04-24T23:14:52.233" v="3" actId="18676"/>
        <pc:sldMkLst>
          <pc:docMk/>
          <pc:sldMk cId="1163510126" sldId="308"/>
        </pc:sldMkLst>
      </pc:sldChg>
      <pc:sldChg chg="del">
        <pc:chgData name="Sai Lakkaraju" userId="67789ed4-6cf2-46dd-bb2a-c209225f1b65" providerId="ADAL" clId="{9672EF5D-0FDD-4117-A113-4F01C607374C}" dt="2022-04-24T23:15:45.452" v="7" actId="47"/>
        <pc:sldMkLst>
          <pc:docMk/>
          <pc:sldMk cId="4123304164" sldId="311"/>
        </pc:sldMkLst>
      </pc:sldChg>
      <pc:sldChg chg="modSp mod modNotesTx">
        <pc:chgData name="Sai Lakkaraju" userId="67789ed4-6cf2-46dd-bb2a-c209225f1b65" providerId="ADAL" clId="{9672EF5D-0FDD-4117-A113-4F01C607374C}" dt="2022-04-25T00:19:03.407" v="339" actId="6549"/>
        <pc:sldMkLst>
          <pc:docMk/>
          <pc:sldMk cId="869297209" sldId="313"/>
        </pc:sldMkLst>
        <pc:spChg chg="mod">
          <ac:chgData name="Sai Lakkaraju" userId="67789ed4-6cf2-46dd-bb2a-c209225f1b65" providerId="ADAL" clId="{9672EF5D-0FDD-4117-A113-4F01C607374C}" dt="2022-04-25T00:17:44.055" v="331"/>
          <ac:spMkLst>
            <pc:docMk/>
            <pc:sldMk cId="869297209" sldId="313"/>
            <ac:spMk id="3" creationId="{E853B393-0F2E-4B7F-A349-A00432CBDA3B}"/>
          </ac:spMkLst>
        </pc:spChg>
      </pc:sldChg>
      <pc:sldChg chg="modSp mod modNotesTx">
        <pc:chgData name="Sai Lakkaraju" userId="67789ed4-6cf2-46dd-bb2a-c209225f1b65" providerId="ADAL" clId="{9672EF5D-0FDD-4117-A113-4F01C607374C}" dt="2022-04-24T23:16:10.536" v="13" actId="20577"/>
        <pc:sldMkLst>
          <pc:docMk/>
          <pc:sldMk cId="776537612" sldId="314"/>
        </pc:sldMkLst>
        <pc:spChg chg="mod">
          <ac:chgData name="Sai Lakkaraju" userId="67789ed4-6cf2-46dd-bb2a-c209225f1b65" providerId="ADAL" clId="{9672EF5D-0FDD-4117-A113-4F01C607374C}" dt="2022-04-24T23:16:04.742" v="11"/>
          <ac:spMkLst>
            <pc:docMk/>
            <pc:sldMk cId="776537612" sldId="314"/>
            <ac:spMk id="3" creationId="{E853B393-0F2E-4B7F-A349-A00432CBDA3B}"/>
          </ac:spMkLst>
        </pc:spChg>
      </pc:sldChg>
      <pc:sldChg chg="del">
        <pc:chgData name="Sai Lakkaraju" userId="67789ed4-6cf2-46dd-bb2a-c209225f1b65" providerId="ADAL" clId="{9672EF5D-0FDD-4117-A113-4F01C607374C}" dt="2022-04-24T23:14:52.233" v="3" actId="18676"/>
        <pc:sldMkLst>
          <pc:docMk/>
          <pc:sldMk cId="2555265625" sldId="315"/>
        </pc:sldMkLst>
      </pc:sldChg>
      <pc:sldChg chg="addSp delSp modSp">
        <pc:chgData name="Sai Lakkaraju" userId="67789ed4-6cf2-46dd-bb2a-c209225f1b65" providerId="ADAL" clId="{9672EF5D-0FDD-4117-A113-4F01C607374C}" dt="2022-04-25T00:03:19.432" v="225"/>
        <pc:sldMkLst>
          <pc:docMk/>
          <pc:sldMk cId="332051023" sldId="317"/>
        </pc:sldMkLst>
        <pc:spChg chg="mod">
          <ac:chgData name="Sai Lakkaraju" userId="67789ed4-6cf2-46dd-bb2a-c209225f1b65" providerId="ADAL" clId="{9672EF5D-0FDD-4117-A113-4F01C607374C}" dt="2022-04-25T00:03:19.432" v="225"/>
          <ac:spMkLst>
            <pc:docMk/>
            <pc:sldMk cId="332051023" sldId="317"/>
            <ac:spMk id="2" creationId="{00000000-0000-0000-0000-000000000000}"/>
          </ac:spMkLst>
        </pc:spChg>
        <pc:spChg chg="mod">
          <ac:chgData name="Sai Lakkaraju" userId="67789ed4-6cf2-46dd-bb2a-c209225f1b65" providerId="ADAL" clId="{9672EF5D-0FDD-4117-A113-4F01C607374C}" dt="2022-04-25T00:03:19.432" v="225"/>
          <ac:spMkLst>
            <pc:docMk/>
            <pc:sldMk cId="332051023" sldId="317"/>
            <ac:spMk id="3" creationId="{00000000-0000-0000-0000-000000000000}"/>
          </ac:spMkLst>
        </pc:spChg>
        <pc:spChg chg="add del mod">
          <ac:chgData name="Sai Lakkaraju" userId="67789ed4-6cf2-46dd-bb2a-c209225f1b65" providerId="ADAL" clId="{9672EF5D-0FDD-4117-A113-4F01C607374C}" dt="2022-04-25T00:03:19.432" v="225"/>
          <ac:spMkLst>
            <pc:docMk/>
            <pc:sldMk cId="332051023" sldId="317"/>
            <ac:spMk id="4" creationId="{2FF0C75B-9E36-4718-9528-A9BCA2790CEC}"/>
          </ac:spMkLst>
        </pc:spChg>
        <pc:spChg chg="add del mod">
          <ac:chgData name="Sai Lakkaraju" userId="67789ed4-6cf2-46dd-bb2a-c209225f1b65" providerId="ADAL" clId="{9672EF5D-0FDD-4117-A113-4F01C607374C}" dt="2022-04-25T00:03:19.432" v="225"/>
          <ac:spMkLst>
            <pc:docMk/>
            <pc:sldMk cId="332051023" sldId="317"/>
            <ac:spMk id="5" creationId="{7CCE76E5-B9E0-46C2-AFCF-8DA74273B393}"/>
          </ac:spMkLst>
        </pc:spChg>
      </pc:sldChg>
      <pc:sldChg chg="addSp delSp modSp modAnim">
        <pc:chgData name="Sai Lakkaraju" userId="67789ed4-6cf2-46dd-bb2a-c209225f1b65" providerId="ADAL" clId="{9672EF5D-0FDD-4117-A113-4F01C607374C}" dt="2022-04-25T00:18:54.739" v="338"/>
        <pc:sldMkLst>
          <pc:docMk/>
          <pc:sldMk cId="3421247528" sldId="318"/>
        </pc:sldMkLst>
        <pc:spChg chg="add del mod">
          <ac:chgData name="Sai Lakkaraju" userId="67789ed4-6cf2-46dd-bb2a-c209225f1b65" providerId="ADAL" clId="{9672EF5D-0FDD-4117-A113-4F01C607374C}" dt="2022-04-25T00:17:32.201" v="328"/>
          <ac:spMkLst>
            <pc:docMk/>
            <pc:sldMk cId="3421247528" sldId="318"/>
            <ac:spMk id="2" creationId="{15915121-B667-4FB9-8742-DE6BB6AF38D4}"/>
          </ac:spMkLst>
        </pc:spChg>
        <pc:spChg chg="add del mod">
          <ac:chgData name="Sai Lakkaraju" userId="67789ed4-6cf2-46dd-bb2a-c209225f1b65" providerId="ADAL" clId="{9672EF5D-0FDD-4117-A113-4F01C607374C}" dt="2022-04-25T00:17:32.201" v="328"/>
          <ac:spMkLst>
            <pc:docMk/>
            <pc:sldMk cId="3421247528" sldId="318"/>
            <ac:spMk id="3" creationId="{86DB7E8F-163A-4EB3-94C7-42CCECF73676}"/>
          </ac:spMkLst>
        </pc:spChg>
        <pc:spChg chg="mod">
          <ac:chgData name="Sai Lakkaraju" userId="67789ed4-6cf2-46dd-bb2a-c209225f1b65" providerId="ADAL" clId="{9672EF5D-0FDD-4117-A113-4F01C607374C}" dt="2022-04-25T00:17:32.201" v="328"/>
          <ac:spMkLst>
            <pc:docMk/>
            <pc:sldMk cId="3421247528" sldId="318"/>
            <ac:spMk id="55298" creationId="{00000000-0000-0000-0000-000000000000}"/>
          </ac:spMkLst>
        </pc:spChg>
        <pc:spChg chg="mod">
          <ac:chgData name="Sai Lakkaraju" userId="67789ed4-6cf2-46dd-bb2a-c209225f1b65" providerId="ADAL" clId="{9672EF5D-0FDD-4117-A113-4F01C607374C}" dt="2022-04-25T00:17:32.201" v="328"/>
          <ac:spMkLst>
            <pc:docMk/>
            <pc:sldMk cId="3421247528" sldId="318"/>
            <ac:spMk id="55299" creationId="{00000000-0000-0000-0000-000000000000}"/>
          </ac:spMkLst>
        </pc:spChg>
      </pc:sldChg>
      <pc:sldChg chg="del">
        <pc:chgData name="Sai Lakkaraju" userId="67789ed4-6cf2-46dd-bb2a-c209225f1b65" providerId="ADAL" clId="{9672EF5D-0FDD-4117-A113-4F01C607374C}" dt="2022-04-24T23:15:21.088" v="5" actId="18676"/>
        <pc:sldMkLst>
          <pc:docMk/>
          <pc:sldMk cId="3666187564" sldId="319"/>
        </pc:sldMkLst>
      </pc:sldChg>
      <pc:sldChg chg="del">
        <pc:chgData name="Sai Lakkaraju" userId="67789ed4-6cf2-46dd-bb2a-c209225f1b65" providerId="ADAL" clId="{9672EF5D-0FDD-4117-A113-4F01C607374C}" dt="2022-04-24T23:15:21.088" v="5" actId="18676"/>
        <pc:sldMkLst>
          <pc:docMk/>
          <pc:sldMk cId="1481397626" sldId="320"/>
        </pc:sldMkLst>
      </pc:sldChg>
      <pc:sldChg chg="del">
        <pc:chgData name="Sai Lakkaraju" userId="67789ed4-6cf2-46dd-bb2a-c209225f1b65" providerId="ADAL" clId="{9672EF5D-0FDD-4117-A113-4F01C607374C}" dt="2022-04-24T23:15:21.088" v="5" actId="18676"/>
        <pc:sldMkLst>
          <pc:docMk/>
          <pc:sldMk cId="2369192775" sldId="321"/>
        </pc:sldMkLst>
      </pc:sldChg>
      <pc:sldChg chg="del">
        <pc:chgData name="Sai Lakkaraju" userId="67789ed4-6cf2-46dd-bb2a-c209225f1b65" providerId="ADAL" clId="{9672EF5D-0FDD-4117-A113-4F01C607374C}" dt="2022-04-24T23:15:32.469" v="6" actId="18676"/>
        <pc:sldMkLst>
          <pc:docMk/>
          <pc:sldMk cId="2000789401" sldId="322"/>
        </pc:sldMkLst>
      </pc:sldChg>
      <pc:sldChg chg="del">
        <pc:chgData name="Sai Lakkaraju" userId="67789ed4-6cf2-46dd-bb2a-c209225f1b65" providerId="ADAL" clId="{9672EF5D-0FDD-4117-A113-4F01C607374C}" dt="2022-04-24T23:14:52.233" v="3" actId="18676"/>
        <pc:sldMkLst>
          <pc:docMk/>
          <pc:sldMk cId="3692767134" sldId="323"/>
        </pc:sldMkLst>
      </pc:sldChg>
      <pc:sldChg chg="del">
        <pc:chgData name="Sai Lakkaraju" userId="67789ed4-6cf2-46dd-bb2a-c209225f1b65" providerId="ADAL" clId="{9672EF5D-0FDD-4117-A113-4F01C607374C}" dt="2022-04-24T23:15:21.088" v="5" actId="18676"/>
        <pc:sldMkLst>
          <pc:docMk/>
          <pc:sldMk cId="3874221328" sldId="324"/>
        </pc:sldMkLst>
      </pc:sldChg>
      <pc:sldChg chg="addSp delSp modSp mod modClrScheme modAnim chgLayout">
        <pc:chgData name="Sai Lakkaraju" userId="67789ed4-6cf2-46dd-bb2a-c209225f1b65" providerId="ADAL" clId="{9672EF5D-0FDD-4117-A113-4F01C607374C}" dt="2022-04-25T00:16:32.590" v="315" actId="207"/>
        <pc:sldMkLst>
          <pc:docMk/>
          <pc:sldMk cId="563133575" sldId="325"/>
        </pc:sldMkLst>
        <pc:spChg chg="add del mod">
          <ac:chgData name="Sai Lakkaraju" userId="67789ed4-6cf2-46dd-bb2a-c209225f1b65" providerId="ADAL" clId="{9672EF5D-0FDD-4117-A113-4F01C607374C}" dt="2022-04-25T00:15:13.625" v="284"/>
          <ac:spMkLst>
            <pc:docMk/>
            <pc:sldMk cId="563133575" sldId="325"/>
            <ac:spMk id="2" creationId="{165B1BB6-AF7E-4B05-BB03-9AFCE1556820}"/>
          </ac:spMkLst>
        </pc:spChg>
        <pc:spChg chg="add del mod">
          <ac:chgData name="Sai Lakkaraju" userId="67789ed4-6cf2-46dd-bb2a-c209225f1b65" providerId="ADAL" clId="{9672EF5D-0FDD-4117-A113-4F01C607374C}" dt="2022-04-25T00:15:13.625" v="284"/>
          <ac:spMkLst>
            <pc:docMk/>
            <pc:sldMk cId="563133575" sldId="325"/>
            <ac:spMk id="3" creationId="{13C59DDD-0FD9-41C8-B321-90C66E9CA026}"/>
          </ac:spMkLst>
        </pc:spChg>
        <pc:spChg chg="add mod ord">
          <ac:chgData name="Sai Lakkaraju" userId="67789ed4-6cf2-46dd-bb2a-c209225f1b65" providerId="ADAL" clId="{9672EF5D-0FDD-4117-A113-4F01C607374C}" dt="2022-04-25T00:16:32.590" v="315" actId="207"/>
          <ac:spMkLst>
            <pc:docMk/>
            <pc:sldMk cId="563133575" sldId="325"/>
            <ac:spMk id="4" creationId="{96989E12-9BE5-4F0E-9175-2EC98D8FB62B}"/>
          </ac:spMkLst>
        </pc:spChg>
        <pc:spChg chg="mod ord">
          <ac:chgData name="Sai Lakkaraju" userId="67789ed4-6cf2-46dd-bb2a-c209225f1b65" providerId="ADAL" clId="{9672EF5D-0FDD-4117-A113-4F01C607374C}" dt="2022-04-25T00:15:30.968" v="288" actId="700"/>
          <ac:spMkLst>
            <pc:docMk/>
            <pc:sldMk cId="563133575" sldId="325"/>
            <ac:spMk id="50178" creationId="{00000000-0000-0000-0000-000000000000}"/>
          </ac:spMkLst>
        </pc:spChg>
        <pc:spChg chg="mod ord">
          <ac:chgData name="Sai Lakkaraju" userId="67789ed4-6cf2-46dd-bb2a-c209225f1b65" providerId="ADAL" clId="{9672EF5D-0FDD-4117-A113-4F01C607374C}" dt="2022-04-25T00:16:25.627" v="313" actId="207"/>
          <ac:spMkLst>
            <pc:docMk/>
            <pc:sldMk cId="563133575" sldId="325"/>
            <ac:spMk id="50179" creationId="{00000000-0000-0000-0000-000000000000}"/>
          </ac:spMkLst>
        </pc:spChg>
      </pc:sldChg>
      <pc:sldChg chg="addSp delSp modSp mod modAnim">
        <pc:chgData name="Sai Lakkaraju" userId="67789ed4-6cf2-46dd-bb2a-c209225f1b65" providerId="ADAL" clId="{9672EF5D-0FDD-4117-A113-4F01C607374C}" dt="2022-04-25T00:17:23.717" v="327" actId="1076"/>
        <pc:sldMkLst>
          <pc:docMk/>
          <pc:sldMk cId="2217160245" sldId="326"/>
        </pc:sldMkLst>
        <pc:spChg chg="add del mod">
          <ac:chgData name="Sai Lakkaraju" userId="67789ed4-6cf2-46dd-bb2a-c209225f1b65" providerId="ADAL" clId="{9672EF5D-0FDD-4117-A113-4F01C607374C}" dt="2022-04-25T00:17:20.891" v="325"/>
          <ac:spMkLst>
            <pc:docMk/>
            <pc:sldMk cId="2217160245" sldId="326"/>
            <ac:spMk id="3" creationId="{DF3A6019-E6B3-4C02-BDB5-D684295C488B}"/>
          </ac:spMkLst>
        </pc:spChg>
        <pc:spChg chg="add del mod">
          <ac:chgData name="Sai Lakkaraju" userId="67789ed4-6cf2-46dd-bb2a-c209225f1b65" providerId="ADAL" clId="{9672EF5D-0FDD-4117-A113-4F01C607374C}" dt="2022-04-25T00:17:20.891" v="325"/>
          <ac:spMkLst>
            <pc:docMk/>
            <pc:sldMk cId="2217160245" sldId="326"/>
            <ac:spMk id="4" creationId="{178A234A-DC69-4104-8DE0-33E3A1006558}"/>
          </ac:spMkLst>
        </pc:spChg>
        <pc:spChg chg="mod">
          <ac:chgData name="Sai Lakkaraju" userId="67789ed4-6cf2-46dd-bb2a-c209225f1b65" providerId="ADAL" clId="{9672EF5D-0FDD-4117-A113-4F01C607374C}" dt="2022-04-25T00:17:20.891" v="325"/>
          <ac:spMkLst>
            <pc:docMk/>
            <pc:sldMk cId="2217160245" sldId="326"/>
            <ac:spMk id="55298" creationId="{00000000-0000-0000-0000-000000000000}"/>
          </ac:spMkLst>
        </pc:spChg>
        <pc:spChg chg="mod">
          <ac:chgData name="Sai Lakkaraju" userId="67789ed4-6cf2-46dd-bb2a-c209225f1b65" providerId="ADAL" clId="{9672EF5D-0FDD-4117-A113-4F01C607374C}" dt="2022-04-25T00:17:20.920" v="326" actId="27636"/>
          <ac:spMkLst>
            <pc:docMk/>
            <pc:sldMk cId="2217160245" sldId="326"/>
            <ac:spMk id="55299" creationId="{00000000-0000-0000-0000-000000000000}"/>
          </ac:spMkLst>
        </pc:spChg>
        <pc:picChg chg="mod">
          <ac:chgData name="Sai Lakkaraju" userId="67789ed4-6cf2-46dd-bb2a-c209225f1b65" providerId="ADAL" clId="{9672EF5D-0FDD-4117-A113-4F01C607374C}" dt="2022-04-25T00:17:23.717" v="327" actId="1076"/>
          <ac:picMkLst>
            <pc:docMk/>
            <pc:sldMk cId="2217160245" sldId="326"/>
            <ac:picMk id="2" creationId="{00000000-0000-0000-0000-000000000000}"/>
          </ac:picMkLst>
        </pc:picChg>
      </pc:sldChg>
      <pc:sldChg chg="del">
        <pc:chgData name="Sai Lakkaraju" userId="67789ed4-6cf2-46dd-bb2a-c209225f1b65" providerId="ADAL" clId="{9672EF5D-0FDD-4117-A113-4F01C607374C}" dt="2022-04-24T23:15:32.469" v="6" actId="18676"/>
        <pc:sldMkLst>
          <pc:docMk/>
          <pc:sldMk cId="1796800335" sldId="327"/>
        </pc:sldMkLst>
      </pc:sldChg>
      <pc:sldChg chg="del">
        <pc:chgData name="Sai Lakkaraju" userId="67789ed4-6cf2-46dd-bb2a-c209225f1b65" providerId="ADAL" clId="{9672EF5D-0FDD-4117-A113-4F01C607374C}" dt="2022-04-24T23:15:21.088" v="5" actId="18676"/>
        <pc:sldMkLst>
          <pc:docMk/>
          <pc:sldMk cId="3689313516" sldId="329"/>
        </pc:sldMkLst>
      </pc:sldChg>
    </pc:docChg>
  </pc:docChgLst>
  <pc:docChgLst>
    <pc:chgData name="Sai K. Lakkaraju" userId="67789ed4-6cf2-46dd-bb2a-c209225f1b65" providerId="ADAL" clId="{3AEABB10-8281-4FAD-B6A6-EAB247D7FD4D}"/>
    <pc:docChg chg="modSld">
      <pc:chgData name="Sai K. Lakkaraju" userId="67789ed4-6cf2-46dd-bb2a-c209225f1b65" providerId="ADAL" clId="{3AEABB10-8281-4FAD-B6A6-EAB247D7FD4D}" dt="2022-04-12T03:06:10.283" v="77" actId="20577"/>
      <pc:docMkLst>
        <pc:docMk/>
      </pc:docMkLst>
      <pc:sldChg chg="modSp mod">
        <pc:chgData name="Sai K. Lakkaraju" userId="67789ed4-6cf2-46dd-bb2a-c209225f1b65" providerId="ADAL" clId="{3AEABB10-8281-4FAD-B6A6-EAB247D7FD4D}" dt="2022-04-12T02:47:06.190" v="1" actId="20577"/>
        <pc:sldMkLst>
          <pc:docMk/>
          <pc:sldMk cId="715634170" sldId="256"/>
        </pc:sldMkLst>
        <pc:spChg chg="mod">
          <ac:chgData name="Sai K. Lakkaraju" userId="67789ed4-6cf2-46dd-bb2a-c209225f1b65" providerId="ADAL" clId="{3AEABB10-8281-4FAD-B6A6-EAB247D7FD4D}" dt="2022-04-12T02:47:06.190" v="1" actId="20577"/>
          <ac:spMkLst>
            <pc:docMk/>
            <pc:sldMk cId="715634170" sldId="256"/>
            <ac:spMk id="3" creationId="{94875C1C-3858-44F5-9117-CB658AFD44E3}"/>
          </ac:spMkLst>
        </pc:spChg>
      </pc:sldChg>
      <pc:sldChg chg="modNotesTx">
        <pc:chgData name="Sai K. Lakkaraju" userId="67789ed4-6cf2-46dd-bb2a-c209225f1b65" providerId="ADAL" clId="{3AEABB10-8281-4FAD-B6A6-EAB247D7FD4D}" dt="2022-04-12T03:06:10.283" v="77" actId="20577"/>
        <pc:sldMkLst>
          <pc:docMk/>
          <pc:sldMk cId="2000789401" sldId="322"/>
        </pc:sldMkLst>
      </pc:sldChg>
    </pc:docChg>
  </pc:docChgLst>
  <pc:docChgLst>
    <pc:chgData name="Sai K. Lakkaraju" userId="67789ed4-6cf2-46dd-bb2a-c209225f1b65" providerId="ADAL" clId="{D1FE7C1C-28A8-4A81-9AC4-F92CE3830520}"/>
    <pc:docChg chg="custSel modSld">
      <pc:chgData name="Sai K. Lakkaraju" userId="67789ed4-6cf2-46dd-bb2a-c209225f1b65" providerId="ADAL" clId="{D1FE7C1C-28A8-4A81-9AC4-F92CE3830520}" dt="2022-04-05T03:43:27.136" v="71" actId="20577"/>
      <pc:docMkLst>
        <pc:docMk/>
      </pc:docMkLst>
      <pc:sldChg chg="modNotesTx">
        <pc:chgData name="Sai K. Lakkaraju" userId="67789ed4-6cf2-46dd-bb2a-c209225f1b65" providerId="ADAL" clId="{D1FE7C1C-28A8-4A81-9AC4-F92CE3830520}" dt="2022-04-05T03:36:26.668" v="55" actId="20577"/>
        <pc:sldMkLst>
          <pc:docMk/>
          <pc:sldMk cId="0" sldId="312"/>
        </pc:sldMkLst>
      </pc:sldChg>
      <pc:sldChg chg="modSp mod">
        <pc:chgData name="Sai K. Lakkaraju" userId="67789ed4-6cf2-46dd-bb2a-c209225f1b65" providerId="ADAL" clId="{D1FE7C1C-28A8-4A81-9AC4-F92CE3830520}" dt="2022-04-05T03:43:27.136" v="71" actId="20577"/>
        <pc:sldMkLst>
          <pc:docMk/>
          <pc:sldMk cId="869297209" sldId="313"/>
        </pc:sldMkLst>
        <pc:spChg chg="mod">
          <ac:chgData name="Sai K. Lakkaraju" userId="67789ed4-6cf2-46dd-bb2a-c209225f1b65" providerId="ADAL" clId="{D1FE7C1C-28A8-4A81-9AC4-F92CE3830520}" dt="2022-04-05T03:43:27.136" v="71" actId="20577"/>
          <ac:spMkLst>
            <pc:docMk/>
            <pc:sldMk cId="869297209" sldId="313"/>
            <ac:spMk id="3" creationId="{E853B393-0F2E-4B7F-A349-A00432CBDA3B}"/>
          </ac:spMkLst>
        </pc:spChg>
      </pc:sldChg>
      <pc:sldChg chg="modNotesTx">
        <pc:chgData name="Sai K. Lakkaraju" userId="67789ed4-6cf2-46dd-bb2a-c209225f1b65" providerId="ADAL" clId="{D1FE7C1C-28A8-4A81-9AC4-F92CE3830520}" dt="2022-04-05T03:36:03.161" v="21" actId="20577"/>
        <pc:sldMkLst>
          <pc:docMk/>
          <pc:sldMk cId="0" sldId="330"/>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AU"/>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382F1B1C-EF43-42DF-8D93-6D1AA054F092}" type="datetimeFigureOut">
              <a:rPr lang="en-AU" smtClean="0"/>
              <a:t>5/09/2023</a:t>
            </a:fld>
            <a:endParaRPr lang="en-AU"/>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AU"/>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AU"/>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3C5D68BF-496A-42D2-A159-C1EBC09BAB5B}" type="slidenum">
              <a:rPr lang="en-AU" smtClean="0"/>
              <a:t>‹#›</a:t>
            </a:fld>
            <a:endParaRPr lang="en-AU"/>
          </a:p>
        </p:txBody>
      </p:sp>
    </p:spTree>
    <p:extLst>
      <p:ext uri="{BB962C8B-B14F-4D97-AF65-F5344CB8AC3E}">
        <p14:creationId xmlns:p14="http://schemas.microsoft.com/office/powerpoint/2010/main" val="17384351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5"/>
          </p:nvPr>
        </p:nvSpPr>
        <p:spPr/>
        <p:txBody>
          <a:bodyPr/>
          <a:lstStyle/>
          <a:p>
            <a:fld id="{3C5D68BF-496A-42D2-A159-C1EBC09BAB5B}" type="slidenum">
              <a:rPr lang="en-AU" smtClean="0"/>
              <a:t>2</a:t>
            </a:fld>
            <a:endParaRPr lang="en-AU"/>
          </a:p>
        </p:txBody>
      </p:sp>
    </p:spTree>
    <p:extLst>
      <p:ext uri="{BB962C8B-B14F-4D97-AF65-F5344CB8AC3E}">
        <p14:creationId xmlns:p14="http://schemas.microsoft.com/office/powerpoint/2010/main" val="296541788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41DAE13F-53EE-44FD-9505-E953145094D6}" type="slidenum">
              <a:rPr lang="en-US" smtClean="0"/>
              <a:pPr/>
              <a:t>5</a:t>
            </a:fld>
            <a:endParaRPr lang="en-US"/>
          </a:p>
        </p:txBody>
      </p:sp>
    </p:spTree>
    <p:extLst>
      <p:ext uri="{BB962C8B-B14F-4D97-AF65-F5344CB8AC3E}">
        <p14:creationId xmlns:p14="http://schemas.microsoft.com/office/powerpoint/2010/main" val="419335924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5"/>
          </p:nvPr>
        </p:nvSpPr>
        <p:spPr/>
        <p:txBody>
          <a:bodyPr/>
          <a:lstStyle/>
          <a:p>
            <a:fld id="{3C5D68BF-496A-42D2-A159-C1EBC09BAB5B}" type="slidenum">
              <a:rPr lang="en-AU" smtClean="0"/>
              <a:t>6</a:t>
            </a:fld>
            <a:endParaRPr lang="en-AU"/>
          </a:p>
        </p:txBody>
      </p:sp>
    </p:spTree>
    <p:extLst>
      <p:ext uri="{BB962C8B-B14F-4D97-AF65-F5344CB8AC3E}">
        <p14:creationId xmlns:p14="http://schemas.microsoft.com/office/powerpoint/2010/main" val="410278663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41DAE13F-53EE-44FD-9505-E953145094D6}" type="slidenum">
              <a:rPr lang="en-US" smtClean="0"/>
              <a:pPr/>
              <a:t>7</a:t>
            </a:fld>
            <a:endParaRPr lang="en-US"/>
          </a:p>
        </p:txBody>
      </p:sp>
    </p:spTree>
    <p:extLst>
      <p:ext uri="{BB962C8B-B14F-4D97-AF65-F5344CB8AC3E}">
        <p14:creationId xmlns:p14="http://schemas.microsoft.com/office/powerpoint/2010/main" val="201847768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200" b="1" dirty="0"/>
              <a:t>Content</a:t>
            </a:r>
            <a:r>
              <a:rPr lang="en-US" sz="1200" dirty="0"/>
              <a:t> - The content of the box, where text and images appear</a:t>
            </a:r>
          </a:p>
          <a:p>
            <a:r>
              <a:rPr lang="en-US" sz="1200" b="1" dirty="0"/>
              <a:t>Padding</a:t>
            </a:r>
            <a:r>
              <a:rPr lang="en-US" sz="1200" dirty="0"/>
              <a:t> - Clears an area around the content. The padding is transparent</a:t>
            </a:r>
          </a:p>
          <a:p>
            <a:r>
              <a:rPr lang="en-US" sz="1200" b="1" dirty="0"/>
              <a:t>Border</a:t>
            </a:r>
            <a:r>
              <a:rPr lang="en-US" sz="1200" dirty="0"/>
              <a:t> - A border that goes around the padding and content</a:t>
            </a:r>
          </a:p>
          <a:p>
            <a:r>
              <a:rPr lang="en-US" sz="1200" b="1" dirty="0"/>
              <a:t>Margin</a:t>
            </a:r>
            <a:r>
              <a:rPr lang="en-US" sz="1200" dirty="0"/>
              <a:t> - Clears an area outside the border. The margin is transparent</a:t>
            </a:r>
          </a:p>
          <a:p>
            <a:endParaRPr lang="en-US" dirty="0"/>
          </a:p>
        </p:txBody>
      </p:sp>
      <p:sp>
        <p:nvSpPr>
          <p:cNvPr id="4" name="Slide Number Placeholder 3"/>
          <p:cNvSpPr>
            <a:spLocks noGrp="1"/>
          </p:cNvSpPr>
          <p:nvPr>
            <p:ph type="sldNum" sz="quarter" idx="10"/>
          </p:nvPr>
        </p:nvSpPr>
        <p:spPr/>
        <p:txBody>
          <a:bodyPr/>
          <a:lstStyle/>
          <a:p>
            <a:fld id="{41DAE13F-53EE-44FD-9505-E953145094D6}" type="slidenum">
              <a:rPr lang="en-US" smtClean="0"/>
              <a:pPr/>
              <a:t>8</a:t>
            </a:fld>
            <a:endParaRPr lang="en-US"/>
          </a:p>
        </p:txBody>
      </p:sp>
    </p:spTree>
    <p:extLst>
      <p:ext uri="{BB962C8B-B14F-4D97-AF65-F5344CB8AC3E}">
        <p14:creationId xmlns:p14="http://schemas.microsoft.com/office/powerpoint/2010/main" val="71395867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41DAE13F-53EE-44FD-9505-E953145094D6}" type="slidenum">
              <a:rPr lang="en-US" smtClean="0"/>
              <a:pPr/>
              <a:t>9</a:t>
            </a:fld>
            <a:endParaRPr lang="en-US"/>
          </a:p>
        </p:txBody>
      </p:sp>
    </p:spTree>
    <p:extLst>
      <p:ext uri="{BB962C8B-B14F-4D97-AF65-F5344CB8AC3E}">
        <p14:creationId xmlns:p14="http://schemas.microsoft.com/office/powerpoint/2010/main" val="82065051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a:t>Demonstrate this in the w3schools.</a:t>
            </a:r>
          </a:p>
          <a:p>
            <a:endParaRPr lang="en-US" dirty="0"/>
          </a:p>
        </p:txBody>
      </p:sp>
      <p:sp>
        <p:nvSpPr>
          <p:cNvPr id="4" name="Slide Number Placeholder 3"/>
          <p:cNvSpPr>
            <a:spLocks noGrp="1"/>
          </p:cNvSpPr>
          <p:nvPr>
            <p:ph type="sldNum" sz="quarter" idx="10"/>
          </p:nvPr>
        </p:nvSpPr>
        <p:spPr/>
        <p:txBody>
          <a:bodyPr/>
          <a:lstStyle/>
          <a:p>
            <a:fld id="{41DAE13F-53EE-44FD-9505-E953145094D6}" type="slidenum">
              <a:rPr lang="en-US" smtClean="0"/>
              <a:pPr/>
              <a:t>11</a:t>
            </a:fld>
            <a:endParaRPr lang="en-US"/>
          </a:p>
        </p:txBody>
      </p:sp>
    </p:spTree>
    <p:extLst>
      <p:ext uri="{BB962C8B-B14F-4D97-AF65-F5344CB8AC3E}">
        <p14:creationId xmlns:p14="http://schemas.microsoft.com/office/powerpoint/2010/main" val="381401877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41DAE13F-53EE-44FD-9505-E953145094D6}" type="slidenum">
              <a:rPr lang="en-US" smtClean="0"/>
              <a:pPr/>
              <a:t>13</a:t>
            </a:fld>
            <a:endParaRPr lang="en-US"/>
          </a:p>
        </p:txBody>
      </p:sp>
    </p:spTree>
    <p:extLst>
      <p:ext uri="{BB962C8B-B14F-4D97-AF65-F5344CB8AC3E}">
        <p14:creationId xmlns:p14="http://schemas.microsoft.com/office/powerpoint/2010/main" val="237206594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41DAE13F-53EE-44FD-9505-E953145094D6}" type="slidenum">
              <a:rPr lang="en-US" smtClean="0"/>
              <a:pPr/>
              <a:t>14</a:t>
            </a:fld>
            <a:endParaRPr lang="en-US"/>
          </a:p>
        </p:txBody>
      </p:sp>
    </p:spTree>
    <p:extLst>
      <p:ext uri="{BB962C8B-B14F-4D97-AF65-F5344CB8AC3E}">
        <p14:creationId xmlns:p14="http://schemas.microsoft.com/office/powerpoint/2010/main" val="247002578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41DAE13F-53EE-44FD-9505-E953145094D6}" type="slidenum">
              <a:rPr lang="en-US" smtClean="0"/>
              <a:pPr/>
              <a:t>15</a:t>
            </a:fld>
            <a:endParaRPr lang="en-US"/>
          </a:p>
        </p:txBody>
      </p:sp>
    </p:spTree>
    <p:extLst>
      <p:ext uri="{BB962C8B-B14F-4D97-AF65-F5344CB8AC3E}">
        <p14:creationId xmlns:p14="http://schemas.microsoft.com/office/powerpoint/2010/main" val="426238597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41DAE13F-53EE-44FD-9505-E953145094D6}" type="slidenum">
              <a:rPr lang="en-US" smtClean="0"/>
              <a:pPr/>
              <a:t>16</a:t>
            </a:fld>
            <a:endParaRPr lang="en-US"/>
          </a:p>
        </p:txBody>
      </p:sp>
    </p:spTree>
    <p:extLst>
      <p:ext uri="{BB962C8B-B14F-4D97-AF65-F5344CB8AC3E}">
        <p14:creationId xmlns:p14="http://schemas.microsoft.com/office/powerpoint/2010/main" val="332680843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41DAE13F-53EE-44FD-9505-E953145094D6}" type="slidenum">
              <a:rPr lang="en-US" smtClean="0"/>
              <a:pPr/>
              <a:t>17</a:t>
            </a:fld>
            <a:endParaRPr lang="en-US"/>
          </a:p>
        </p:txBody>
      </p:sp>
    </p:spTree>
    <p:extLst>
      <p:ext uri="{BB962C8B-B14F-4D97-AF65-F5344CB8AC3E}">
        <p14:creationId xmlns:p14="http://schemas.microsoft.com/office/powerpoint/2010/main" val="131953471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5"/>
          </p:nvPr>
        </p:nvSpPr>
        <p:spPr/>
        <p:txBody>
          <a:bodyPr/>
          <a:lstStyle/>
          <a:p>
            <a:fld id="{3C5D68BF-496A-42D2-A159-C1EBC09BAB5B}" type="slidenum">
              <a:rPr lang="en-AU" smtClean="0"/>
              <a:t>18</a:t>
            </a:fld>
            <a:endParaRPr lang="en-AU"/>
          </a:p>
        </p:txBody>
      </p:sp>
    </p:spTree>
    <p:extLst>
      <p:ext uri="{BB962C8B-B14F-4D97-AF65-F5344CB8AC3E}">
        <p14:creationId xmlns:p14="http://schemas.microsoft.com/office/powerpoint/2010/main" val="408248097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64EDB22C-E7C2-4D9B-9C3E-B3770423D9D6}"/>
              </a:ext>
            </a:extLst>
          </p:cNvPr>
          <p:cNvSpPr>
            <a:spLocks noGrp="1"/>
          </p:cNvSpPr>
          <p:nvPr>
            <p:ph type="ctrTitle"/>
          </p:nvPr>
        </p:nvSpPr>
        <p:spPr>
          <a:xfrm>
            <a:off x="1524000" y="1122363"/>
            <a:ext cx="9144000" cy="2387600"/>
          </a:xfrm>
        </p:spPr>
        <p:txBody>
          <a:bodyPr anchor="b">
            <a:normAutofit/>
          </a:bodyPr>
          <a:lstStyle>
            <a:lvl1pPr algn="ctr">
              <a:defRPr sz="4000"/>
            </a:lvl1pPr>
          </a:lstStyle>
          <a:p>
            <a:r>
              <a:rPr lang="en-US"/>
              <a:t>Click to edit Master title style</a:t>
            </a:r>
            <a:endParaRPr lang="en-US" dirty="0"/>
          </a:p>
        </p:txBody>
      </p:sp>
      <p:sp>
        <p:nvSpPr>
          <p:cNvPr id="3" name="Subtitle 2">
            <a:extLst>
              <a:ext uri="{FF2B5EF4-FFF2-40B4-BE49-F238E27FC236}">
                <a16:creationId xmlns:a16="http://schemas.microsoft.com/office/drawing/2014/main" xmlns="" id="{BFCEA447-2275-4903-97D5-0EF4EF264860}"/>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a:extLst>
              <a:ext uri="{FF2B5EF4-FFF2-40B4-BE49-F238E27FC236}">
                <a16:creationId xmlns:a16="http://schemas.microsoft.com/office/drawing/2014/main" xmlns="" id="{6FF0323C-6842-42A1-AE34-80EECC9637D0}"/>
              </a:ext>
            </a:extLst>
          </p:cNvPr>
          <p:cNvSpPr>
            <a:spLocks noGrp="1"/>
          </p:cNvSpPr>
          <p:nvPr>
            <p:ph type="dt" sz="half" idx="10"/>
          </p:nvPr>
        </p:nvSpPr>
        <p:spPr/>
        <p:txBody>
          <a:bodyPr/>
          <a:lstStyle/>
          <a:p>
            <a:fld id="{E45AECDF-4D51-4BE2-A52E-75061839962F}" type="datetimeFigureOut">
              <a:rPr lang="en-US" smtClean="0"/>
              <a:t>9/5/2023</a:t>
            </a:fld>
            <a:endParaRPr lang="en-US"/>
          </a:p>
        </p:txBody>
      </p:sp>
      <p:sp>
        <p:nvSpPr>
          <p:cNvPr id="5" name="Footer Placeholder 4">
            <a:extLst>
              <a:ext uri="{FF2B5EF4-FFF2-40B4-BE49-F238E27FC236}">
                <a16:creationId xmlns:a16="http://schemas.microsoft.com/office/drawing/2014/main" xmlns="" id="{26CD285F-01C7-4064-AF1F-C986D711004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xmlns="" id="{D5B61DB0-E754-4632-BADF-5CEE7CA7B9C3}"/>
              </a:ext>
            </a:extLst>
          </p:cNvPr>
          <p:cNvSpPr>
            <a:spLocks noGrp="1"/>
          </p:cNvSpPr>
          <p:nvPr>
            <p:ph type="sldNum" sz="quarter" idx="12"/>
          </p:nvPr>
        </p:nvSpPr>
        <p:spPr/>
        <p:txBody>
          <a:bodyPr/>
          <a:lstStyle/>
          <a:p>
            <a:fld id="{C6D6110E-6F6A-430F-BA2C-264668399F0E}" type="slidenum">
              <a:rPr lang="en-US" smtClean="0"/>
              <a:t>‹#›</a:t>
            </a:fld>
            <a:endParaRPr lang="en-US"/>
          </a:p>
        </p:txBody>
      </p:sp>
    </p:spTree>
    <p:extLst>
      <p:ext uri="{BB962C8B-B14F-4D97-AF65-F5344CB8AC3E}">
        <p14:creationId xmlns:p14="http://schemas.microsoft.com/office/powerpoint/2010/main" val="298427166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7527E172-530A-4D1A-B2C5-91C70AE41676}"/>
              </a:ext>
            </a:extLst>
          </p:cNvPr>
          <p:cNvSpPr>
            <a:spLocks noGrp="1"/>
          </p:cNvSpPr>
          <p:nvPr>
            <p:ph type="title"/>
          </p:nvPr>
        </p:nvSpPr>
        <p:spPr>
          <a:xfrm>
            <a:off x="838200" y="365125"/>
            <a:ext cx="10515600" cy="930275"/>
          </a:xfrm>
        </p:spPr>
        <p:txBody>
          <a:bodyPr>
            <a:normAutofit/>
          </a:bodyPr>
          <a:lstStyle>
            <a:lvl1pPr>
              <a:defRPr sz="3600">
                <a:latin typeface="Bookman Old Style" panose="02050604050505020204" pitchFamily="18" charset="0"/>
              </a:defRPr>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xmlns="" id="{7134E0C8-7DCF-48A5-B01B-72B77AC44C68}"/>
              </a:ext>
            </a:extLst>
          </p:cNvPr>
          <p:cNvSpPr>
            <a:spLocks noGrp="1"/>
          </p:cNvSpPr>
          <p:nvPr>
            <p:ph idx="1"/>
          </p:nvPr>
        </p:nvSpPr>
        <p:spPr>
          <a:xfrm>
            <a:off x="838200" y="1600200"/>
            <a:ext cx="10515600" cy="4576763"/>
          </a:xfrm>
        </p:spPr>
        <p:txBody>
          <a:bodyPr/>
          <a:lstStyle>
            <a:lvl1pPr>
              <a:defRPr sz="2400">
                <a:latin typeface="Book Antiqua" panose="02040602050305030304" pitchFamily="18" charset="0"/>
              </a:defRPr>
            </a:lvl1pPr>
            <a:lvl2pPr>
              <a:defRPr sz="2000">
                <a:latin typeface="Book Antiqua" panose="02040602050305030304" pitchFamily="18" charset="0"/>
              </a:defRPr>
            </a:lvl2pPr>
            <a:lvl3pPr>
              <a:defRPr sz="1800">
                <a:latin typeface="Book Antiqua" panose="02040602050305030304" pitchFamily="18" charset="0"/>
              </a:defRPr>
            </a:lvl3pPr>
            <a:lvl4pPr>
              <a:defRPr sz="1800">
                <a:latin typeface="Book Antiqua" panose="02040602050305030304" pitchFamily="18" charset="0"/>
              </a:defRPr>
            </a:lvl4pPr>
            <a:lvl5pPr>
              <a:defRPr sz="1800">
                <a:latin typeface="Book Antiqua" panose="02040602050305030304" pitchFamily="18"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xmlns="" id="{415D8764-6F1E-416E-88F1-C40EC8969A40}"/>
              </a:ext>
            </a:extLst>
          </p:cNvPr>
          <p:cNvSpPr>
            <a:spLocks noGrp="1"/>
          </p:cNvSpPr>
          <p:nvPr>
            <p:ph type="dt" sz="half" idx="10"/>
          </p:nvPr>
        </p:nvSpPr>
        <p:spPr/>
        <p:txBody>
          <a:bodyPr/>
          <a:lstStyle/>
          <a:p>
            <a:fld id="{E45AECDF-4D51-4BE2-A52E-75061839962F}" type="datetimeFigureOut">
              <a:rPr lang="en-US" smtClean="0"/>
              <a:t>9/5/2023</a:t>
            </a:fld>
            <a:endParaRPr lang="en-US"/>
          </a:p>
        </p:txBody>
      </p:sp>
      <p:sp>
        <p:nvSpPr>
          <p:cNvPr id="5" name="Footer Placeholder 4">
            <a:extLst>
              <a:ext uri="{FF2B5EF4-FFF2-40B4-BE49-F238E27FC236}">
                <a16:creationId xmlns:a16="http://schemas.microsoft.com/office/drawing/2014/main" xmlns="" id="{A09A7AD7-758F-437C-8CE1-AFECB2DA02D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xmlns="" id="{479139AE-6A7F-4A3F-B55D-EF7BB338DD1B}"/>
              </a:ext>
            </a:extLst>
          </p:cNvPr>
          <p:cNvSpPr>
            <a:spLocks noGrp="1"/>
          </p:cNvSpPr>
          <p:nvPr>
            <p:ph type="sldNum" sz="quarter" idx="12"/>
          </p:nvPr>
        </p:nvSpPr>
        <p:spPr/>
        <p:txBody>
          <a:bodyPr/>
          <a:lstStyle/>
          <a:p>
            <a:fld id="{C6D6110E-6F6A-430F-BA2C-264668399F0E}" type="slidenum">
              <a:rPr lang="en-US" smtClean="0"/>
              <a:t>‹#›</a:t>
            </a:fld>
            <a:endParaRPr lang="en-US"/>
          </a:p>
        </p:txBody>
      </p:sp>
    </p:spTree>
    <p:extLst>
      <p:ext uri="{BB962C8B-B14F-4D97-AF65-F5344CB8AC3E}">
        <p14:creationId xmlns:p14="http://schemas.microsoft.com/office/powerpoint/2010/main" val="49279319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036A45D9-8D6E-462F-AC5F-7BB4715F8AB3}"/>
              </a:ext>
            </a:extLst>
          </p:cNvPr>
          <p:cNvSpPr>
            <a:spLocks noGrp="1"/>
          </p:cNvSpPr>
          <p:nvPr>
            <p:ph type="title"/>
          </p:nvPr>
        </p:nvSpPr>
        <p:spPr>
          <a:xfrm>
            <a:off x="831850" y="1709738"/>
            <a:ext cx="10515600" cy="2852737"/>
          </a:xfrm>
        </p:spPr>
        <p:txBody>
          <a:bodyPr anchor="b">
            <a:normAutofit/>
          </a:bodyPr>
          <a:lstStyle>
            <a:lvl1pPr>
              <a:defRPr sz="4800">
                <a:latin typeface="Bookman Old Style" panose="02050604050505020204" pitchFamily="18" charset="0"/>
              </a:defRPr>
            </a:lvl1pPr>
          </a:lstStyle>
          <a:p>
            <a:r>
              <a:rPr lang="en-US"/>
              <a:t>Click to edit Master title style</a:t>
            </a:r>
            <a:endParaRPr lang="en-US" dirty="0"/>
          </a:p>
        </p:txBody>
      </p:sp>
      <p:sp>
        <p:nvSpPr>
          <p:cNvPr id="3" name="Text Placeholder 2">
            <a:extLst>
              <a:ext uri="{FF2B5EF4-FFF2-40B4-BE49-F238E27FC236}">
                <a16:creationId xmlns:a16="http://schemas.microsoft.com/office/drawing/2014/main" xmlns="" id="{69611C77-EC1B-4D70-9E27-37B2E6C53C9B}"/>
              </a:ext>
            </a:extLst>
          </p:cNvPr>
          <p:cNvSpPr>
            <a:spLocks noGrp="1"/>
          </p:cNvSpPr>
          <p:nvPr>
            <p:ph type="body" idx="1"/>
          </p:nvPr>
        </p:nvSpPr>
        <p:spPr>
          <a:xfrm>
            <a:off x="831850" y="4589463"/>
            <a:ext cx="10515600" cy="1500187"/>
          </a:xfrm>
        </p:spPr>
        <p:txBody>
          <a:bodyPr/>
          <a:lstStyle>
            <a:lvl1pPr marL="0" indent="0">
              <a:buNone/>
              <a:defRPr sz="2400">
                <a:solidFill>
                  <a:schemeClr val="tx1"/>
                </a:solidFill>
                <a:latin typeface="Book Antiqua" panose="02040602050305030304" pitchFamily="18"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xmlns="" id="{49631775-49F7-4A48-B7C0-D9C11BD8F36E}"/>
              </a:ext>
            </a:extLst>
          </p:cNvPr>
          <p:cNvSpPr>
            <a:spLocks noGrp="1"/>
          </p:cNvSpPr>
          <p:nvPr>
            <p:ph type="dt" sz="half" idx="10"/>
          </p:nvPr>
        </p:nvSpPr>
        <p:spPr/>
        <p:txBody>
          <a:bodyPr/>
          <a:lstStyle/>
          <a:p>
            <a:fld id="{E45AECDF-4D51-4BE2-A52E-75061839962F}" type="datetimeFigureOut">
              <a:rPr lang="en-US" smtClean="0"/>
              <a:t>9/5/2023</a:t>
            </a:fld>
            <a:endParaRPr lang="en-US"/>
          </a:p>
        </p:txBody>
      </p:sp>
      <p:sp>
        <p:nvSpPr>
          <p:cNvPr id="5" name="Footer Placeholder 4">
            <a:extLst>
              <a:ext uri="{FF2B5EF4-FFF2-40B4-BE49-F238E27FC236}">
                <a16:creationId xmlns:a16="http://schemas.microsoft.com/office/drawing/2014/main" xmlns="" id="{9447C9EE-4580-41D5-B986-FDAE9A068E2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xmlns="" id="{FC141C14-7C63-4286-AD36-5C148DD01600}"/>
              </a:ext>
            </a:extLst>
          </p:cNvPr>
          <p:cNvSpPr>
            <a:spLocks noGrp="1"/>
          </p:cNvSpPr>
          <p:nvPr>
            <p:ph type="sldNum" sz="quarter" idx="12"/>
          </p:nvPr>
        </p:nvSpPr>
        <p:spPr/>
        <p:txBody>
          <a:bodyPr/>
          <a:lstStyle/>
          <a:p>
            <a:fld id="{C6D6110E-6F6A-430F-BA2C-264668399F0E}" type="slidenum">
              <a:rPr lang="en-US" smtClean="0"/>
              <a:t>‹#›</a:t>
            </a:fld>
            <a:endParaRPr lang="en-US"/>
          </a:p>
        </p:txBody>
      </p:sp>
    </p:spTree>
    <p:extLst>
      <p:ext uri="{BB962C8B-B14F-4D97-AF65-F5344CB8AC3E}">
        <p14:creationId xmlns:p14="http://schemas.microsoft.com/office/powerpoint/2010/main" val="96163258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88897A15-60D4-4D51-8523-72BD3AF8B631}"/>
              </a:ext>
            </a:extLst>
          </p:cNvPr>
          <p:cNvSpPr>
            <a:spLocks noGrp="1"/>
          </p:cNvSpPr>
          <p:nvPr>
            <p:ph type="title"/>
          </p:nvPr>
        </p:nvSpPr>
        <p:spPr>
          <a:xfrm>
            <a:off x="838200" y="365125"/>
            <a:ext cx="10515600" cy="854075"/>
          </a:xfrm>
        </p:spPr>
        <p:txBody>
          <a:bodyPr>
            <a:normAutofit/>
          </a:bodyPr>
          <a:lstStyle>
            <a:lvl1pPr>
              <a:defRPr sz="3600">
                <a:latin typeface="Bookman Old Style" panose="02050604050505020204" pitchFamily="18" charset="0"/>
              </a:defRPr>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xmlns="" id="{29B8C380-48F3-4C56-AD06-EB8A6D2663D5}"/>
              </a:ext>
            </a:extLst>
          </p:cNvPr>
          <p:cNvSpPr>
            <a:spLocks noGrp="1"/>
          </p:cNvSpPr>
          <p:nvPr>
            <p:ph sz="half" idx="1"/>
          </p:nvPr>
        </p:nvSpPr>
        <p:spPr>
          <a:xfrm>
            <a:off x="838200" y="1524000"/>
            <a:ext cx="5181600" cy="4652963"/>
          </a:xfrm>
        </p:spPr>
        <p:txBody>
          <a:bodyPr/>
          <a:lstStyle>
            <a:lvl1pPr>
              <a:defRPr sz="2400">
                <a:latin typeface="Book Antiqua" panose="02040602050305030304" pitchFamily="18" charset="0"/>
              </a:defRPr>
            </a:lvl1pPr>
            <a:lvl2pPr>
              <a:defRPr>
                <a:latin typeface="Book Antiqua" panose="02040602050305030304" pitchFamily="18" charset="0"/>
              </a:defRPr>
            </a:lvl2pPr>
            <a:lvl3pPr>
              <a:defRPr sz="1800"/>
            </a:lvl3pPr>
            <a:lvl4pPr>
              <a:defRPr sz="1800"/>
            </a:lvl4pPr>
            <a:lvl5pPr>
              <a:defRPr sz="1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a:extLst>
              <a:ext uri="{FF2B5EF4-FFF2-40B4-BE49-F238E27FC236}">
                <a16:creationId xmlns:a16="http://schemas.microsoft.com/office/drawing/2014/main" xmlns="" id="{417E5B96-8801-48EC-8518-84940648E4B1}"/>
              </a:ext>
            </a:extLst>
          </p:cNvPr>
          <p:cNvSpPr>
            <a:spLocks noGrp="1"/>
          </p:cNvSpPr>
          <p:nvPr>
            <p:ph sz="half" idx="2"/>
          </p:nvPr>
        </p:nvSpPr>
        <p:spPr>
          <a:xfrm>
            <a:off x="6172200" y="1524000"/>
            <a:ext cx="5181600" cy="4652963"/>
          </a:xfrm>
        </p:spPr>
        <p:txBody>
          <a:bodyPr/>
          <a:lstStyle>
            <a:lvl1pPr>
              <a:defRPr sz="2400">
                <a:latin typeface="Book Antiqua" panose="02040602050305030304" pitchFamily="18" charset="0"/>
              </a:defRPr>
            </a:lvl1pPr>
            <a:lvl2pPr>
              <a:defRPr sz="2000">
                <a:latin typeface="Book Antiqua" panose="02040602050305030304" pitchFamily="18" charset="0"/>
              </a:defRPr>
            </a:lvl2pPr>
            <a:lvl3pPr>
              <a:defRPr sz="1800"/>
            </a:lvl3pPr>
            <a:lvl4pPr>
              <a:defRPr sz="1800"/>
            </a:lvl4pPr>
            <a:lvl5pPr>
              <a:defRPr sz="1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a:extLst>
              <a:ext uri="{FF2B5EF4-FFF2-40B4-BE49-F238E27FC236}">
                <a16:creationId xmlns:a16="http://schemas.microsoft.com/office/drawing/2014/main" xmlns="" id="{051C1791-8B8D-451F-B33E-480EB0964ED6}"/>
              </a:ext>
            </a:extLst>
          </p:cNvPr>
          <p:cNvSpPr>
            <a:spLocks noGrp="1"/>
          </p:cNvSpPr>
          <p:nvPr>
            <p:ph type="dt" sz="half" idx="10"/>
          </p:nvPr>
        </p:nvSpPr>
        <p:spPr/>
        <p:txBody>
          <a:bodyPr/>
          <a:lstStyle/>
          <a:p>
            <a:fld id="{E45AECDF-4D51-4BE2-A52E-75061839962F}" type="datetimeFigureOut">
              <a:rPr lang="en-US" smtClean="0"/>
              <a:t>9/5/2023</a:t>
            </a:fld>
            <a:endParaRPr lang="en-US"/>
          </a:p>
        </p:txBody>
      </p:sp>
      <p:sp>
        <p:nvSpPr>
          <p:cNvPr id="6" name="Footer Placeholder 5">
            <a:extLst>
              <a:ext uri="{FF2B5EF4-FFF2-40B4-BE49-F238E27FC236}">
                <a16:creationId xmlns:a16="http://schemas.microsoft.com/office/drawing/2014/main" xmlns="" id="{CB850D6A-1B8C-41EC-8155-C991E24F4A6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xmlns="" id="{D34E6DD7-BAF3-4453-8ADD-14B605AB97BD}"/>
              </a:ext>
            </a:extLst>
          </p:cNvPr>
          <p:cNvSpPr>
            <a:spLocks noGrp="1"/>
          </p:cNvSpPr>
          <p:nvPr>
            <p:ph type="sldNum" sz="quarter" idx="12"/>
          </p:nvPr>
        </p:nvSpPr>
        <p:spPr/>
        <p:txBody>
          <a:bodyPr/>
          <a:lstStyle/>
          <a:p>
            <a:fld id="{C6D6110E-6F6A-430F-BA2C-264668399F0E}" type="slidenum">
              <a:rPr lang="en-US" smtClean="0"/>
              <a:t>‹#›</a:t>
            </a:fld>
            <a:endParaRPr lang="en-US"/>
          </a:p>
        </p:txBody>
      </p:sp>
    </p:spTree>
    <p:extLst>
      <p:ext uri="{BB962C8B-B14F-4D97-AF65-F5344CB8AC3E}">
        <p14:creationId xmlns:p14="http://schemas.microsoft.com/office/powerpoint/2010/main" val="299416846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A87AA53F-EFA9-4935-9BA6-ACD23B63F8C9}"/>
              </a:ext>
            </a:extLst>
          </p:cNvPr>
          <p:cNvSpPr>
            <a:spLocks noGrp="1"/>
          </p:cNvSpPr>
          <p:nvPr>
            <p:ph type="title"/>
          </p:nvPr>
        </p:nvSpPr>
        <p:spPr>
          <a:xfrm>
            <a:off x="838200" y="365125"/>
            <a:ext cx="10515600" cy="854075"/>
          </a:xfrm>
        </p:spPr>
        <p:txBody>
          <a:bodyPr>
            <a:normAutofit/>
          </a:bodyPr>
          <a:lstStyle>
            <a:lvl1pPr>
              <a:defRPr sz="3600">
                <a:latin typeface="Bookman Old Style" panose="02050604050505020204" pitchFamily="18" charset="0"/>
              </a:defRPr>
            </a:lvl1pPr>
          </a:lstStyle>
          <a:p>
            <a:r>
              <a:rPr lang="en-US"/>
              <a:t>Click to edit Master title style</a:t>
            </a:r>
            <a:endParaRPr lang="en-US" dirty="0"/>
          </a:p>
        </p:txBody>
      </p:sp>
      <p:sp>
        <p:nvSpPr>
          <p:cNvPr id="3" name="Date Placeholder 2">
            <a:extLst>
              <a:ext uri="{FF2B5EF4-FFF2-40B4-BE49-F238E27FC236}">
                <a16:creationId xmlns:a16="http://schemas.microsoft.com/office/drawing/2014/main" xmlns="" id="{65DD2FFD-3B85-4820-9A85-46D1063768EA}"/>
              </a:ext>
            </a:extLst>
          </p:cNvPr>
          <p:cNvSpPr>
            <a:spLocks noGrp="1"/>
          </p:cNvSpPr>
          <p:nvPr>
            <p:ph type="dt" sz="half" idx="10"/>
          </p:nvPr>
        </p:nvSpPr>
        <p:spPr/>
        <p:txBody>
          <a:bodyPr/>
          <a:lstStyle/>
          <a:p>
            <a:fld id="{E45AECDF-4D51-4BE2-A52E-75061839962F}" type="datetimeFigureOut">
              <a:rPr lang="en-US" smtClean="0"/>
              <a:t>9/5/2023</a:t>
            </a:fld>
            <a:endParaRPr lang="en-US"/>
          </a:p>
        </p:txBody>
      </p:sp>
      <p:sp>
        <p:nvSpPr>
          <p:cNvPr id="4" name="Footer Placeholder 3">
            <a:extLst>
              <a:ext uri="{FF2B5EF4-FFF2-40B4-BE49-F238E27FC236}">
                <a16:creationId xmlns:a16="http://schemas.microsoft.com/office/drawing/2014/main" xmlns="" id="{40843DD0-9099-4073-9F4D-FA7CE1F1E54F}"/>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xmlns="" id="{6EAF83C7-3C4A-4E06-A6EC-CCE99DC6B719}"/>
              </a:ext>
            </a:extLst>
          </p:cNvPr>
          <p:cNvSpPr>
            <a:spLocks noGrp="1"/>
          </p:cNvSpPr>
          <p:nvPr>
            <p:ph type="sldNum" sz="quarter" idx="12"/>
          </p:nvPr>
        </p:nvSpPr>
        <p:spPr/>
        <p:txBody>
          <a:bodyPr/>
          <a:lstStyle/>
          <a:p>
            <a:fld id="{C6D6110E-6F6A-430F-BA2C-264668399F0E}" type="slidenum">
              <a:rPr lang="en-US" smtClean="0"/>
              <a:t>‹#›</a:t>
            </a:fld>
            <a:endParaRPr lang="en-US"/>
          </a:p>
        </p:txBody>
      </p:sp>
    </p:spTree>
    <p:extLst>
      <p:ext uri="{BB962C8B-B14F-4D97-AF65-F5344CB8AC3E}">
        <p14:creationId xmlns:p14="http://schemas.microsoft.com/office/powerpoint/2010/main" val="276961828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xmlns="" id="{C0655C52-F4AE-48FF-B7ED-E59B9B30B770}"/>
              </a:ext>
            </a:extLst>
          </p:cNvPr>
          <p:cNvSpPr>
            <a:spLocks noGrp="1"/>
          </p:cNvSpPr>
          <p:nvPr>
            <p:ph type="dt" sz="half" idx="10"/>
          </p:nvPr>
        </p:nvSpPr>
        <p:spPr/>
        <p:txBody>
          <a:bodyPr/>
          <a:lstStyle/>
          <a:p>
            <a:fld id="{E45AECDF-4D51-4BE2-A52E-75061839962F}" type="datetimeFigureOut">
              <a:rPr lang="en-US" smtClean="0"/>
              <a:t>9/5/2023</a:t>
            </a:fld>
            <a:endParaRPr lang="en-US"/>
          </a:p>
        </p:txBody>
      </p:sp>
      <p:sp>
        <p:nvSpPr>
          <p:cNvPr id="3" name="Footer Placeholder 2">
            <a:extLst>
              <a:ext uri="{FF2B5EF4-FFF2-40B4-BE49-F238E27FC236}">
                <a16:creationId xmlns:a16="http://schemas.microsoft.com/office/drawing/2014/main" xmlns="" id="{1170CF46-11FE-48D1-B8B9-CAECA0EDD1EC}"/>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xmlns="" id="{1AC6CEEA-32CF-4EDC-B2A9-66DF66C74869}"/>
              </a:ext>
            </a:extLst>
          </p:cNvPr>
          <p:cNvSpPr>
            <a:spLocks noGrp="1"/>
          </p:cNvSpPr>
          <p:nvPr>
            <p:ph type="sldNum" sz="quarter" idx="12"/>
          </p:nvPr>
        </p:nvSpPr>
        <p:spPr/>
        <p:txBody>
          <a:bodyPr/>
          <a:lstStyle/>
          <a:p>
            <a:fld id="{C6D6110E-6F6A-430F-BA2C-264668399F0E}" type="slidenum">
              <a:rPr lang="en-US" smtClean="0"/>
              <a:t>‹#›</a:t>
            </a:fld>
            <a:endParaRPr lang="en-US"/>
          </a:p>
        </p:txBody>
      </p:sp>
    </p:spTree>
    <p:extLst>
      <p:ext uri="{BB962C8B-B14F-4D97-AF65-F5344CB8AC3E}">
        <p14:creationId xmlns:p14="http://schemas.microsoft.com/office/powerpoint/2010/main" val="304478692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BC6B7B79-C372-4208-9243-122D500E17BD}"/>
              </a:ext>
            </a:extLst>
          </p:cNvPr>
          <p:cNvSpPr>
            <a:spLocks noGrp="1"/>
          </p:cNvSpPr>
          <p:nvPr>
            <p:ph type="title"/>
          </p:nvPr>
        </p:nvSpPr>
        <p:spPr>
          <a:xfrm>
            <a:off x="839788" y="457200"/>
            <a:ext cx="3932237" cy="1600200"/>
          </a:xfrm>
        </p:spPr>
        <p:txBody>
          <a:bodyPr anchor="b"/>
          <a:lstStyle>
            <a:lvl1pPr>
              <a:defRPr sz="3200">
                <a:latin typeface="Bookman Old Style" panose="02050604050505020204" pitchFamily="18" charset="0"/>
              </a:defRPr>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xmlns="" id="{116D3DEE-3AA0-40D2-B769-CFE4018E1A9A}"/>
              </a:ext>
            </a:extLst>
          </p:cNvPr>
          <p:cNvSpPr>
            <a:spLocks noGrp="1"/>
          </p:cNvSpPr>
          <p:nvPr>
            <p:ph idx="1"/>
          </p:nvPr>
        </p:nvSpPr>
        <p:spPr>
          <a:xfrm>
            <a:off x="5183188" y="987425"/>
            <a:ext cx="6172200" cy="4873625"/>
          </a:xfrm>
        </p:spPr>
        <p:txBody>
          <a:bodyPr/>
          <a:lstStyle>
            <a:lvl1pPr>
              <a:defRPr sz="2400">
                <a:latin typeface="Book Antiqua" panose="02040602050305030304" pitchFamily="18" charset="0"/>
              </a:defRPr>
            </a:lvl1pPr>
            <a:lvl2pPr>
              <a:defRPr sz="2000">
                <a:latin typeface="Book Antiqua" panose="02040602050305030304" pitchFamily="18" charset="0"/>
              </a:defRPr>
            </a:lvl2pPr>
            <a:lvl3pPr>
              <a:defRPr sz="1800">
                <a:latin typeface="Book Antiqua" panose="02040602050305030304" pitchFamily="18" charset="0"/>
              </a:defRPr>
            </a:lvl3pPr>
            <a:lvl4pPr>
              <a:defRPr sz="1800">
                <a:latin typeface="Book Antiqua" panose="02040602050305030304" pitchFamily="18" charset="0"/>
              </a:defRPr>
            </a:lvl4pPr>
            <a:lvl5pPr>
              <a:defRPr sz="1800">
                <a:latin typeface="Book Antiqua" panose="02040602050305030304" pitchFamily="18" charset="0"/>
              </a:defRPr>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a:extLst>
              <a:ext uri="{FF2B5EF4-FFF2-40B4-BE49-F238E27FC236}">
                <a16:creationId xmlns:a16="http://schemas.microsoft.com/office/drawing/2014/main" xmlns="" id="{C69934A8-77AF-408B-B458-B54836913E45}"/>
              </a:ext>
            </a:extLst>
          </p:cNvPr>
          <p:cNvSpPr>
            <a:spLocks noGrp="1"/>
          </p:cNvSpPr>
          <p:nvPr>
            <p:ph type="body" sz="half" idx="2"/>
          </p:nvPr>
        </p:nvSpPr>
        <p:spPr>
          <a:xfrm>
            <a:off x="839788" y="2057400"/>
            <a:ext cx="3932237" cy="3811588"/>
          </a:xfrm>
        </p:spPr>
        <p:txBody>
          <a:bodyPr/>
          <a:lstStyle>
            <a:lvl1pPr marL="0" indent="0">
              <a:buNone/>
              <a:defRPr sz="1600">
                <a:latin typeface="Book Antiqua" panose="02040602050305030304" pitchFamily="18" charset="0"/>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xmlns="" id="{44DBEAF5-DB43-4606-9EAD-D4DFF04E9AD0}"/>
              </a:ext>
            </a:extLst>
          </p:cNvPr>
          <p:cNvSpPr>
            <a:spLocks noGrp="1"/>
          </p:cNvSpPr>
          <p:nvPr>
            <p:ph type="dt" sz="half" idx="10"/>
          </p:nvPr>
        </p:nvSpPr>
        <p:spPr/>
        <p:txBody>
          <a:bodyPr/>
          <a:lstStyle/>
          <a:p>
            <a:fld id="{E45AECDF-4D51-4BE2-A52E-75061839962F}" type="datetimeFigureOut">
              <a:rPr lang="en-US" smtClean="0"/>
              <a:t>9/5/2023</a:t>
            </a:fld>
            <a:endParaRPr lang="en-US"/>
          </a:p>
        </p:txBody>
      </p:sp>
      <p:sp>
        <p:nvSpPr>
          <p:cNvPr id="6" name="Footer Placeholder 5">
            <a:extLst>
              <a:ext uri="{FF2B5EF4-FFF2-40B4-BE49-F238E27FC236}">
                <a16:creationId xmlns:a16="http://schemas.microsoft.com/office/drawing/2014/main" xmlns="" id="{2F9FE0FD-4B71-401F-8A4E-A66DEE7296B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xmlns="" id="{2F7D4E9A-31D9-4729-B33A-373227767EBE}"/>
              </a:ext>
            </a:extLst>
          </p:cNvPr>
          <p:cNvSpPr>
            <a:spLocks noGrp="1"/>
          </p:cNvSpPr>
          <p:nvPr>
            <p:ph type="sldNum" sz="quarter" idx="12"/>
          </p:nvPr>
        </p:nvSpPr>
        <p:spPr/>
        <p:txBody>
          <a:bodyPr/>
          <a:lstStyle/>
          <a:p>
            <a:fld id="{C6D6110E-6F6A-430F-BA2C-264668399F0E}" type="slidenum">
              <a:rPr lang="en-US" smtClean="0"/>
              <a:t>‹#›</a:t>
            </a:fld>
            <a:endParaRPr lang="en-US"/>
          </a:p>
        </p:txBody>
      </p:sp>
    </p:spTree>
    <p:extLst>
      <p:ext uri="{BB962C8B-B14F-4D97-AF65-F5344CB8AC3E}">
        <p14:creationId xmlns:p14="http://schemas.microsoft.com/office/powerpoint/2010/main" val="93602727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2FD6BC55-C3D8-407B-834B-CECFFB5DE733}"/>
              </a:ext>
            </a:extLst>
          </p:cNvPr>
          <p:cNvSpPr>
            <a:spLocks noGrp="1"/>
          </p:cNvSpPr>
          <p:nvPr>
            <p:ph type="title"/>
          </p:nvPr>
        </p:nvSpPr>
        <p:spPr>
          <a:xfrm>
            <a:off x="839788" y="457200"/>
            <a:ext cx="3932237" cy="1600200"/>
          </a:xfrm>
        </p:spPr>
        <p:txBody>
          <a:bodyPr anchor="b">
            <a:normAutofit/>
          </a:bodyPr>
          <a:lstStyle>
            <a:lvl1pPr>
              <a:defRPr sz="2800">
                <a:latin typeface="Bookman Old Style" panose="02050604050505020204" pitchFamily="18" charset="0"/>
              </a:defRPr>
            </a:lvl1pPr>
          </a:lstStyle>
          <a:p>
            <a:r>
              <a:rPr lang="en-US"/>
              <a:t>Click to edit Master title style</a:t>
            </a:r>
            <a:endParaRPr lang="en-US" dirty="0"/>
          </a:p>
        </p:txBody>
      </p:sp>
      <p:sp>
        <p:nvSpPr>
          <p:cNvPr id="3" name="Picture Placeholder 2">
            <a:extLst>
              <a:ext uri="{FF2B5EF4-FFF2-40B4-BE49-F238E27FC236}">
                <a16:creationId xmlns:a16="http://schemas.microsoft.com/office/drawing/2014/main" xmlns="" id="{04226BAC-83CF-4F24-B598-08F19EA616D8}"/>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a:extLst>
              <a:ext uri="{FF2B5EF4-FFF2-40B4-BE49-F238E27FC236}">
                <a16:creationId xmlns:a16="http://schemas.microsoft.com/office/drawing/2014/main" xmlns="" id="{BB4D9986-C85E-462F-86EC-A99E04E0C84C}"/>
              </a:ext>
            </a:extLst>
          </p:cNvPr>
          <p:cNvSpPr>
            <a:spLocks noGrp="1"/>
          </p:cNvSpPr>
          <p:nvPr>
            <p:ph type="body" sz="half" idx="2"/>
          </p:nvPr>
        </p:nvSpPr>
        <p:spPr>
          <a:xfrm>
            <a:off x="839788" y="2057400"/>
            <a:ext cx="3932237" cy="3811588"/>
          </a:xfrm>
        </p:spPr>
        <p:txBody>
          <a:bodyPr/>
          <a:lstStyle>
            <a:lvl1pPr marL="0" indent="0">
              <a:buNone/>
              <a:defRPr sz="1600">
                <a:latin typeface="Book Antiqua" panose="02040602050305030304" pitchFamily="18" charset="0"/>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xmlns="" id="{341FD837-8440-405F-8CDC-D907FDE06860}"/>
              </a:ext>
            </a:extLst>
          </p:cNvPr>
          <p:cNvSpPr>
            <a:spLocks noGrp="1"/>
          </p:cNvSpPr>
          <p:nvPr>
            <p:ph type="dt" sz="half" idx="10"/>
          </p:nvPr>
        </p:nvSpPr>
        <p:spPr/>
        <p:txBody>
          <a:bodyPr/>
          <a:lstStyle/>
          <a:p>
            <a:fld id="{E45AECDF-4D51-4BE2-A52E-75061839962F}" type="datetimeFigureOut">
              <a:rPr lang="en-US" smtClean="0"/>
              <a:t>9/5/2023</a:t>
            </a:fld>
            <a:endParaRPr lang="en-US"/>
          </a:p>
        </p:txBody>
      </p:sp>
      <p:sp>
        <p:nvSpPr>
          <p:cNvPr id="6" name="Footer Placeholder 5">
            <a:extLst>
              <a:ext uri="{FF2B5EF4-FFF2-40B4-BE49-F238E27FC236}">
                <a16:creationId xmlns:a16="http://schemas.microsoft.com/office/drawing/2014/main" xmlns="" id="{BB8B99F4-866C-4C1F-8FDA-F5B6DE8A726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xmlns="" id="{30B63BB6-94D8-4898-AC43-C5544E5D6E32}"/>
              </a:ext>
            </a:extLst>
          </p:cNvPr>
          <p:cNvSpPr>
            <a:spLocks noGrp="1"/>
          </p:cNvSpPr>
          <p:nvPr>
            <p:ph type="sldNum" sz="quarter" idx="12"/>
          </p:nvPr>
        </p:nvSpPr>
        <p:spPr/>
        <p:txBody>
          <a:bodyPr/>
          <a:lstStyle/>
          <a:p>
            <a:fld id="{C6D6110E-6F6A-430F-BA2C-264668399F0E}" type="slidenum">
              <a:rPr lang="en-US" smtClean="0"/>
              <a:t>‹#›</a:t>
            </a:fld>
            <a:endParaRPr lang="en-US"/>
          </a:p>
        </p:txBody>
      </p:sp>
    </p:spTree>
    <p:extLst>
      <p:ext uri="{BB962C8B-B14F-4D97-AF65-F5344CB8AC3E}">
        <p14:creationId xmlns:p14="http://schemas.microsoft.com/office/powerpoint/2010/main" val="177655739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userDrawn="1">
  <p:cSld name="Custom Layout">
    <p:spTree>
      <p:nvGrpSpPr>
        <p:cNvPr id="1" name=""/>
        <p:cNvGrpSpPr/>
        <p:nvPr/>
      </p:nvGrpSpPr>
      <p:grpSpPr>
        <a:xfrm>
          <a:off x="0" y="0"/>
          <a:ext cx="0" cy="0"/>
          <a:chOff x="0" y="0"/>
          <a:chExt cx="0" cy="0"/>
        </a:xfrm>
      </p:grpSpPr>
      <p:sp>
        <p:nvSpPr>
          <p:cNvPr id="9" name="Rectangle 7">
            <a:extLst>
              <a:ext uri="{FF2B5EF4-FFF2-40B4-BE49-F238E27FC236}">
                <a16:creationId xmlns:a16="http://schemas.microsoft.com/office/drawing/2014/main" xmlns="" id="{058A4960-2CF9-4F7B-B4C7-6C13F4FEF05D}"/>
              </a:ext>
            </a:extLst>
          </p:cNvPr>
          <p:cNvSpPr>
            <a:spLocks noChangeArrowheads="1"/>
          </p:cNvSpPr>
          <p:nvPr userDrawn="1"/>
        </p:nvSpPr>
        <p:spPr bwMode="auto">
          <a:xfrm>
            <a:off x="6501271" y="2133600"/>
            <a:ext cx="5538329" cy="3031720"/>
          </a:xfrm>
          <a:prstGeom prst="rect">
            <a:avLst/>
          </a:prstGeom>
          <a:solidFill>
            <a:srgbClr val="353636"/>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72567" tIns="36284" rIns="72567" bIns="36284" numCol="1" anchor="t" anchorCtr="0" compatLnSpc="1">
            <a:prstTxWarp prst="textNoShape">
              <a:avLst/>
            </a:prstTxWarp>
          </a:bodyPr>
          <a:lstStyle/>
          <a:p>
            <a:endParaRPr lang="zh-CN" altLang="en-US" sz="1428"/>
          </a:p>
        </p:txBody>
      </p:sp>
      <p:sp>
        <p:nvSpPr>
          <p:cNvPr id="7" name="Freeform 8">
            <a:extLst>
              <a:ext uri="{FF2B5EF4-FFF2-40B4-BE49-F238E27FC236}">
                <a16:creationId xmlns:a16="http://schemas.microsoft.com/office/drawing/2014/main" xmlns="" id="{C0E71FB0-7939-4DDF-A383-231D84E07241}"/>
              </a:ext>
            </a:extLst>
          </p:cNvPr>
          <p:cNvSpPr>
            <a:spLocks/>
          </p:cNvSpPr>
          <p:nvPr userDrawn="1"/>
        </p:nvSpPr>
        <p:spPr bwMode="auto">
          <a:xfrm>
            <a:off x="136585" y="2152291"/>
            <a:ext cx="6694046" cy="3031721"/>
          </a:xfrm>
          <a:custGeom>
            <a:avLst/>
            <a:gdLst>
              <a:gd name="T0" fmla="*/ 4054 w 4054"/>
              <a:gd name="T1" fmla="*/ 804 h 1623"/>
              <a:gd name="T2" fmla="*/ 3860 w 4054"/>
              <a:gd name="T3" fmla="*/ 631 h 1623"/>
              <a:gd name="T4" fmla="*/ 3860 w 4054"/>
              <a:gd name="T5" fmla="*/ 0 h 1623"/>
              <a:gd name="T6" fmla="*/ 0 w 4054"/>
              <a:gd name="T7" fmla="*/ 0 h 1623"/>
              <a:gd name="T8" fmla="*/ 0 w 4054"/>
              <a:gd name="T9" fmla="*/ 1623 h 1623"/>
              <a:gd name="T10" fmla="*/ 3860 w 4054"/>
              <a:gd name="T11" fmla="*/ 1623 h 1623"/>
              <a:gd name="T12" fmla="*/ 3860 w 4054"/>
              <a:gd name="T13" fmla="*/ 976 h 1623"/>
              <a:gd name="T14" fmla="*/ 4054 w 4054"/>
              <a:gd name="T15" fmla="*/ 804 h 1623"/>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054" h="1623">
                <a:moveTo>
                  <a:pt x="4054" y="804"/>
                </a:moveTo>
                <a:lnTo>
                  <a:pt x="3860" y="631"/>
                </a:lnTo>
                <a:lnTo>
                  <a:pt x="3860" y="0"/>
                </a:lnTo>
                <a:lnTo>
                  <a:pt x="0" y="0"/>
                </a:lnTo>
                <a:lnTo>
                  <a:pt x="0" y="1623"/>
                </a:lnTo>
                <a:lnTo>
                  <a:pt x="3860" y="1623"/>
                </a:lnTo>
                <a:lnTo>
                  <a:pt x="3860" y="976"/>
                </a:lnTo>
                <a:lnTo>
                  <a:pt x="4054" y="804"/>
                </a:lnTo>
                <a:close/>
              </a:path>
            </a:pathLst>
          </a:custGeom>
          <a:gradFill>
            <a:gsLst>
              <a:gs pos="0">
                <a:srgbClr val="FFFF00">
                  <a:alpha val="30000"/>
                </a:srgbClr>
              </a:gs>
              <a:gs pos="50000">
                <a:srgbClr val="FFFF00">
                  <a:alpha val="52000"/>
                </a:srgbClr>
              </a:gs>
              <a:gs pos="100000">
                <a:schemeClr val="accent1">
                  <a:tint val="23500"/>
                  <a:satMod val="160000"/>
                </a:schemeClr>
              </a:gs>
            </a:gsLst>
            <a:lin ang="5400000" scaled="0"/>
          </a:gra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72567" tIns="36284" rIns="72567" bIns="36284" numCol="1" anchor="t" anchorCtr="0" compatLnSpc="1">
            <a:prstTxWarp prst="textNoShape">
              <a:avLst/>
            </a:prstTxWarp>
          </a:bodyPr>
          <a:lstStyle/>
          <a:p>
            <a:endParaRPr lang="zh-CN" altLang="en-US" sz="1428" dirty="0"/>
          </a:p>
        </p:txBody>
      </p:sp>
      <p:pic>
        <p:nvPicPr>
          <p:cNvPr id="6" name="Picture 5" descr="A picture containing object&#10;&#10;Description automatically generated">
            <a:extLst>
              <a:ext uri="{FF2B5EF4-FFF2-40B4-BE49-F238E27FC236}">
                <a16:creationId xmlns:a16="http://schemas.microsoft.com/office/drawing/2014/main" xmlns="" id="{EE829E3D-5DC5-4C91-B8B5-3B7110E1DE9F}"/>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944046" y="1438"/>
            <a:ext cx="7665790" cy="1827362"/>
          </a:xfrm>
          <a:prstGeom prst="rect">
            <a:avLst/>
          </a:prstGeom>
        </p:spPr>
      </p:pic>
      <p:sp>
        <p:nvSpPr>
          <p:cNvPr id="3" name="Text Placeholder 2">
            <a:extLst>
              <a:ext uri="{FF2B5EF4-FFF2-40B4-BE49-F238E27FC236}">
                <a16:creationId xmlns:a16="http://schemas.microsoft.com/office/drawing/2014/main" xmlns="" id="{DEF0205C-9ED4-4F7F-9D8A-6727FF2865C7}"/>
              </a:ext>
            </a:extLst>
          </p:cNvPr>
          <p:cNvSpPr>
            <a:spLocks noGrp="1"/>
          </p:cNvSpPr>
          <p:nvPr>
            <p:ph type="body" sz="quarter" idx="10"/>
          </p:nvPr>
        </p:nvSpPr>
        <p:spPr>
          <a:xfrm>
            <a:off x="914400" y="2971800"/>
            <a:ext cx="4776330" cy="685800"/>
          </a:xfrm>
        </p:spPr>
        <p:txBody>
          <a:bodyPr/>
          <a:lstStyle>
            <a:lvl1pPr>
              <a:defRPr>
                <a:latin typeface="Bookman Old Style" panose="02050604050505020204" pitchFamily="18" charset="0"/>
              </a:defRPr>
            </a:lvl1pPr>
          </a:lstStyle>
          <a:p>
            <a:pPr lvl="0"/>
            <a:r>
              <a:rPr lang="en-US"/>
              <a:t>Click to edit Master text styles</a:t>
            </a:r>
          </a:p>
        </p:txBody>
      </p:sp>
      <p:sp>
        <p:nvSpPr>
          <p:cNvPr id="5" name="Text Placeholder 4">
            <a:extLst>
              <a:ext uri="{FF2B5EF4-FFF2-40B4-BE49-F238E27FC236}">
                <a16:creationId xmlns:a16="http://schemas.microsoft.com/office/drawing/2014/main" xmlns="" id="{5DEB8F57-8DD4-44E9-AC18-A7A8C7131C9F}"/>
              </a:ext>
            </a:extLst>
          </p:cNvPr>
          <p:cNvSpPr>
            <a:spLocks noGrp="1"/>
          </p:cNvSpPr>
          <p:nvPr>
            <p:ph type="body" sz="quarter" idx="11"/>
          </p:nvPr>
        </p:nvSpPr>
        <p:spPr>
          <a:xfrm>
            <a:off x="7086600" y="2970663"/>
            <a:ext cx="4191000" cy="914400"/>
          </a:xfrm>
        </p:spPr>
        <p:txBody>
          <a:bodyPr>
            <a:normAutofit/>
          </a:bodyPr>
          <a:lstStyle>
            <a:lvl1pPr>
              <a:defRPr sz="2800">
                <a:solidFill>
                  <a:schemeClr val="bg1"/>
                </a:solidFill>
                <a:latin typeface="Bookman Old Style" panose="02050604050505020204" pitchFamily="18" charset="0"/>
              </a:defRPr>
            </a:lvl1pPr>
          </a:lstStyle>
          <a:p>
            <a:pPr lvl="0"/>
            <a:r>
              <a:rPr lang="en-US"/>
              <a:t>Click to edit Master text styles</a:t>
            </a:r>
          </a:p>
        </p:txBody>
      </p:sp>
    </p:spTree>
    <p:extLst>
      <p:ext uri="{BB962C8B-B14F-4D97-AF65-F5344CB8AC3E}">
        <p14:creationId xmlns:p14="http://schemas.microsoft.com/office/powerpoint/2010/main" val="26753874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with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wipe(left)">
                                      <p:cBhvr>
                                        <p:cTn id="7" dur="500"/>
                                        <p:tgtEl>
                                          <p:spTgt spid="7"/>
                                        </p:tgtEl>
                                      </p:cBhvr>
                                    </p:animEffect>
                                  </p:childTnLst>
                                </p:cTn>
                              </p:par>
                              <p:par>
                                <p:cTn id="8" presetID="22" presetClass="entr" presetSubtype="2" fill="hold" grpId="0" nodeType="withEffect">
                                  <p:stCondLst>
                                    <p:cond delay="200"/>
                                  </p:stCondLst>
                                  <p:childTnLst>
                                    <p:set>
                                      <p:cBhvr>
                                        <p:cTn id="9" dur="1" fill="hold">
                                          <p:stCondLst>
                                            <p:cond delay="0"/>
                                          </p:stCondLst>
                                        </p:cTn>
                                        <p:tgtEl>
                                          <p:spTgt spid="9"/>
                                        </p:tgtEl>
                                        <p:attrNameLst>
                                          <p:attrName>style.visibility</p:attrName>
                                        </p:attrNameLst>
                                      </p:cBhvr>
                                      <p:to>
                                        <p:strVal val="visible"/>
                                      </p:to>
                                    </p:set>
                                    <p:animEffect transition="in" filter="wipe(right)">
                                      <p:cBhvr>
                                        <p:cTn id="10"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7" grpId="0" animBg="1"/>
    </p:bldLst>
  </p:timing>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image" Target="../media/image2.PN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image" Target="../media/image1.JPG"/><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1">
            <a:lum/>
          </a:blip>
          <a:srcRect/>
          <a:stretch>
            <a:fillRect l="-1000" t="-4000" r="-2000" b="-3000"/>
          </a:stretch>
        </a:blip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xmlns="" id="{1D8D7EAF-242D-4B80-9DDE-E75E2110C57D}"/>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xmlns="" id="{CB71D8C2-8A15-46F1-A685-6BDE75347A50}"/>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xmlns="" id="{203E8A7B-EC95-43F8-8F85-BA5FC1C3061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45AECDF-4D51-4BE2-A52E-75061839962F}" type="datetimeFigureOut">
              <a:rPr lang="en-US" smtClean="0"/>
              <a:t>9/5/2023</a:t>
            </a:fld>
            <a:endParaRPr lang="en-US"/>
          </a:p>
        </p:txBody>
      </p:sp>
      <p:sp>
        <p:nvSpPr>
          <p:cNvPr id="5" name="Footer Placeholder 4">
            <a:extLst>
              <a:ext uri="{FF2B5EF4-FFF2-40B4-BE49-F238E27FC236}">
                <a16:creationId xmlns:a16="http://schemas.microsoft.com/office/drawing/2014/main" xmlns="" id="{7A938BF8-A7D3-44B9-9393-07DE8B83694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xmlns="" id="{54D48635-2CA3-476A-A1E5-2809B06A1266}"/>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6D6110E-6F6A-430F-BA2C-264668399F0E}" type="slidenum">
              <a:rPr lang="en-US" smtClean="0"/>
              <a:t>‹#›</a:t>
            </a:fld>
            <a:endParaRPr lang="en-US"/>
          </a:p>
        </p:txBody>
      </p:sp>
      <p:pic>
        <p:nvPicPr>
          <p:cNvPr id="8" name="Picture 7" descr="A picture containing racket, holding, hitting, woman&#10;&#10;Description automatically generated">
            <a:extLst>
              <a:ext uri="{FF2B5EF4-FFF2-40B4-BE49-F238E27FC236}">
                <a16:creationId xmlns:a16="http://schemas.microsoft.com/office/drawing/2014/main" xmlns="" id="{1F5731C2-29BF-4169-8176-7D7E8F362DAA}"/>
              </a:ext>
            </a:extLst>
          </p:cNvPr>
          <p:cNvPicPr>
            <a:picLocks noChangeAspect="1"/>
          </p:cNvPicPr>
          <p:nvPr/>
        </p:nvPicPr>
        <p:blipFill>
          <a:blip r:embed="rId12">
            <a:extLst>
              <a:ext uri="{28A0092B-C50C-407E-A947-70E740481C1C}">
                <a14:useLocalDpi xmlns:a14="http://schemas.microsoft.com/office/drawing/2010/main" val="0"/>
              </a:ext>
            </a:extLst>
          </a:blip>
          <a:stretch>
            <a:fillRect/>
          </a:stretch>
        </p:blipFill>
        <p:spPr>
          <a:xfrm>
            <a:off x="-83297" y="0"/>
            <a:ext cx="12275297" cy="6811777"/>
          </a:xfrm>
          <a:prstGeom prst="rect">
            <a:avLst/>
          </a:prstGeom>
        </p:spPr>
      </p:pic>
    </p:spTree>
    <p:extLst>
      <p:ext uri="{BB962C8B-B14F-4D97-AF65-F5344CB8AC3E}">
        <p14:creationId xmlns:p14="http://schemas.microsoft.com/office/powerpoint/2010/main" val="244303194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4" r:id="rId5"/>
    <p:sldLayoutId id="2147483655" r:id="rId6"/>
    <p:sldLayoutId id="2147483656" r:id="rId7"/>
    <p:sldLayoutId id="2147483657" r:id="rId8"/>
    <p:sldLayoutId id="2147483658" r:id="rId9"/>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Layout" Target="../slideLayouts/slideLayout9.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hyperlink" Target="https://www.w3schools.com/css/tryit.asp?filename=trycss_boxmodel" TargetMode="Externa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3" Type="http://schemas.openxmlformats.org/officeDocument/2006/relationships/tags" Target="../tags/tag3.xml"/><Relationship Id="rId2" Type="http://schemas.openxmlformats.org/officeDocument/2006/relationships/tags" Target="../tags/tag2.xml"/><Relationship Id="rId1" Type="http://schemas.openxmlformats.org/officeDocument/2006/relationships/tags" Target="../tags/tag1.xml"/><Relationship Id="rId5" Type="http://schemas.openxmlformats.org/officeDocument/2006/relationships/notesSlide" Target="../notesSlides/notesSlide2.xml"/><Relationship Id="rId4"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tags" Target="../tags/tag6.xml"/><Relationship Id="rId2" Type="http://schemas.openxmlformats.org/officeDocument/2006/relationships/tags" Target="../tags/tag5.xml"/><Relationship Id="rId1" Type="http://schemas.openxmlformats.org/officeDocument/2006/relationships/tags" Target="../tags/tag4.xml"/><Relationship Id="rId6" Type="http://schemas.openxmlformats.org/officeDocument/2006/relationships/hyperlink" Target="https://www.w3schools.com/cssref/tryit.asp?filename=trycss_overflow" TargetMode="External"/><Relationship Id="rId5" Type="http://schemas.openxmlformats.org/officeDocument/2006/relationships/notesSlide" Target="../notesSlides/notesSlide4.xml"/><Relationship Id="rId4"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tags" Target="../tags/tag9.xml"/><Relationship Id="rId7" Type="http://schemas.openxmlformats.org/officeDocument/2006/relationships/image" Target="../media/image7.png"/><Relationship Id="rId2" Type="http://schemas.openxmlformats.org/officeDocument/2006/relationships/tags" Target="../tags/tag8.xml"/><Relationship Id="rId1" Type="http://schemas.openxmlformats.org/officeDocument/2006/relationships/tags" Target="../tags/tag7.xml"/><Relationship Id="rId6" Type="http://schemas.openxmlformats.org/officeDocument/2006/relationships/hyperlink" Target="https://www.w3schools.com/css/css_outline.asp" TargetMode="External"/><Relationship Id="rId5" Type="http://schemas.openxmlformats.org/officeDocument/2006/relationships/notesSlide" Target="../notesSlides/notesSlide5.xml"/><Relationship Id="rId4"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3" Type="http://schemas.openxmlformats.org/officeDocument/2006/relationships/tags" Target="../tags/tag12.xml"/><Relationship Id="rId7" Type="http://schemas.openxmlformats.org/officeDocument/2006/relationships/hyperlink" Target="https://www.w3schools.com/cssref/pr_class_display.asp" TargetMode="External"/><Relationship Id="rId2" Type="http://schemas.openxmlformats.org/officeDocument/2006/relationships/tags" Target="../tags/tag11.xml"/><Relationship Id="rId1" Type="http://schemas.openxmlformats.org/officeDocument/2006/relationships/tags" Target="../tags/tag10.xml"/><Relationship Id="rId6" Type="http://schemas.openxmlformats.org/officeDocument/2006/relationships/hyperlink" Target="https://www.w3schools.com/cssref/playit.asp?filename=playcss_display&amp;preval=inline" TargetMode="External"/><Relationship Id="rId5" Type="http://schemas.openxmlformats.org/officeDocument/2006/relationships/notesSlide" Target="../notesSlides/notesSlide6.xml"/><Relationship Id="rId4"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tags" Target="../tags/tag15.xml"/><Relationship Id="rId7" Type="http://schemas.openxmlformats.org/officeDocument/2006/relationships/image" Target="../media/image8.png"/><Relationship Id="rId2" Type="http://schemas.openxmlformats.org/officeDocument/2006/relationships/tags" Target="../tags/tag14.xml"/><Relationship Id="rId1" Type="http://schemas.openxmlformats.org/officeDocument/2006/relationships/tags" Target="../tags/tag13.xml"/><Relationship Id="rId6" Type="http://schemas.openxmlformats.org/officeDocument/2006/relationships/hyperlink" Target="https://www.w3schools.com/cssref/pr_class_float.asp" TargetMode="External"/><Relationship Id="rId5" Type="http://schemas.openxmlformats.org/officeDocument/2006/relationships/notesSlide" Target="../notesSlides/notesSlide7.xml"/><Relationship Id="rId4"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hyperlink" Target="https://www.w3schools.com/cssref/tryit.asp?filename=trycss_class-clear" TargetMode="Externa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tags" Target="../tags/tag18.xml"/><Relationship Id="rId2" Type="http://schemas.openxmlformats.org/officeDocument/2006/relationships/tags" Target="../tags/tag17.xml"/><Relationship Id="rId1" Type="http://schemas.openxmlformats.org/officeDocument/2006/relationships/tags" Target="../tags/tag16.xml"/><Relationship Id="rId5" Type="http://schemas.openxmlformats.org/officeDocument/2006/relationships/notesSlide" Target="../notesSlides/notesSlide8.xml"/><Relationship Id="rId4"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tags" Target="../tags/tag21.xml"/><Relationship Id="rId2" Type="http://schemas.openxmlformats.org/officeDocument/2006/relationships/tags" Target="../tags/tag20.xml"/><Relationship Id="rId1" Type="http://schemas.openxmlformats.org/officeDocument/2006/relationships/tags" Target="../tags/tag19.xml"/><Relationship Id="rId6" Type="http://schemas.openxmlformats.org/officeDocument/2006/relationships/hyperlink" Target="https://www.w3schools.com/css/css_positioning.asp" TargetMode="External"/><Relationship Id="rId5" Type="http://schemas.openxmlformats.org/officeDocument/2006/relationships/notesSlide" Target="../notesSlides/notesSlide9.xml"/><Relationship Id="rId4"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3" Type="http://schemas.openxmlformats.org/officeDocument/2006/relationships/tags" Target="../tags/tag24.xml"/><Relationship Id="rId2" Type="http://schemas.openxmlformats.org/officeDocument/2006/relationships/tags" Target="../tags/tag23.xml"/><Relationship Id="rId1" Type="http://schemas.openxmlformats.org/officeDocument/2006/relationships/tags" Target="../tags/tag22.xml"/><Relationship Id="rId5" Type="http://schemas.openxmlformats.org/officeDocument/2006/relationships/notesSlide" Target="../notesSlides/notesSlide10.xml"/><Relationship Id="rId4"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tags" Target="../tags/tag27.xml"/><Relationship Id="rId7" Type="http://schemas.openxmlformats.org/officeDocument/2006/relationships/image" Target="../media/image9.png"/><Relationship Id="rId2" Type="http://schemas.openxmlformats.org/officeDocument/2006/relationships/tags" Target="../tags/tag26.xml"/><Relationship Id="rId1" Type="http://schemas.openxmlformats.org/officeDocument/2006/relationships/tags" Target="../tags/tag25.xml"/><Relationship Id="rId6" Type="http://schemas.openxmlformats.org/officeDocument/2006/relationships/hyperlink" Target="https://www.w3schools.com/css/css_z-index.asp" TargetMode="External"/><Relationship Id="rId5" Type="http://schemas.openxmlformats.org/officeDocument/2006/relationships/notesSlide" Target="../notesSlides/notesSlide11.xml"/><Relationship Id="rId4"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tags" Target="../tags/tag30.xml"/><Relationship Id="rId2" Type="http://schemas.openxmlformats.org/officeDocument/2006/relationships/tags" Target="../tags/tag29.xml"/><Relationship Id="rId1" Type="http://schemas.openxmlformats.org/officeDocument/2006/relationships/tags" Target="../tags/tag28.xml"/><Relationship Id="rId5" Type="http://schemas.openxmlformats.org/officeDocument/2006/relationships/notesSlide" Target="../notesSlides/notesSlide12.xml"/><Relationship Id="rId4"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showMasterSp="0">
  <p:cSld>
    <p:bg>
      <p:bgPr>
        <a:blipFill dpi="0" rotWithShape="1">
          <a:blip r:embed="rId2">
            <a:lum/>
          </a:blip>
          <a:srcRect/>
          <a:stretch>
            <a:fillRect t="-3000" b="-7000"/>
          </a:stretch>
        </a:blipFill>
        <a:effectLst/>
      </p:bgPr>
    </p:bg>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xmlns="" id="{EE85A57C-D93F-440A-A179-9167EF529797}"/>
              </a:ext>
            </a:extLst>
          </p:cNvPr>
          <p:cNvSpPr>
            <a:spLocks noGrp="1"/>
          </p:cNvSpPr>
          <p:nvPr>
            <p:ph type="body" sz="quarter" idx="10"/>
          </p:nvPr>
        </p:nvSpPr>
        <p:spPr/>
        <p:txBody>
          <a:bodyPr/>
          <a:lstStyle/>
          <a:p>
            <a:pPr marL="0" indent="0">
              <a:buNone/>
            </a:pPr>
            <a:r>
              <a:rPr lang="en-AU" dirty="0"/>
              <a:t>Web Development </a:t>
            </a:r>
          </a:p>
        </p:txBody>
      </p:sp>
      <p:sp>
        <p:nvSpPr>
          <p:cNvPr id="3" name="Text Placeholder 2">
            <a:extLst>
              <a:ext uri="{FF2B5EF4-FFF2-40B4-BE49-F238E27FC236}">
                <a16:creationId xmlns:a16="http://schemas.microsoft.com/office/drawing/2014/main" xmlns="" id="{94875C1C-3858-44F5-9117-CB658AFD44E3}"/>
              </a:ext>
            </a:extLst>
          </p:cNvPr>
          <p:cNvSpPr>
            <a:spLocks noGrp="1"/>
          </p:cNvSpPr>
          <p:nvPr>
            <p:ph type="body" sz="quarter" idx="11"/>
          </p:nvPr>
        </p:nvSpPr>
        <p:spPr/>
        <p:txBody>
          <a:bodyPr vert="horz" lIns="91440" tIns="45720" rIns="91440" bIns="45720" rtlCol="0">
            <a:normAutofit/>
          </a:bodyPr>
          <a:lstStyle/>
          <a:p>
            <a:pPr marL="0" indent="0">
              <a:buNone/>
            </a:pPr>
            <a:r>
              <a:rPr lang="en-AU" dirty="0">
                <a:solidFill>
                  <a:schemeClr val="tx1"/>
                </a:solidFill>
              </a:rPr>
              <a:t>Week #08</a:t>
            </a:r>
          </a:p>
        </p:txBody>
      </p:sp>
    </p:spTree>
    <p:extLst>
      <p:ext uri="{BB962C8B-B14F-4D97-AF65-F5344CB8AC3E}">
        <p14:creationId xmlns:p14="http://schemas.microsoft.com/office/powerpoint/2010/main" val="71563417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E3266722-80F4-4358-A03A-B90207A379F2}"/>
              </a:ext>
            </a:extLst>
          </p:cNvPr>
          <p:cNvSpPr>
            <a:spLocks noGrp="1"/>
          </p:cNvSpPr>
          <p:nvPr>
            <p:ph type="title"/>
          </p:nvPr>
        </p:nvSpPr>
        <p:spPr/>
        <p:txBody>
          <a:bodyPr/>
          <a:lstStyle/>
          <a:p>
            <a:r>
              <a:rPr lang="en-AU" dirty="0">
                <a:solidFill>
                  <a:schemeClr val="bg1"/>
                </a:solidFill>
              </a:rPr>
              <a:t>This Week</a:t>
            </a:r>
          </a:p>
        </p:txBody>
      </p:sp>
      <p:sp>
        <p:nvSpPr>
          <p:cNvPr id="3" name="Content Placeholder 2">
            <a:extLst>
              <a:ext uri="{FF2B5EF4-FFF2-40B4-BE49-F238E27FC236}">
                <a16:creationId xmlns:a16="http://schemas.microsoft.com/office/drawing/2014/main" xmlns="" id="{E853B393-0F2E-4B7F-A349-A00432CBDA3B}"/>
              </a:ext>
            </a:extLst>
          </p:cNvPr>
          <p:cNvSpPr>
            <a:spLocks noGrp="1"/>
          </p:cNvSpPr>
          <p:nvPr>
            <p:ph idx="1"/>
          </p:nvPr>
        </p:nvSpPr>
        <p:spPr>
          <a:xfrm>
            <a:off x="838200" y="1219200"/>
            <a:ext cx="10515600" cy="4957763"/>
          </a:xfrm>
        </p:spPr>
        <p:txBody>
          <a:bodyPr>
            <a:normAutofit/>
          </a:bodyPr>
          <a:lstStyle/>
          <a:p>
            <a:r>
              <a:rPr lang="en-AU" dirty="0"/>
              <a:t>Box model</a:t>
            </a:r>
          </a:p>
          <a:p>
            <a:pPr lvl="1"/>
            <a:r>
              <a:rPr lang="en-AU" dirty="0"/>
              <a:t>–element box</a:t>
            </a:r>
          </a:p>
          <a:p>
            <a:pPr lvl="1"/>
            <a:r>
              <a:rPr lang="en-AU" dirty="0"/>
              <a:t>–dimensions, sizing, overflow</a:t>
            </a:r>
          </a:p>
          <a:p>
            <a:pPr lvl="1"/>
            <a:r>
              <a:rPr lang="en-AU" dirty="0"/>
              <a:t>–padding, borders, margins, outlines</a:t>
            </a:r>
          </a:p>
          <a:p>
            <a:r>
              <a:rPr lang="en-AU" dirty="0"/>
              <a:t>Display</a:t>
            </a:r>
          </a:p>
          <a:p>
            <a:r>
              <a:rPr lang="en-AU" dirty="0"/>
              <a:t>Layout</a:t>
            </a:r>
          </a:p>
          <a:p>
            <a:r>
              <a:rPr lang="en-AU" dirty="0"/>
              <a:t>Floating, clearing, positioning</a:t>
            </a:r>
          </a:p>
          <a:p>
            <a:endParaRPr lang="en-AU" dirty="0"/>
          </a:p>
        </p:txBody>
      </p:sp>
    </p:spTree>
    <p:extLst>
      <p:ext uri="{BB962C8B-B14F-4D97-AF65-F5344CB8AC3E}">
        <p14:creationId xmlns:p14="http://schemas.microsoft.com/office/powerpoint/2010/main" val="77653761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xmlns="" id="{AC31E74C-F4C0-401E-AAFE-60A3EA118449}"/>
              </a:ext>
            </a:extLst>
          </p:cNvPr>
          <p:cNvSpPr>
            <a:spLocks noGrp="1"/>
          </p:cNvSpPr>
          <p:nvPr>
            <p:ph type="title"/>
          </p:nvPr>
        </p:nvSpPr>
        <p:spPr>
          <a:xfrm>
            <a:off x="838200" y="365125"/>
            <a:ext cx="10515600" cy="854075"/>
          </a:xfrm>
        </p:spPr>
        <p:txBody>
          <a:bodyPr vert="horz" lIns="91440" tIns="45720" rIns="91440" bIns="45720" rtlCol="0" anchor="ctr">
            <a:normAutofit/>
          </a:bodyPr>
          <a:lstStyle/>
          <a:p>
            <a:r>
              <a:rPr lang="en-AU" dirty="0">
                <a:solidFill>
                  <a:schemeClr val="bg1"/>
                </a:solidFill>
              </a:rPr>
              <a:t>CSS Box Model</a:t>
            </a:r>
          </a:p>
        </p:txBody>
      </p:sp>
      <p:sp>
        <p:nvSpPr>
          <p:cNvPr id="3" name="Subtitle 2"/>
          <p:cNvSpPr>
            <a:spLocks noGrp="1"/>
          </p:cNvSpPr>
          <p:nvPr>
            <p:ph sz="half" idx="1"/>
          </p:nvPr>
        </p:nvSpPr>
        <p:spPr>
          <a:xfrm>
            <a:off x="838200" y="1524000"/>
            <a:ext cx="5181600" cy="4652963"/>
          </a:xfrm>
        </p:spPr>
        <p:txBody>
          <a:bodyPr>
            <a:normAutofit/>
          </a:bodyPr>
          <a:lstStyle/>
          <a:p>
            <a:pPr marL="457200" lvl="0" indent="-457200">
              <a:buFont typeface="Arial" panose="020B0604020202020204" pitchFamily="34" charset="0"/>
              <a:buChar char="•"/>
            </a:pPr>
            <a:endParaRPr lang="en-AU" baseline="30000" dirty="0"/>
          </a:p>
          <a:p>
            <a:pPr marL="342900" indent="-342900">
              <a:buFont typeface="Arial" panose="020B0604020202020204" pitchFamily="34" charset="0"/>
              <a:buChar char="•"/>
            </a:pPr>
            <a:r>
              <a:rPr lang="en-AU" dirty="0"/>
              <a:t>In CSS, the term "box model" is used when talking about design and layout.</a:t>
            </a:r>
          </a:p>
          <a:p>
            <a:pPr marL="342900" indent="-342900">
              <a:buFont typeface="Arial" panose="020B0604020202020204" pitchFamily="34" charset="0"/>
              <a:buChar char="•"/>
            </a:pPr>
            <a:r>
              <a:rPr lang="en-AU" dirty="0"/>
              <a:t>The CSS box model is essentially a box that wraps around every HTML element. </a:t>
            </a:r>
          </a:p>
          <a:p>
            <a:pPr marL="342900" indent="-342900">
              <a:buFont typeface="Arial" panose="020B0604020202020204" pitchFamily="34" charset="0"/>
              <a:buChar char="•"/>
            </a:pPr>
            <a:r>
              <a:rPr lang="en-AU" dirty="0"/>
              <a:t>It consists of: margins, borders, padding, and the actual content. </a:t>
            </a:r>
          </a:p>
          <a:p>
            <a:pPr marL="342900" indent="-342900">
              <a:buFont typeface="Arial" panose="020B0604020202020204" pitchFamily="34" charset="0"/>
              <a:buChar char="•"/>
            </a:pPr>
            <a:r>
              <a:rPr lang="en-AU" dirty="0"/>
              <a:t>The </a:t>
            </a:r>
            <a:r>
              <a:rPr lang="en-AU" dirty="0" smtClean="0"/>
              <a:t>figure </a:t>
            </a:r>
            <a:r>
              <a:rPr lang="en-AU" dirty="0" smtClean="0"/>
              <a:t>illustrates </a:t>
            </a:r>
            <a:r>
              <a:rPr lang="en-AU" dirty="0"/>
              <a:t>the box model:</a:t>
            </a:r>
          </a:p>
        </p:txBody>
      </p:sp>
      <p:pic>
        <p:nvPicPr>
          <p:cNvPr id="8" name="Picture 7" descr="Table&#10;&#10;Description automatically generated">
            <a:extLst>
              <a:ext uri="{FF2B5EF4-FFF2-40B4-BE49-F238E27FC236}">
                <a16:creationId xmlns:a16="http://schemas.microsoft.com/office/drawing/2014/main" xmlns="" id="{AFFD7253-9D7B-4BCD-962B-5C38F95D9AC8}"/>
              </a:ext>
            </a:extLst>
          </p:cNvPr>
          <p:cNvPicPr>
            <a:picLocks noChangeAspect="1"/>
          </p:cNvPicPr>
          <p:nvPr/>
        </p:nvPicPr>
        <p:blipFill>
          <a:blip r:embed="rId2"/>
          <a:stretch>
            <a:fillRect/>
          </a:stretch>
        </p:blipFill>
        <p:spPr>
          <a:xfrm>
            <a:off x="6172200" y="2723484"/>
            <a:ext cx="5181600" cy="2253995"/>
          </a:xfrm>
          <a:prstGeom prst="rect">
            <a:avLst/>
          </a:prstGeom>
          <a:noFill/>
        </p:spPr>
      </p:pic>
    </p:spTree>
    <p:extLst>
      <p:ext uri="{BB962C8B-B14F-4D97-AF65-F5344CB8AC3E}">
        <p14:creationId xmlns:p14="http://schemas.microsoft.com/office/powerpoint/2010/main" val="352135625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vert="horz" lIns="91440" tIns="45720" rIns="91440" bIns="45720" rtlCol="0" anchor="ctr">
            <a:normAutofit/>
          </a:bodyPr>
          <a:lstStyle/>
          <a:p>
            <a:r>
              <a:rPr lang="en-US" dirty="0">
                <a:solidFill>
                  <a:schemeClr val="bg1"/>
                </a:solidFill>
              </a:rPr>
              <a:t>Different parts of Box Model</a:t>
            </a:r>
          </a:p>
        </p:txBody>
      </p:sp>
      <p:sp>
        <p:nvSpPr>
          <p:cNvPr id="6" name="Content Placeholder 5">
            <a:extLst>
              <a:ext uri="{FF2B5EF4-FFF2-40B4-BE49-F238E27FC236}">
                <a16:creationId xmlns:a16="http://schemas.microsoft.com/office/drawing/2014/main" xmlns="" id="{3790970C-7E03-4096-8B1C-A40046E37AA8}"/>
              </a:ext>
            </a:extLst>
          </p:cNvPr>
          <p:cNvSpPr>
            <a:spLocks noGrp="1"/>
          </p:cNvSpPr>
          <p:nvPr>
            <p:ph sz="half" idx="1"/>
          </p:nvPr>
        </p:nvSpPr>
        <p:spPr>
          <a:xfrm>
            <a:off x="838200" y="2250757"/>
            <a:ext cx="10287000" cy="3926206"/>
          </a:xfrm>
        </p:spPr>
        <p:txBody>
          <a:bodyPr>
            <a:normAutofit/>
          </a:bodyPr>
          <a:lstStyle/>
          <a:p>
            <a:r>
              <a:rPr lang="en-US" sz="2000" b="1" dirty="0"/>
              <a:t>Content</a:t>
            </a:r>
            <a:r>
              <a:rPr lang="en-US" sz="2000" dirty="0"/>
              <a:t> - The content of the box, where text and images appear</a:t>
            </a:r>
          </a:p>
          <a:p>
            <a:r>
              <a:rPr lang="en-US" sz="2000" b="1" dirty="0"/>
              <a:t>Padding</a:t>
            </a:r>
            <a:r>
              <a:rPr lang="en-US" sz="2000" dirty="0"/>
              <a:t> - Clears an area around the content. The padding is transparent</a:t>
            </a:r>
          </a:p>
          <a:p>
            <a:r>
              <a:rPr lang="en-US" sz="2000" b="1" dirty="0"/>
              <a:t>Border</a:t>
            </a:r>
            <a:r>
              <a:rPr lang="en-US" sz="2000" dirty="0"/>
              <a:t> - A border that goes around the padding and content</a:t>
            </a:r>
          </a:p>
          <a:p>
            <a:r>
              <a:rPr lang="en-US" sz="2000" b="1" dirty="0"/>
              <a:t>Margin</a:t>
            </a:r>
            <a:r>
              <a:rPr lang="en-US" sz="2000" dirty="0"/>
              <a:t> - Clears an area outside the border. The margin is transparent</a:t>
            </a:r>
          </a:p>
          <a:p>
            <a:pPr marL="0"/>
            <a:r>
              <a:rPr lang="en-US" sz="2000" dirty="0"/>
              <a:t>Note: The box model allows us to add a border around elements, and to define space between elements.</a:t>
            </a:r>
          </a:p>
          <a:p>
            <a:pPr marL="0"/>
            <a:r>
              <a:rPr lang="en-US" sz="2000" dirty="0"/>
              <a:t>Try the code in link below:</a:t>
            </a:r>
          </a:p>
          <a:p>
            <a:pPr marL="0"/>
            <a:r>
              <a:rPr lang="en-US" sz="2000" dirty="0">
                <a:hlinkClick r:id="rId2"/>
              </a:rPr>
              <a:t>https://www.w3schools.com/css/tryit.asp?filename=trycss_boxmodel</a:t>
            </a:r>
            <a:endParaRPr lang="en-US" sz="2000" dirty="0"/>
          </a:p>
          <a:p>
            <a:endParaRPr lang="en-AU" sz="2000" dirty="0"/>
          </a:p>
        </p:txBody>
      </p:sp>
      <p:pic>
        <p:nvPicPr>
          <p:cNvPr id="10" name="Content Placeholder 9" descr="Table&#10;&#10;Description automatically generated">
            <a:extLst>
              <a:ext uri="{FF2B5EF4-FFF2-40B4-BE49-F238E27FC236}">
                <a16:creationId xmlns:a16="http://schemas.microsoft.com/office/drawing/2014/main" xmlns="" id="{BD989233-65F8-49E6-84F1-987E93DB8869}"/>
              </a:ext>
            </a:extLst>
          </p:cNvPr>
          <p:cNvPicPr>
            <a:picLocks noGrp="1" noChangeAspect="1"/>
          </p:cNvPicPr>
          <p:nvPr>
            <p:ph sz="half" idx="2"/>
          </p:nvPr>
        </p:nvPicPr>
        <p:blipFill>
          <a:blip r:embed="rId3"/>
          <a:stretch>
            <a:fillRect/>
          </a:stretch>
        </p:blipFill>
        <p:spPr>
          <a:xfrm>
            <a:off x="8458200" y="0"/>
            <a:ext cx="3581400" cy="2250757"/>
          </a:xfrm>
          <a:prstGeom prst="rect">
            <a:avLst/>
          </a:prstGeom>
          <a:noFill/>
        </p:spPr>
      </p:pic>
    </p:spTree>
    <p:extLst>
      <p:ext uri="{BB962C8B-B14F-4D97-AF65-F5344CB8AC3E}">
        <p14:creationId xmlns:p14="http://schemas.microsoft.com/office/powerpoint/2010/main" val="3979892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a:xfrm>
          <a:off x="0" y="0"/>
          <a:ext cx="0" cy="0"/>
          <a:chOff x="0" y="0"/>
          <a:chExt cx="0" cy="0"/>
        </a:xfrm>
      </p:grpSpPr>
      <p:sp>
        <p:nvSpPr>
          <p:cNvPr id="11266" name="Rectangle 2"/>
          <p:cNvSpPr>
            <a:spLocks noGrp="1" noChangeArrowheads="1"/>
          </p:cNvSpPr>
          <p:nvPr>
            <p:ph type="title"/>
            <p:custDataLst>
              <p:tags r:id="rId2"/>
            </p:custDataLst>
          </p:nvPr>
        </p:nvSpPr>
        <p:spPr/>
        <p:txBody>
          <a:bodyPr vert="horz" lIns="91440" tIns="45720" rIns="91440" bIns="45720" rtlCol="0" anchor="ctr">
            <a:normAutofit/>
          </a:bodyPr>
          <a:lstStyle/>
          <a:p>
            <a:r>
              <a:rPr lang="en-AU" dirty="0">
                <a:solidFill>
                  <a:schemeClr val="bg1"/>
                </a:solidFill>
              </a:rPr>
              <a:t>Width and Height of an Element</a:t>
            </a:r>
          </a:p>
        </p:txBody>
      </p:sp>
      <p:sp>
        <p:nvSpPr>
          <p:cNvPr id="11267" name="Rectangle 3"/>
          <p:cNvSpPr>
            <a:spLocks noGrp="1" noChangeArrowheads="1"/>
          </p:cNvSpPr>
          <p:nvPr>
            <p:ph idx="1"/>
            <p:custDataLst>
              <p:tags r:id="rId3"/>
            </p:custDataLst>
          </p:nvPr>
        </p:nvSpPr>
        <p:spPr>
          <a:xfrm>
            <a:off x="838200" y="1447800"/>
            <a:ext cx="10515600" cy="4729163"/>
          </a:xfrm>
        </p:spPr>
        <p:txBody>
          <a:bodyPr/>
          <a:lstStyle/>
          <a:p>
            <a:pPr lvl="0"/>
            <a:endParaRPr lang="en-AU" dirty="0"/>
          </a:p>
          <a:p>
            <a:r>
              <a:rPr lang="en-AU" dirty="0"/>
              <a:t>In order to set the width and height of an element correctly in all browsers, you need to know how the box model works.</a:t>
            </a:r>
          </a:p>
          <a:p>
            <a:endParaRPr lang="en-AU" dirty="0"/>
          </a:p>
          <a:p>
            <a:r>
              <a:rPr lang="en-AU" dirty="0"/>
              <a:t>Important: When you set the width and height properties of an element with CSS, you just set the width and height of the content area. To calculate the full size of an element, you must also add padding, borders and margins.</a:t>
            </a:r>
          </a:p>
          <a:p>
            <a:pPr lvl="1"/>
            <a:endParaRPr lang="en-AU" dirty="0"/>
          </a:p>
          <a:p>
            <a:pPr lvl="0"/>
            <a:endParaRPr lang="en-AU" dirty="0"/>
          </a:p>
        </p:txBody>
      </p:sp>
    </p:spTree>
    <p:custDataLst>
      <p:tags r:id="rId1"/>
    </p:custDataLst>
    <p:extLst>
      <p:ext uri="{BB962C8B-B14F-4D97-AF65-F5344CB8AC3E}">
        <p14:creationId xmlns:p14="http://schemas.microsoft.com/office/powerpoint/2010/main" val="63658859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Title 2"/>
          <p:cNvSpPr>
            <a:spLocks noGrp="1"/>
          </p:cNvSpPr>
          <p:nvPr>
            <p:ph type="title"/>
          </p:nvPr>
        </p:nvSpPr>
        <p:spPr/>
        <p:txBody>
          <a:bodyPr vert="horz" lIns="91440" tIns="45720" rIns="91440" bIns="45720" rtlCol="0" anchor="ctr">
            <a:normAutofit fontScale="90000"/>
          </a:bodyPr>
          <a:lstStyle/>
          <a:p>
            <a:r>
              <a:rPr lang="en-AU" dirty="0">
                <a:solidFill>
                  <a:schemeClr val="bg1"/>
                </a:solidFill>
              </a:rPr>
              <a:t>CSS Box Sizing</a:t>
            </a:r>
            <a:br>
              <a:rPr lang="en-AU" dirty="0">
                <a:solidFill>
                  <a:schemeClr val="bg1"/>
                </a:solidFill>
              </a:rPr>
            </a:br>
            <a:endParaRPr lang="en-AU" dirty="0">
              <a:solidFill>
                <a:schemeClr val="bg1"/>
              </a:solidFill>
            </a:endParaRPr>
          </a:p>
        </p:txBody>
      </p:sp>
      <p:sp>
        <p:nvSpPr>
          <p:cNvPr id="2" name="Content Placeholder 1"/>
          <p:cNvSpPr>
            <a:spLocks noGrp="1"/>
          </p:cNvSpPr>
          <p:nvPr>
            <p:ph idx="1"/>
          </p:nvPr>
        </p:nvSpPr>
        <p:spPr>
          <a:xfrm>
            <a:off x="838200" y="1443037"/>
            <a:ext cx="10515600" cy="5033963"/>
          </a:xfrm>
        </p:spPr>
        <p:txBody>
          <a:bodyPr>
            <a:normAutofit fontScale="77500" lnSpcReduction="20000"/>
          </a:bodyPr>
          <a:lstStyle/>
          <a:p>
            <a:pPr lvl="0"/>
            <a:r>
              <a:rPr lang="en-AU" dirty="0"/>
              <a:t>The CSS box-sizing property allows us to include the padding and border in an element's total width and height.</a:t>
            </a:r>
          </a:p>
          <a:p>
            <a:pPr lvl="0"/>
            <a:endParaRPr lang="en-AU" dirty="0"/>
          </a:p>
          <a:p>
            <a:pPr lvl="0"/>
            <a:r>
              <a:rPr lang="en-AU" dirty="0"/>
              <a:t>When you set the width/height of an element, the element often appears bigger than you have set (because the element's border and padding are added to the element's specified width/height).</a:t>
            </a:r>
          </a:p>
          <a:p>
            <a:pPr lvl="0"/>
            <a:endParaRPr lang="en-AU" dirty="0"/>
          </a:p>
          <a:p>
            <a:pPr lvl="0"/>
            <a:r>
              <a:rPr lang="en-AU" dirty="0"/>
              <a:t>The two &lt;div&gt; elements above end up with different sizes in the result (</a:t>
            </a:r>
            <a:r>
              <a:rPr lang="en-AU" u="sng" dirty="0"/>
              <a:t>because div2 has a padding specified):</a:t>
            </a:r>
          </a:p>
          <a:p>
            <a:pPr lvl="0"/>
            <a:r>
              <a:rPr lang="en-AU" i="1" dirty="0">
                <a:solidFill>
                  <a:srgbClr val="FF0000"/>
                </a:solidFill>
              </a:rPr>
              <a:t>.div1 {</a:t>
            </a:r>
            <a:br>
              <a:rPr lang="en-AU" i="1" dirty="0">
                <a:solidFill>
                  <a:srgbClr val="FF0000"/>
                </a:solidFill>
              </a:rPr>
            </a:br>
            <a:r>
              <a:rPr lang="en-AU" i="1" dirty="0">
                <a:solidFill>
                  <a:srgbClr val="FF0000"/>
                </a:solidFill>
              </a:rPr>
              <a:t>  width: 300px;</a:t>
            </a:r>
            <a:br>
              <a:rPr lang="en-AU" i="1" dirty="0">
                <a:solidFill>
                  <a:srgbClr val="FF0000"/>
                </a:solidFill>
              </a:rPr>
            </a:br>
            <a:r>
              <a:rPr lang="en-AU" i="1" dirty="0">
                <a:solidFill>
                  <a:srgbClr val="FF0000"/>
                </a:solidFill>
              </a:rPr>
              <a:t>  height: 100px;</a:t>
            </a:r>
            <a:br>
              <a:rPr lang="en-AU" i="1" dirty="0">
                <a:solidFill>
                  <a:srgbClr val="FF0000"/>
                </a:solidFill>
              </a:rPr>
            </a:br>
            <a:r>
              <a:rPr lang="en-AU" i="1" dirty="0">
                <a:solidFill>
                  <a:srgbClr val="FF0000"/>
                </a:solidFill>
              </a:rPr>
              <a:t>  border: 1px solid blue;</a:t>
            </a:r>
            <a:br>
              <a:rPr lang="en-AU" i="1" dirty="0">
                <a:solidFill>
                  <a:srgbClr val="FF0000"/>
                </a:solidFill>
              </a:rPr>
            </a:br>
            <a:r>
              <a:rPr lang="en-AU" i="1" dirty="0">
                <a:solidFill>
                  <a:srgbClr val="FF0000"/>
                </a:solidFill>
              </a:rPr>
              <a:t>}</a:t>
            </a:r>
            <a:br>
              <a:rPr lang="en-AU" i="1" dirty="0">
                <a:solidFill>
                  <a:srgbClr val="FF0000"/>
                </a:solidFill>
              </a:rPr>
            </a:br>
            <a:r>
              <a:rPr lang="en-AU" i="1" dirty="0">
                <a:solidFill>
                  <a:srgbClr val="FF0000"/>
                </a:solidFill>
              </a:rPr>
              <a:t/>
            </a:r>
            <a:br>
              <a:rPr lang="en-AU" i="1" dirty="0">
                <a:solidFill>
                  <a:srgbClr val="FF0000"/>
                </a:solidFill>
              </a:rPr>
            </a:br>
            <a:r>
              <a:rPr lang="en-AU" i="1" dirty="0">
                <a:solidFill>
                  <a:srgbClr val="FF0000"/>
                </a:solidFill>
              </a:rPr>
              <a:t>.div2 {</a:t>
            </a:r>
            <a:br>
              <a:rPr lang="en-AU" i="1" dirty="0">
                <a:solidFill>
                  <a:srgbClr val="FF0000"/>
                </a:solidFill>
              </a:rPr>
            </a:br>
            <a:r>
              <a:rPr lang="en-AU" i="1" dirty="0">
                <a:solidFill>
                  <a:srgbClr val="FF0000"/>
                </a:solidFill>
              </a:rPr>
              <a:t>  width: 300px;</a:t>
            </a:r>
            <a:br>
              <a:rPr lang="en-AU" i="1" dirty="0">
                <a:solidFill>
                  <a:srgbClr val="FF0000"/>
                </a:solidFill>
              </a:rPr>
            </a:br>
            <a:r>
              <a:rPr lang="en-AU" i="1" dirty="0">
                <a:solidFill>
                  <a:srgbClr val="FF0000"/>
                </a:solidFill>
              </a:rPr>
              <a:t>  height: 100px;</a:t>
            </a:r>
            <a:br>
              <a:rPr lang="en-AU" i="1" dirty="0">
                <a:solidFill>
                  <a:srgbClr val="FF0000"/>
                </a:solidFill>
              </a:rPr>
            </a:br>
            <a:r>
              <a:rPr lang="en-AU" i="1" dirty="0">
                <a:solidFill>
                  <a:srgbClr val="FF0000"/>
                </a:solidFill>
              </a:rPr>
              <a:t>  padding: 50px;</a:t>
            </a:r>
            <a:br>
              <a:rPr lang="en-AU" i="1" dirty="0">
                <a:solidFill>
                  <a:srgbClr val="FF0000"/>
                </a:solidFill>
              </a:rPr>
            </a:br>
            <a:r>
              <a:rPr lang="en-AU" i="1" dirty="0">
                <a:solidFill>
                  <a:srgbClr val="FF0000"/>
                </a:solidFill>
              </a:rPr>
              <a:t>  border: 1px solid red;</a:t>
            </a:r>
            <a:br>
              <a:rPr lang="en-AU" i="1" dirty="0">
                <a:solidFill>
                  <a:srgbClr val="FF0000"/>
                </a:solidFill>
              </a:rPr>
            </a:br>
            <a:r>
              <a:rPr lang="en-AU" i="1" dirty="0">
                <a:solidFill>
                  <a:srgbClr val="FF0000"/>
                </a:solidFill>
              </a:rPr>
              <a:t>}</a:t>
            </a:r>
          </a:p>
        </p:txBody>
      </p:sp>
      <p:pic>
        <p:nvPicPr>
          <p:cNvPr id="6" name="Picture 5"/>
          <p:cNvPicPr>
            <a:picLocks noChangeAspect="1"/>
          </p:cNvPicPr>
          <p:nvPr/>
        </p:nvPicPr>
        <p:blipFill>
          <a:blip r:embed="rId3"/>
          <a:stretch>
            <a:fillRect/>
          </a:stretch>
        </p:blipFill>
        <p:spPr>
          <a:xfrm>
            <a:off x="6967246" y="3809999"/>
            <a:ext cx="3462629" cy="2750457"/>
          </a:xfrm>
          <a:prstGeom prst="rect">
            <a:avLst/>
          </a:prstGeom>
        </p:spPr>
      </p:pic>
    </p:spTree>
    <p:extLst>
      <p:ext uri="{BB962C8B-B14F-4D97-AF65-F5344CB8AC3E}">
        <p14:creationId xmlns:p14="http://schemas.microsoft.com/office/powerpoint/2010/main" val="377781763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a:xfrm>
          <a:off x="0" y="0"/>
          <a:ext cx="0" cy="0"/>
          <a:chOff x="0" y="0"/>
          <a:chExt cx="0" cy="0"/>
        </a:xfrm>
      </p:grpSpPr>
      <p:sp>
        <p:nvSpPr>
          <p:cNvPr id="78850" name="Rectangle 2"/>
          <p:cNvSpPr>
            <a:spLocks noGrp="1" noChangeArrowheads="1"/>
          </p:cNvSpPr>
          <p:nvPr>
            <p:ph type="title"/>
            <p:custDataLst>
              <p:tags r:id="rId2"/>
            </p:custDataLst>
          </p:nvPr>
        </p:nvSpPr>
        <p:spPr/>
        <p:txBody>
          <a:bodyPr vert="horz" lIns="91440" tIns="45720" rIns="91440" bIns="45720" rtlCol="0" anchor="ctr">
            <a:normAutofit/>
          </a:bodyPr>
          <a:lstStyle/>
          <a:p>
            <a:r>
              <a:rPr lang="en-AU" dirty="0">
                <a:solidFill>
                  <a:schemeClr val="bg1"/>
                </a:solidFill>
              </a:rPr>
              <a:t>CSS overflow Property</a:t>
            </a:r>
          </a:p>
        </p:txBody>
      </p:sp>
      <p:sp>
        <p:nvSpPr>
          <p:cNvPr id="78851" name="Rectangle 3"/>
          <p:cNvSpPr>
            <a:spLocks noGrp="1" noChangeArrowheads="1"/>
          </p:cNvSpPr>
          <p:nvPr>
            <p:ph idx="1"/>
            <p:custDataLst>
              <p:tags r:id="rId3"/>
            </p:custDataLst>
          </p:nvPr>
        </p:nvSpPr>
        <p:spPr/>
        <p:txBody>
          <a:bodyPr/>
          <a:lstStyle/>
          <a:p>
            <a:r>
              <a:rPr lang="en-AU" dirty="0"/>
              <a:t>determines what happens when box is too small</a:t>
            </a:r>
          </a:p>
          <a:p>
            <a:r>
              <a:rPr lang="en-AU" dirty="0"/>
              <a:t>–visible : content extends past box to remain visible</a:t>
            </a:r>
          </a:p>
          <a:p>
            <a:r>
              <a:rPr lang="en-AU" dirty="0"/>
              <a:t>–hidden : content is cut off at the edges of the box</a:t>
            </a:r>
          </a:p>
          <a:p>
            <a:r>
              <a:rPr lang="en-AU" dirty="0"/>
              <a:t>–scroll : scrollbars are added to the content box</a:t>
            </a:r>
          </a:p>
          <a:p>
            <a:r>
              <a:rPr lang="en-AU" dirty="0"/>
              <a:t>–auto : browser decides</a:t>
            </a:r>
          </a:p>
          <a:p>
            <a:endParaRPr lang="en-AU" dirty="0"/>
          </a:p>
          <a:p>
            <a:endParaRPr lang="en-AU" dirty="0"/>
          </a:p>
          <a:p>
            <a:r>
              <a:rPr lang="en-AU" dirty="0"/>
              <a:t>Try the exercise below:</a:t>
            </a:r>
          </a:p>
          <a:p>
            <a:r>
              <a:rPr lang="en-AU" dirty="0">
                <a:hlinkClick r:id="rId6"/>
              </a:rPr>
              <a:t>https://www.w3schools.com/cssref/tryit.asp?filename=trycss_overflow</a:t>
            </a:r>
            <a:endParaRPr lang="en-AU" dirty="0"/>
          </a:p>
          <a:p>
            <a:endParaRPr lang="en-AU" dirty="0"/>
          </a:p>
          <a:p>
            <a:endParaRPr lang="en-AU" dirty="0"/>
          </a:p>
        </p:txBody>
      </p:sp>
    </p:spTree>
    <p:custDataLst>
      <p:tags r:id="rId1"/>
    </p:custDataLst>
    <p:extLst>
      <p:ext uri="{BB962C8B-B14F-4D97-AF65-F5344CB8AC3E}">
        <p14:creationId xmlns:p14="http://schemas.microsoft.com/office/powerpoint/2010/main" val="179680033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4340" name="Rectangle 4"/>
          <p:cNvSpPr>
            <a:spLocks noGrp="1" noChangeArrowheads="1"/>
          </p:cNvSpPr>
          <p:nvPr>
            <p:ph type="title"/>
            <p:custDataLst>
              <p:tags r:id="rId2"/>
            </p:custDataLst>
          </p:nvPr>
        </p:nvSpPr>
        <p:spPr/>
        <p:txBody>
          <a:bodyPr vert="horz" lIns="91440" tIns="45720" rIns="91440" bIns="45720" rtlCol="0" anchor="ctr">
            <a:normAutofit/>
          </a:bodyPr>
          <a:lstStyle/>
          <a:p>
            <a:r>
              <a:rPr lang="en-AU" dirty="0">
                <a:solidFill>
                  <a:schemeClr val="bg1"/>
                </a:solidFill>
              </a:rPr>
              <a:t>CSS Outline</a:t>
            </a:r>
          </a:p>
        </p:txBody>
      </p:sp>
      <p:sp>
        <p:nvSpPr>
          <p:cNvPr id="14344" name="Rectangle 8"/>
          <p:cNvSpPr>
            <a:spLocks noGrp="1" noChangeArrowheads="1"/>
          </p:cNvSpPr>
          <p:nvPr>
            <p:ph sz="half" idx="1"/>
            <p:custDataLst>
              <p:tags r:id="rId3"/>
            </p:custDataLst>
          </p:nvPr>
        </p:nvSpPr>
        <p:spPr/>
        <p:txBody>
          <a:bodyPr>
            <a:normAutofit lnSpcReduction="10000"/>
          </a:bodyPr>
          <a:lstStyle/>
          <a:p>
            <a:r>
              <a:rPr lang="en-AU" dirty="0"/>
              <a:t>An outline is a line that is drawn around elements, OUTSIDE the borders, to make the element "stand out".</a:t>
            </a:r>
          </a:p>
          <a:p>
            <a:endParaRPr lang="en-AU" dirty="0"/>
          </a:p>
          <a:p>
            <a:r>
              <a:rPr lang="en-AU" dirty="0"/>
              <a:t>When “outline” property is used it sits between “border” and “margin” properties.</a:t>
            </a:r>
          </a:p>
          <a:p>
            <a:endParaRPr lang="en-AU" dirty="0"/>
          </a:p>
          <a:p>
            <a:r>
              <a:rPr lang="en-AU" dirty="0"/>
              <a:t>Find more properties of Outline through the link below:</a:t>
            </a:r>
          </a:p>
          <a:p>
            <a:r>
              <a:rPr lang="en-AU" dirty="0">
                <a:hlinkClick r:id="rId6"/>
              </a:rPr>
              <a:t>https://www.w3schools.com/css/css_outline.asp</a:t>
            </a:r>
            <a:endParaRPr lang="en-AU" dirty="0"/>
          </a:p>
          <a:p>
            <a:endParaRPr lang="en-AU" dirty="0"/>
          </a:p>
        </p:txBody>
      </p:sp>
      <p:pic>
        <p:nvPicPr>
          <p:cNvPr id="10" name="Content Placeholder 9" descr="Diagram&#10;&#10;Description automatically generated">
            <a:extLst>
              <a:ext uri="{FF2B5EF4-FFF2-40B4-BE49-F238E27FC236}">
                <a16:creationId xmlns:a16="http://schemas.microsoft.com/office/drawing/2014/main" xmlns="" id="{11B45F09-BEE6-43D6-B56D-18495F1C7D25}"/>
              </a:ext>
            </a:extLst>
          </p:cNvPr>
          <p:cNvPicPr>
            <a:picLocks noGrp="1" noChangeAspect="1"/>
          </p:cNvPicPr>
          <p:nvPr>
            <p:ph sz="half" idx="2"/>
          </p:nvPr>
        </p:nvPicPr>
        <p:blipFill>
          <a:blip r:embed="rId7">
            <a:extLst>
              <a:ext uri="{28A0092B-C50C-407E-A947-70E740481C1C}">
                <a14:useLocalDpi xmlns:a14="http://schemas.microsoft.com/office/drawing/2010/main" val="0"/>
              </a:ext>
            </a:extLst>
          </a:blip>
          <a:stretch>
            <a:fillRect/>
          </a:stretch>
        </p:blipFill>
        <p:spPr>
          <a:xfrm>
            <a:off x="7086600" y="1752600"/>
            <a:ext cx="4558552" cy="3200400"/>
          </a:xfrm>
        </p:spPr>
      </p:pic>
    </p:spTree>
    <p:custDataLst>
      <p:tags r:id="rId1"/>
    </p:custDataLst>
    <p:extLst>
      <p:ext uri="{BB962C8B-B14F-4D97-AF65-F5344CB8AC3E}">
        <p14:creationId xmlns:p14="http://schemas.microsoft.com/office/powerpoint/2010/main" val="351159356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a:xfrm>
          <a:off x="0" y="0"/>
          <a:ext cx="0" cy="0"/>
          <a:chOff x="0" y="0"/>
          <a:chExt cx="0" cy="0"/>
        </a:xfrm>
      </p:grpSpPr>
      <p:sp>
        <p:nvSpPr>
          <p:cNvPr id="80898" name="Rectangle 2"/>
          <p:cNvSpPr>
            <a:spLocks noGrp="1" noChangeArrowheads="1"/>
          </p:cNvSpPr>
          <p:nvPr>
            <p:ph type="title"/>
            <p:custDataLst>
              <p:tags r:id="rId2"/>
            </p:custDataLst>
          </p:nvPr>
        </p:nvSpPr>
        <p:spPr/>
        <p:txBody>
          <a:bodyPr vert="horz" lIns="91440" tIns="45720" rIns="91440" bIns="45720" rtlCol="0" anchor="ctr">
            <a:normAutofit/>
          </a:bodyPr>
          <a:lstStyle/>
          <a:p>
            <a:r>
              <a:rPr lang="en-AU" dirty="0">
                <a:solidFill>
                  <a:schemeClr val="bg1"/>
                </a:solidFill>
              </a:rPr>
              <a:t>CSS display Property</a:t>
            </a:r>
          </a:p>
        </p:txBody>
      </p:sp>
      <p:sp>
        <p:nvSpPr>
          <p:cNvPr id="80899" name="Rectangle 3"/>
          <p:cNvSpPr>
            <a:spLocks noGrp="1" noChangeArrowheads="1"/>
          </p:cNvSpPr>
          <p:nvPr>
            <p:ph idx="1"/>
            <p:custDataLst>
              <p:tags r:id="rId3"/>
            </p:custDataLst>
          </p:nvPr>
        </p:nvSpPr>
        <p:spPr/>
        <p:txBody>
          <a:bodyPr/>
          <a:lstStyle/>
          <a:p>
            <a:pPr lvl="0"/>
            <a:endParaRPr lang="en-AU" dirty="0">
              <a:hlinkClick r:id="rId6"/>
            </a:endParaRPr>
          </a:p>
          <a:p>
            <a:pPr lvl="0"/>
            <a:r>
              <a:rPr lang="en-AU" dirty="0">
                <a:hlinkClick r:id="rId6"/>
              </a:rPr>
              <a:t>https://www.w3schools.com/cssref/playit.asp?filename=playcss_display&amp;preval=inline</a:t>
            </a:r>
            <a:endParaRPr lang="en-AU" dirty="0"/>
          </a:p>
          <a:p>
            <a:pPr lvl="0"/>
            <a:endParaRPr lang="en-AU" dirty="0"/>
          </a:p>
          <a:p>
            <a:pPr lvl="0"/>
            <a:r>
              <a:rPr lang="en-AU" dirty="0"/>
              <a:t>The display property specifies the display behavior (the type of rendering box) of an element.</a:t>
            </a:r>
          </a:p>
          <a:p>
            <a:pPr lvl="0"/>
            <a:endParaRPr lang="en-AU" dirty="0"/>
          </a:p>
          <a:p>
            <a:pPr lvl="0"/>
            <a:r>
              <a:rPr lang="en-AU" dirty="0"/>
              <a:t>More examples:</a:t>
            </a:r>
          </a:p>
          <a:p>
            <a:pPr lvl="0"/>
            <a:r>
              <a:rPr lang="en-AU" dirty="0">
                <a:hlinkClick r:id="rId7"/>
              </a:rPr>
              <a:t>https://www.w3schools.com/cssref/pr_class_display.asp</a:t>
            </a:r>
            <a:endParaRPr lang="en-AU" dirty="0"/>
          </a:p>
          <a:p>
            <a:pPr lvl="0"/>
            <a:endParaRPr lang="en-AU" dirty="0"/>
          </a:p>
          <a:p>
            <a:pPr lvl="0"/>
            <a:endParaRPr lang="en-AU" dirty="0"/>
          </a:p>
        </p:txBody>
      </p:sp>
    </p:spTree>
    <p:custDataLst>
      <p:tags r:id="rId1"/>
    </p:custDataLst>
    <p:extLst>
      <p:ext uri="{BB962C8B-B14F-4D97-AF65-F5344CB8AC3E}">
        <p14:creationId xmlns:p14="http://schemas.microsoft.com/office/powerpoint/2010/main" val="118270387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Title 2"/>
          <p:cNvSpPr>
            <a:spLocks noGrp="1"/>
          </p:cNvSpPr>
          <p:nvPr>
            <p:ph type="title"/>
          </p:nvPr>
        </p:nvSpPr>
        <p:spPr/>
        <p:txBody>
          <a:bodyPr vert="horz" lIns="91440" tIns="45720" rIns="91440" bIns="45720" rtlCol="0" anchor="ctr">
            <a:normAutofit/>
          </a:bodyPr>
          <a:lstStyle/>
          <a:p>
            <a:r>
              <a:rPr lang="en-AU" dirty="0">
                <a:solidFill>
                  <a:schemeClr val="bg1"/>
                </a:solidFill>
              </a:rPr>
              <a:t>Layout</a:t>
            </a:r>
          </a:p>
        </p:txBody>
      </p:sp>
      <p:sp>
        <p:nvSpPr>
          <p:cNvPr id="2" name="Content Placeholder 1"/>
          <p:cNvSpPr>
            <a:spLocks noGrp="1"/>
          </p:cNvSpPr>
          <p:nvPr>
            <p:ph idx="1"/>
          </p:nvPr>
        </p:nvSpPr>
        <p:spPr/>
        <p:txBody>
          <a:bodyPr/>
          <a:lstStyle/>
          <a:p>
            <a:pPr lvl="0"/>
            <a:r>
              <a:rPr lang="en-AU" dirty="0"/>
              <a:t>normal flow</a:t>
            </a:r>
          </a:p>
          <a:p>
            <a:pPr lvl="1"/>
            <a:r>
              <a:rPr lang="en-AU" dirty="0"/>
              <a:t>–block elements stack on top of each other and fill entire width of their parent container</a:t>
            </a:r>
          </a:p>
          <a:p>
            <a:pPr lvl="1"/>
            <a:r>
              <a:rPr lang="en-AU" dirty="0"/>
              <a:t>–inline elements stack next to each other and flow/wrap as required to fill the block elements</a:t>
            </a:r>
          </a:p>
          <a:p>
            <a:pPr lvl="1"/>
            <a:r>
              <a:rPr lang="en-AU" dirty="0"/>
              <a:t>–block elements are containers for other elements</a:t>
            </a:r>
          </a:p>
          <a:p>
            <a:pPr lvl="0"/>
            <a:r>
              <a:rPr lang="en-AU" dirty="0"/>
              <a:t>floating and positioning elements changes the normal flow behaviour</a:t>
            </a:r>
          </a:p>
        </p:txBody>
      </p:sp>
    </p:spTree>
    <p:extLst>
      <p:ext uri="{BB962C8B-B14F-4D97-AF65-F5344CB8AC3E}">
        <p14:creationId xmlns:p14="http://schemas.microsoft.com/office/powerpoint/2010/main" val="33205102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a:xfrm>
          <a:off x="0" y="0"/>
          <a:ext cx="0" cy="0"/>
          <a:chOff x="0" y="0"/>
          <a:chExt cx="0" cy="0"/>
        </a:xfrm>
      </p:grpSpPr>
      <p:sp>
        <p:nvSpPr>
          <p:cNvPr id="48130" name="Rectangle 2"/>
          <p:cNvSpPr>
            <a:spLocks noGrp="1" noChangeArrowheads="1"/>
          </p:cNvSpPr>
          <p:nvPr>
            <p:ph type="title"/>
            <p:custDataLst>
              <p:tags r:id="rId2"/>
            </p:custDataLst>
          </p:nvPr>
        </p:nvSpPr>
        <p:spPr/>
        <p:txBody>
          <a:bodyPr vert="horz" lIns="91440" tIns="45720" rIns="91440" bIns="45720" rtlCol="0" anchor="ctr">
            <a:normAutofit/>
          </a:bodyPr>
          <a:lstStyle/>
          <a:p>
            <a:r>
              <a:rPr lang="en-AU" dirty="0">
                <a:solidFill>
                  <a:schemeClr val="bg1"/>
                </a:solidFill>
              </a:rPr>
              <a:t>Floating</a:t>
            </a:r>
          </a:p>
        </p:txBody>
      </p:sp>
      <p:sp>
        <p:nvSpPr>
          <p:cNvPr id="48131" name="Rectangle 3"/>
          <p:cNvSpPr>
            <a:spLocks noGrp="1" noChangeArrowheads="1"/>
          </p:cNvSpPr>
          <p:nvPr>
            <p:ph idx="1"/>
            <p:custDataLst>
              <p:tags r:id="rId3"/>
            </p:custDataLst>
          </p:nvPr>
        </p:nvSpPr>
        <p:spPr>
          <a:xfrm>
            <a:off x="304800" y="1295400"/>
            <a:ext cx="7924800" cy="4881563"/>
          </a:xfrm>
        </p:spPr>
        <p:txBody>
          <a:bodyPr>
            <a:normAutofit/>
          </a:bodyPr>
          <a:lstStyle/>
          <a:p>
            <a:pPr lvl="0"/>
            <a:r>
              <a:rPr lang="en-AU" sz="1800" dirty="0"/>
              <a:t>Float</a:t>
            </a:r>
          </a:p>
          <a:p>
            <a:pPr lvl="1"/>
            <a:r>
              <a:rPr lang="en-AU" sz="1600" dirty="0"/>
              <a:t>–none</a:t>
            </a:r>
          </a:p>
          <a:p>
            <a:pPr lvl="1"/>
            <a:r>
              <a:rPr lang="en-AU" sz="1600" dirty="0"/>
              <a:t>–left</a:t>
            </a:r>
          </a:p>
          <a:p>
            <a:pPr lvl="1"/>
            <a:r>
              <a:rPr lang="en-AU" sz="1600" dirty="0"/>
              <a:t>–right</a:t>
            </a:r>
          </a:p>
          <a:p>
            <a:pPr lvl="0"/>
            <a:r>
              <a:rPr lang="en-AU" sz="1800" dirty="0"/>
              <a:t>moves the element as far as possible to the left / right</a:t>
            </a:r>
          </a:p>
          <a:p>
            <a:pPr lvl="0"/>
            <a:r>
              <a:rPr lang="en-AU" sz="1800" dirty="0"/>
              <a:t>following content will wrap around the element</a:t>
            </a:r>
          </a:p>
          <a:p>
            <a:pPr lvl="0"/>
            <a:r>
              <a:rPr lang="en-AU" sz="1800" dirty="0"/>
              <a:t>floated elements are placed within the content area of the enclosing container</a:t>
            </a:r>
          </a:p>
          <a:p>
            <a:pPr lvl="0"/>
            <a:r>
              <a:rPr lang="en-AU" sz="1800" dirty="0"/>
              <a:t>any element can be floated</a:t>
            </a:r>
          </a:p>
          <a:p>
            <a:pPr lvl="0"/>
            <a:r>
              <a:rPr lang="en-AU" sz="1800" dirty="0"/>
              <a:t>use margins to improve spacing (they do not collapse)</a:t>
            </a:r>
          </a:p>
          <a:p>
            <a:pPr lvl="0"/>
            <a:r>
              <a:rPr lang="en-AU" sz="1800" dirty="0"/>
              <a:t>specify width for floated elements</a:t>
            </a:r>
          </a:p>
          <a:p>
            <a:pPr lvl="1"/>
            <a:r>
              <a:rPr lang="en-AU" sz="1600" dirty="0"/>
              <a:t>–without this you run the risk that the element will just fill the container width</a:t>
            </a:r>
          </a:p>
          <a:p>
            <a:pPr lvl="1"/>
            <a:endParaRPr lang="en-AU" sz="1600" dirty="0"/>
          </a:p>
          <a:p>
            <a:pPr lvl="1"/>
            <a:r>
              <a:rPr lang="en-AU" sz="1600" dirty="0"/>
              <a:t>Useful link: </a:t>
            </a:r>
            <a:r>
              <a:rPr lang="en-AU" sz="1600" dirty="0">
                <a:hlinkClick r:id="rId6"/>
              </a:rPr>
              <a:t>https://www.w3schools.com/cssref/pr_class_float.asp</a:t>
            </a:r>
            <a:endParaRPr lang="en-AU" sz="1600" dirty="0"/>
          </a:p>
        </p:txBody>
      </p:sp>
      <p:pic>
        <p:nvPicPr>
          <p:cNvPr id="3" name="Picture 2"/>
          <p:cNvPicPr>
            <a:picLocks noChangeAspect="1"/>
          </p:cNvPicPr>
          <p:nvPr/>
        </p:nvPicPr>
        <p:blipFill>
          <a:blip r:embed="rId7"/>
          <a:stretch>
            <a:fillRect/>
          </a:stretch>
        </p:blipFill>
        <p:spPr>
          <a:xfrm>
            <a:off x="8328247" y="1149858"/>
            <a:ext cx="3714397" cy="4295366"/>
          </a:xfrm>
          <a:prstGeom prst="rect">
            <a:avLst/>
          </a:prstGeom>
        </p:spPr>
      </p:pic>
    </p:spTree>
    <p:custDataLst>
      <p:tags r:id="rId1"/>
    </p:custDataLst>
    <p:extLst>
      <p:ext uri="{BB962C8B-B14F-4D97-AF65-F5344CB8AC3E}">
        <p14:creationId xmlns:p14="http://schemas.microsoft.com/office/powerpoint/2010/main" val="303776264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Title 2"/>
          <p:cNvSpPr>
            <a:spLocks noGrp="1"/>
          </p:cNvSpPr>
          <p:nvPr>
            <p:ph type="title"/>
          </p:nvPr>
        </p:nvSpPr>
        <p:spPr/>
        <p:txBody>
          <a:bodyPr vert="horz" lIns="91440" tIns="45720" rIns="91440" bIns="45720" rtlCol="0" anchor="ctr">
            <a:normAutofit/>
          </a:bodyPr>
          <a:lstStyle/>
          <a:p>
            <a:r>
              <a:rPr lang="en-AU" dirty="0">
                <a:solidFill>
                  <a:schemeClr val="bg1"/>
                </a:solidFill>
              </a:rPr>
              <a:t>CSS clear Property</a:t>
            </a:r>
          </a:p>
        </p:txBody>
      </p:sp>
      <p:sp>
        <p:nvSpPr>
          <p:cNvPr id="2" name="Content Placeholder 1"/>
          <p:cNvSpPr>
            <a:spLocks noGrp="1"/>
          </p:cNvSpPr>
          <p:nvPr>
            <p:ph idx="1"/>
          </p:nvPr>
        </p:nvSpPr>
        <p:spPr/>
        <p:txBody>
          <a:bodyPr/>
          <a:lstStyle/>
          <a:p>
            <a:r>
              <a:rPr lang="en-AU" b="1" u="sng" dirty="0"/>
              <a:t>Do not allow floating </a:t>
            </a:r>
            <a:r>
              <a:rPr lang="en-AU" dirty="0"/>
              <a:t>elements on the left or the right side of a specified &lt;p&gt; element</a:t>
            </a:r>
          </a:p>
          <a:p>
            <a:endParaRPr lang="en-AU" dirty="0"/>
          </a:p>
          <a:p>
            <a:r>
              <a:rPr lang="en-AU" dirty="0"/>
              <a:t>Remove the "clear" class from the code below to see the effect.</a:t>
            </a:r>
          </a:p>
          <a:p>
            <a:r>
              <a:rPr lang="en-AU" dirty="0">
                <a:hlinkClick r:id="rId2"/>
              </a:rPr>
              <a:t>https://www.w3schools.com/cssref/tryit.asp?filename=trycss_class-clear</a:t>
            </a:r>
            <a:endParaRPr lang="en-AU" dirty="0"/>
          </a:p>
          <a:p>
            <a:endParaRPr lang="en-AU" dirty="0"/>
          </a:p>
        </p:txBody>
      </p:sp>
    </p:spTree>
    <p:extLst>
      <p:ext uri="{BB962C8B-B14F-4D97-AF65-F5344CB8AC3E}">
        <p14:creationId xmlns:p14="http://schemas.microsoft.com/office/powerpoint/2010/main" val="254659830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a:xfrm>
          <a:off x="0" y="0"/>
          <a:ext cx="0" cy="0"/>
          <a:chOff x="0" y="0"/>
          <a:chExt cx="0" cy="0"/>
        </a:xfrm>
      </p:grpSpPr>
      <p:sp>
        <p:nvSpPr>
          <p:cNvPr id="50178" name="Rectangle 2"/>
          <p:cNvSpPr>
            <a:spLocks noGrp="1" noChangeArrowheads="1"/>
          </p:cNvSpPr>
          <p:nvPr>
            <p:ph type="title"/>
            <p:custDataLst>
              <p:tags r:id="rId2"/>
            </p:custDataLst>
          </p:nvPr>
        </p:nvSpPr>
        <p:spPr/>
        <p:txBody>
          <a:bodyPr vert="horz" lIns="91440" tIns="45720" rIns="91440" bIns="45720" rtlCol="0" anchor="ctr">
            <a:normAutofit/>
          </a:bodyPr>
          <a:lstStyle/>
          <a:p>
            <a:r>
              <a:rPr lang="en-AU" dirty="0">
                <a:solidFill>
                  <a:schemeClr val="bg1"/>
                </a:solidFill>
              </a:rPr>
              <a:t>Positioning</a:t>
            </a:r>
          </a:p>
        </p:txBody>
      </p:sp>
      <p:sp>
        <p:nvSpPr>
          <p:cNvPr id="50179" name="Rectangle 3"/>
          <p:cNvSpPr>
            <a:spLocks noGrp="1" noChangeArrowheads="1"/>
          </p:cNvSpPr>
          <p:nvPr>
            <p:ph idx="1"/>
            <p:custDataLst>
              <p:tags r:id="rId3"/>
            </p:custDataLst>
          </p:nvPr>
        </p:nvSpPr>
        <p:spPr/>
        <p:txBody>
          <a:bodyPr/>
          <a:lstStyle/>
          <a:p>
            <a:r>
              <a:rPr lang="en-AU" dirty="0"/>
              <a:t>The position property specifies the type of positioning method used for an element (static, relative, fixed, absolute or sticky).</a:t>
            </a:r>
          </a:p>
          <a:p>
            <a:endParaRPr lang="en-AU" dirty="0"/>
          </a:p>
          <a:p>
            <a:r>
              <a:rPr lang="en-AU" dirty="0"/>
              <a:t>Elements are then positioned using the </a:t>
            </a:r>
            <a:r>
              <a:rPr lang="en-AU" b="1" u="sng" dirty="0"/>
              <a:t>top, bottom, left, and right properties.</a:t>
            </a:r>
            <a:r>
              <a:rPr lang="en-AU" dirty="0"/>
              <a:t> However, these properties will not work unless the position property is set first. They also work differently depending on the position value.</a:t>
            </a:r>
          </a:p>
          <a:p>
            <a:endParaRPr lang="en-US" dirty="0"/>
          </a:p>
        </p:txBody>
      </p:sp>
    </p:spTree>
    <p:custDataLst>
      <p:tags r:id="rId1"/>
    </p:custDataLst>
    <p:extLst>
      <p:ext uri="{BB962C8B-B14F-4D97-AF65-F5344CB8AC3E}">
        <p14:creationId xmlns:p14="http://schemas.microsoft.com/office/powerpoint/2010/main" val="276015626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a:xfrm>
          <a:off x="0" y="0"/>
          <a:ext cx="0" cy="0"/>
          <a:chOff x="0" y="0"/>
          <a:chExt cx="0" cy="0"/>
        </a:xfrm>
      </p:grpSpPr>
      <p:sp>
        <p:nvSpPr>
          <p:cNvPr id="50178" name="Rectangle 2"/>
          <p:cNvSpPr>
            <a:spLocks noGrp="1" noChangeArrowheads="1"/>
          </p:cNvSpPr>
          <p:nvPr>
            <p:ph type="title"/>
            <p:custDataLst>
              <p:tags r:id="rId2"/>
            </p:custDataLst>
          </p:nvPr>
        </p:nvSpPr>
        <p:spPr/>
        <p:txBody>
          <a:bodyPr vert="horz" lIns="91440" tIns="45720" rIns="91440" bIns="45720" rtlCol="0" anchor="ctr">
            <a:normAutofit/>
          </a:bodyPr>
          <a:lstStyle/>
          <a:p>
            <a:r>
              <a:rPr lang="en-AU" dirty="0">
                <a:solidFill>
                  <a:schemeClr val="bg1"/>
                </a:solidFill>
              </a:rPr>
              <a:t>Positioning</a:t>
            </a:r>
          </a:p>
        </p:txBody>
      </p:sp>
      <p:sp>
        <p:nvSpPr>
          <p:cNvPr id="50179" name="Rectangle 3"/>
          <p:cNvSpPr>
            <a:spLocks noGrp="1" noChangeArrowheads="1"/>
          </p:cNvSpPr>
          <p:nvPr>
            <p:ph sz="half" idx="1"/>
            <p:custDataLst>
              <p:tags r:id="rId3"/>
            </p:custDataLst>
          </p:nvPr>
        </p:nvSpPr>
        <p:spPr/>
        <p:txBody>
          <a:bodyPr>
            <a:normAutofit/>
          </a:bodyPr>
          <a:lstStyle/>
          <a:p>
            <a:r>
              <a:rPr lang="en-AU" sz="2000" b="1" dirty="0">
                <a:solidFill>
                  <a:srgbClr val="FF0000"/>
                </a:solidFill>
              </a:rPr>
              <a:t>Static</a:t>
            </a:r>
          </a:p>
          <a:p>
            <a:pPr lvl="1"/>
            <a:r>
              <a:rPr lang="en-AU" sz="2000" dirty="0"/>
              <a:t>–takes up space in normal flow</a:t>
            </a:r>
          </a:p>
          <a:p>
            <a:pPr lvl="1"/>
            <a:r>
              <a:rPr lang="en-AU" sz="2000" dirty="0"/>
              <a:t>–at default position in the normal flow</a:t>
            </a:r>
          </a:p>
          <a:p>
            <a:r>
              <a:rPr lang="en-AU" sz="2000" b="1" dirty="0">
                <a:solidFill>
                  <a:srgbClr val="FF0000"/>
                </a:solidFill>
              </a:rPr>
              <a:t>Relative</a:t>
            </a:r>
          </a:p>
          <a:p>
            <a:pPr lvl="1"/>
            <a:r>
              <a:rPr lang="en-AU" sz="2000" dirty="0"/>
              <a:t>–takes space in normal flow</a:t>
            </a:r>
          </a:p>
          <a:p>
            <a:pPr lvl="1"/>
            <a:r>
              <a:rPr lang="en-AU" sz="2000" dirty="0"/>
              <a:t>–offset from the default position in normal flow</a:t>
            </a:r>
          </a:p>
          <a:p>
            <a:r>
              <a:rPr lang="en-AU" sz="2000" b="1" dirty="0">
                <a:solidFill>
                  <a:srgbClr val="FF0000"/>
                </a:solidFill>
              </a:rPr>
              <a:t>Absolute</a:t>
            </a:r>
          </a:p>
          <a:p>
            <a:pPr lvl="1"/>
            <a:r>
              <a:rPr lang="en-AU" sz="2000" dirty="0"/>
              <a:t>–removed from normal flow</a:t>
            </a:r>
          </a:p>
          <a:p>
            <a:pPr lvl="1"/>
            <a:r>
              <a:rPr lang="en-AU" sz="2000" dirty="0"/>
              <a:t>–positioned at a specific location in containing block</a:t>
            </a:r>
          </a:p>
          <a:p>
            <a:pPr lvl="1"/>
            <a:r>
              <a:rPr lang="en-AU" sz="2000" dirty="0"/>
              <a:t>–scrolls with the document</a:t>
            </a:r>
          </a:p>
          <a:p>
            <a:endParaRPr lang="en-AU" sz="2000" dirty="0"/>
          </a:p>
        </p:txBody>
      </p:sp>
      <p:sp>
        <p:nvSpPr>
          <p:cNvPr id="4" name="Content Placeholder 3">
            <a:extLst>
              <a:ext uri="{FF2B5EF4-FFF2-40B4-BE49-F238E27FC236}">
                <a16:creationId xmlns:a16="http://schemas.microsoft.com/office/drawing/2014/main" xmlns="" id="{96989E12-9BE5-4F0E-9175-2EC98D8FB62B}"/>
              </a:ext>
            </a:extLst>
          </p:cNvPr>
          <p:cNvSpPr>
            <a:spLocks noGrp="1"/>
          </p:cNvSpPr>
          <p:nvPr>
            <p:ph sz="half" idx="2"/>
          </p:nvPr>
        </p:nvSpPr>
        <p:spPr/>
        <p:txBody>
          <a:bodyPr>
            <a:normAutofit/>
          </a:bodyPr>
          <a:lstStyle/>
          <a:p>
            <a:r>
              <a:rPr lang="en-AU" sz="2000" dirty="0">
                <a:solidFill>
                  <a:srgbClr val="FF0000"/>
                </a:solidFill>
              </a:rPr>
              <a:t>Fixed</a:t>
            </a:r>
          </a:p>
          <a:p>
            <a:pPr lvl="1"/>
            <a:r>
              <a:rPr lang="en-AU" sz="1800" dirty="0"/>
              <a:t>–removed from normal flow</a:t>
            </a:r>
          </a:p>
          <a:p>
            <a:pPr lvl="1"/>
            <a:r>
              <a:rPr lang="en-AU" sz="1800" dirty="0"/>
              <a:t>–positioned at a specific location in viewport</a:t>
            </a:r>
          </a:p>
          <a:p>
            <a:pPr lvl="1"/>
            <a:r>
              <a:rPr lang="en-AU" sz="1800" dirty="0"/>
              <a:t>–stays in place even if the document scrolls</a:t>
            </a:r>
          </a:p>
          <a:p>
            <a:r>
              <a:rPr lang="en-AU" sz="2000" dirty="0">
                <a:solidFill>
                  <a:srgbClr val="FF0000"/>
                </a:solidFill>
              </a:rPr>
              <a:t>Sticky</a:t>
            </a:r>
          </a:p>
          <a:p>
            <a:pPr lvl="1"/>
            <a:r>
              <a:rPr lang="en-AU" sz="1800" dirty="0"/>
              <a:t>–takes up space in normal flow</a:t>
            </a:r>
          </a:p>
          <a:p>
            <a:pPr lvl="1"/>
            <a:r>
              <a:rPr lang="en-AU" sz="1800" dirty="0"/>
              <a:t>–at default position in normal flow until scrolled near edge of viewport, then it becomes fixed</a:t>
            </a:r>
            <a:endParaRPr lang="en-US" sz="1800" dirty="0"/>
          </a:p>
          <a:p>
            <a:r>
              <a:rPr lang="en-AU" sz="2000" dirty="0">
                <a:hlinkClick r:id="rId6"/>
              </a:rPr>
              <a:t>https://www.w3schools.com/css/css_positioning.asp</a:t>
            </a:r>
            <a:endParaRPr lang="en-AU" sz="2000" dirty="0"/>
          </a:p>
          <a:p>
            <a:endParaRPr lang="en-AU" sz="2000" dirty="0"/>
          </a:p>
        </p:txBody>
      </p:sp>
    </p:spTree>
    <p:custDataLst>
      <p:tags r:id="rId1"/>
    </p:custDataLst>
    <p:extLst>
      <p:ext uri="{BB962C8B-B14F-4D97-AF65-F5344CB8AC3E}">
        <p14:creationId xmlns:p14="http://schemas.microsoft.com/office/powerpoint/2010/main" val="56313357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a:xfrm>
          <a:off x="0" y="0"/>
          <a:ext cx="0" cy="0"/>
          <a:chOff x="0" y="0"/>
          <a:chExt cx="0" cy="0"/>
        </a:xfrm>
      </p:grpSpPr>
      <p:sp>
        <p:nvSpPr>
          <p:cNvPr id="55298" name="Rectangle 2"/>
          <p:cNvSpPr>
            <a:spLocks noGrp="1" noChangeArrowheads="1"/>
          </p:cNvSpPr>
          <p:nvPr>
            <p:ph type="title"/>
            <p:custDataLst>
              <p:tags r:id="rId2"/>
            </p:custDataLst>
          </p:nvPr>
        </p:nvSpPr>
        <p:spPr/>
        <p:txBody>
          <a:bodyPr vert="horz" lIns="91440" tIns="45720" rIns="91440" bIns="45720" rtlCol="0" anchor="ctr">
            <a:normAutofit/>
          </a:bodyPr>
          <a:lstStyle/>
          <a:p>
            <a:r>
              <a:rPr lang="en-AU" dirty="0">
                <a:solidFill>
                  <a:schemeClr val="bg1"/>
                </a:solidFill>
              </a:rPr>
              <a:t>Stacking</a:t>
            </a:r>
          </a:p>
        </p:txBody>
      </p:sp>
      <p:sp>
        <p:nvSpPr>
          <p:cNvPr id="55299" name="Rectangle 3"/>
          <p:cNvSpPr>
            <a:spLocks noGrp="1" noChangeArrowheads="1"/>
          </p:cNvSpPr>
          <p:nvPr>
            <p:ph idx="1"/>
            <p:custDataLst>
              <p:tags r:id="rId3"/>
            </p:custDataLst>
          </p:nvPr>
        </p:nvSpPr>
        <p:spPr/>
        <p:txBody>
          <a:bodyPr/>
          <a:lstStyle/>
          <a:p>
            <a:r>
              <a:rPr lang="en-AU" dirty="0"/>
              <a:t>The z-index property specifies the stack order of an element.</a:t>
            </a:r>
          </a:p>
          <a:p>
            <a:endParaRPr lang="en-AU" dirty="0"/>
          </a:p>
          <a:p>
            <a:r>
              <a:rPr lang="en-AU" dirty="0"/>
              <a:t>An element with greater stack order is always in front of an element with a lower stack order.</a:t>
            </a:r>
          </a:p>
          <a:p>
            <a:endParaRPr lang="en-AU" dirty="0"/>
          </a:p>
          <a:p>
            <a:r>
              <a:rPr lang="en-AU" dirty="0"/>
              <a:t>Note: z-index only works on positioned elements (position: absolute, position: relative, position: fixed, or position: sticky) and flex items (elements that are direct children of </a:t>
            </a:r>
            <a:r>
              <a:rPr lang="en-AU" dirty="0" err="1"/>
              <a:t>display:flex</a:t>
            </a:r>
            <a:r>
              <a:rPr lang="en-AU" dirty="0"/>
              <a:t> elements).</a:t>
            </a:r>
          </a:p>
        </p:txBody>
      </p:sp>
    </p:spTree>
    <p:custDataLst>
      <p:tags r:id="rId1"/>
    </p:custDataLst>
    <p:extLst>
      <p:ext uri="{BB962C8B-B14F-4D97-AF65-F5344CB8AC3E}">
        <p14:creationId xmlns:p14="http://schemas.microsoft.com/office/powerpoint/2010/main" val="129279882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a:xfrm>
          <a:off x="0" y="0"/>
          <a:ext cx="0" cy="0"/>
          <a:chOff x="0" y="0"/>
          <a:chExt cx="0" cy="0"/>
        </a:xfrm>
      </p:grpSpPr>
      <p:sp>
        <p:nvSpPr>
          <p:cNvPr id="55298" name="Rectangle 2"/>
          <p:cNvSpPr>
            <a:spLocks noGrp="1" noChangeArrowheads="1"/>
          </p:cNvSpPr>
          <p:nvPr>
            <p:ph type="title"/>
            <p:custDataLst>
              <p:tags r:id="rId2"/>
            </p:custDataLst>
          </p:nvPr>
        </p:nvSpPr>
        <p:spPr/>
        <p:txBody>
          <a:bodyPr vert="horz" lIns="91440" tIns="45720" rIns="91440" bIns="45720" rtlCol="0" anchor="ctr">
            <a:normAutofit/>
          </a:bodyPr>
          <a:lstStyle/>
          <a:p>
            <a:r>
              <a:rPr lang="en-AU" dirty="0">
                <a:solidFill>
                  <a:schemeClr val="bg1"/>
                </a:solidFill>
              </a:rPr>
              <a:t>Stacking Property Values</a:t>
            </a:r>
          </a:p>
        </p:txBody>
      </p:sp>
      <p:sp>
        <p:nvSpPr>
          <p:cNvPr id="55299" name="Rectangle 3"/>
          <p:cNvSpPr>
            <a:spLocks noGrp="1" noChangeArrowheads="1"/>
          </p:cNvSpPr>
          <p:nvPr>
            <p:ph idx="1"/>
            <p:custDataLst>
              <p:tags r:id="rId3"/>
            </p:custDataLst>
          </p:nvPr>
        </p:nvSpPr>
        <p:spPr/>
        <p:txBody>
          <a:bodyPr>
            <a:normAutofit fontScale="92500" lnSpcReduction="20000"/>
          </a:bodyPr>
          <a:lstStyle/>
          <a:p>
            <a:endParaRPr lang="en-AU" dirty="0"/>
          </a:p>
          <a:p>
            <a:endParaRPr lang="en-AU" dirty="0"/>
          </a:p>
          <a:p>
            <a:endParaRPr lang="en-AU" dirty="0"/>
          </a:p>
          <a:p>
            <a:endParaRPr lang="en-AU" dirty="0"/>
          </a:p>
          <a:p>
            <a:endParaRPr lang="en-AU" dirty="0"/>
          </a:p>
          <a:p>
            <a:endParaRPr lang="en-AU" dirty="0"/>
          </a:p>
          <a:p>
            <a:endParaRPr lang="en-AU" dirty="0"/>
          </a:p>
          <a:p>
            <a:endParaRPr lang="en-AU" dirty="0"/>
          </a:p>
          <a:p>
            <a:endParaRPr lang="en-AU" dirty="0"/>
          </a:p>
          <a:p>
            <a:endParaRPr lang="en-AU" dirty="0"/>
          </a:p>
          <a:p>
            <a:r>
              <a:rPr lang="en-AU" dirty="0"/>
              <a:t>Try the link below for some examples</a:t>
            </a:r>
          </a:p>
          <a:p>
            <a:r>
              <a:rPr lang="en-AU" dirty="0">
                <a:hlinkClick r:id="rId6"/>
              </a:rPr>
              <a:t>https://</a:t>
            </a:r>
            <a:r>
              <a:rPr lang="en-AU" dirty="0" smtClean="0">
                <a:hlinkClick r:id="rId6"/>
              </a:rPr>
              <a:t>www.w3schools.com/css/css_z-index.asp</a:t>
            </a:r>
            <a:endParaRPr lang="en-AU" dirty="0" smtClean="0"/>
          </a:p>
        </p:txBody>
      </p:sp>
      <p:pic>
        <p:nvPicPr>
          <p:cNvPr id="2" name="Picture 1"/>
          <p:cNvPicPr>
            <a:picLocks noChangeAspect="1"/>
          </p:cNvPicPr>
          <p:nvPr/>
        </p:nvPicPr>
        <p:blipFill>
          <a:blip r:embed="rId7"/>
          <a:stretch>
            <a:fillRect/>
          </a:stretch>
        </p:blipFill>
        <p:spPr>
          <a:xfrm>
            <a:off x="823686" y="1313543"/>
            <a:ext cx="9092109" cy="3212182"/>
          </a:xfrm>
          <a:prstGeom prst="rect">
            <a:avLst/>
          </a:prstGeom>
        </p:spPr>
      </p:pic>
    </p:spTree>
    <p:custDataLst>
      <p:tags r:id="rId1"/>
    </p:custDataLst>
    <p:extLst>
      <p:ext uri="{BB962C8B-B14F-4D97-AF65-F5344CB8AC3E}">
        <p14:creationId xmlns:p14="http://schemas.microsoft.com/office/powerpoint/2010/main" val="221716024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a:xfrm>
          <a:off x="0" y="0"/>
          <a:ext cx="0" cy="0"/>
          <a:chOff x="0" y="0"/>
          <a:chExt cx="0" cy="0"/>
        </a:xfrm>
      </p:grpSpPr>
      <p:sp>
        <p:nvSpPr>
          <p:cNvPr id="55298" name="Rectangle 2"/>
          <p:cNvSpPr>
            <a:spLocks noGrp="1" noChangeArrowheads="1"/>
          </p:cNvSpPr>
          <p:nvPr>
            <p:ph type="title"/>
            <p:custDataLst>
              <p:tags r:id="rId2"/>
            </p:custDataLst>
          </p:nvPr>
        </p:nvSpPr>
        <p:spPr/>
        <p:txBody>
          <a:bodyPr vert="horz" lIns="91440" tIns="45720" rIns="91440" bIns="45720" rtlCol="0" anchor="ctr">
            <a:normAutofit/>
          </a:bodyPr>
          <a:lstStyle/>
          <a:p>
            <a:r>
              <a:rPr lang="en-US" dirty="0">
                <a:solidFill>
                  <a:schemeClr val="bg1"/>
                </a:solidFill>
              </a:rPr>
              <a:t>Summary</a:t>
            </a:r>
          </a:p>
        </p:txBody>
      </p:sp>
      <p:sp>
        <p:nvSpPr>
          <p:cNvPr id="55299" name="Rectangle 3"/>
          <p:cNvSpPr>
            <a:spLocks noGrp="1" noChangeArrowheads="1"/>
          </p:cNvSpPr>
          <p:nvPr>
            <p:ph idx="1"/>
            <p:custDataLst>
              <p:tags r:id="rId3"/>
            </p:custDataLst>
          </p:nvPr>
        </p:nvSpPr>
        <p:spPr/>
        <p:txBody>
          <a:bodyPr/>
          <a:lstStyle/>
          <a:p>
            <a:r>
              <a:rPr lang="en-AU" dirty="0"/>
              <a:t>Box model</a:t>
            </a:r>
          </a:p>
          <a:p>
            <a:pPr lvl="1"/>
            <a:r>
              <a:rPr lang="en-AU" dirty="0"/>
              <a:t>–element box</a:t>
            </a:r>
          </a:p>
          <a:p>
            <a:pPr lvl="1"/>
            <a:r>
              <a:rPr lang="en-AU" dirty="0"/>
              <a:t>–dimensions, sizing, overflow</a:t>
            </a:r>
          </a:p>
          <a:p>
            <a:pPr lvl="1"/>
            <a:r>
              <a:rPr lang="en-AU" dirty="0"/>
              <a:t>–padding, borders, margins, outlines</a:t>
            </a:r>
          </a:p>
          <a:p>
            <a:r>
              <a:rPr lang="en-AU" dirty="0"/>
              <a:t>Display</a:t>
            </a:r>
          </a:p>
          <a:p>
            <a:r>
              <a:rPr lang="en-AU" dirty="0"/>
              <a:t>Layout</a:t>
            </a:r>
          </a:p>
          <a:p>
            <a:r>
              <a:rPr lang="en-AU" dirty="0"/>
              <a:t>Floating, clearing, positioning</a:t>
            </a:r>
          </a:p>
          <a:p>
            <a:pPr lvl="1"/>
            <a:endParaRPr lang="en-AU" dirty="0"/>
          </a:p>
        </p:txBody>
      </p:sp>
    </p:spTree>
    <p:custDataLst>
      <p:tags r:id="rId1"/>
    </p:custDataLst>
    <p:extLst>
      <p:ext uri="{BB962C8B-B14F-4D97-AF65-F5344CB8AC3E}">
        <p14:creationId xmlns:p14="http://schemas.microsoft.com/office/powerpoint/2010/main" val="342124752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E3266722-80F4-4358-A03A-B90207A379F2}"/>
              </a:ext>
            </a:extLst>
          </p:cNvPr>
          <p:cNvSpPr>
            <a:spLocks noGrp="1"/>
          </p:cNvSpPr>
          <p:nvPr>
            <p:ph type="title"/>
          </p:nvPr>
        </p:nvSpPr>
        <p:spPr/>
        <p:txBody>
          <a:bodyPr vert="horz" lIns="91440" tIns="45720" rIns="91440" bIns="45720" rtlCol="0" anchor="ctr">
            <a:normAutofit/>
          </a:bodyPr>
          <a:lstStyle/>
          <a:p>
            <a:r>
              <a:rPr lang="en-AU" dirty="0">
                <a:solidFill>
                  <a:schemeClr val="bg1"/>
                </a:solidFill>
              </a:rPr>
              <a:t>Next Week</a:t>
            </a:r>
          </a:p>
        </p:txBody>
      </p:sp>
      <p:sp>
        <p:nvSpPr>
          <p:cNvPr id="3" name="Content Placeholder 2">
            <a:extLst>
              <a:ext uri="{FF2B5EF4-FFF2-40B4-BE49-F238E27FC236}">
                <a16:creationId xmlns:a16="http://schemas.microsoft.com/office/drawing/2014/main" xmlns="" id="{E853B393-0F2E-4B7F-A349-A00432CBDA3B}"/>
              </a:ext>
            </a:extLst>
          </p:cNvPr>
          <p:cNvSpPr>
            <a:spLocks noGrp="1"/>
          </p:cNvSpPr>
          <p:nvPr>
            <p:ph idx="1"/>
          </p:nvPr>
        </p:nvSpPr>
        <p:spPr>
          <a:xfrm>
            <a:off x="838200" y="1219200"/>
            <a:ext cx="10515600" cy="4957763"/>
          </a:xfrm>
        </p:spPr>
        <p:txBody>
          <a:bodyPr>
            <a:normAutofit/>
          </a:bodyPr>
          <a:lstStyle/>
          <a:p>
            <a:pPr marL="342900" indent="-342900" algn="l">
              <a:buFont typeface="Arial" pitchFamily="34" charset="0"/>
              <a:buChar char="•"/>
            </a:pPr>
            <a:r>
              <a:rPr lang="en-AU" dirty="0"/>
              <a:t>Responsive web design</a:t>
            </a:r>
          </a:p>
          <a:p>
            <a:pPr marL="342900" indent="-342900" algn="l">
              <a:buFont typeface="Arial" pitchFamily="34" charset="0"/>
              <a:buChar char="•"/>
            </a:pPr>
            <a:r>
              <a:rPr lang="en-AU" dirty="0"/>
              <a:t>Viewport</a:t>
            </a:r>
          </a:p>
          <a:p>
            <a:pPr marL="342900" indent="-342900" algn="l">
              <a:buFont typeface="Arial" pitchFamily="34" charset="0"/>
              <a:buChar char="•"/>
            </a:pPr>
            <a:r>
              <a:rPr lang="en-AU" dirty="0"/>
              <a:t>CSS media queries</a:t>
            </a:r>
          </a:p>
          <a:p>
            <a:pPr marL="342900" indent="-342900" algn="l">
              <a:buFont typeface="Arial" pitchFamily="34" charset="0"/>
              <a:buChar char="•"/>
            </a:pPr>
            <a:r>
              <a:rPr lang="en-AU" dirty="0"/>
              <a:t>Flexbox</a:t>
            </a:r>
          </a:p>
          <a:p>
            <a:pPr marL="342900" indent="-342900" algn="l">
              <a:buFont typeface="Arial" pitchFamily="34" charset="0"/>
              <a:buChar char="•"/>
            </a:pPr>
            <a:r>
              <a:rPr lang="en-AU" dirty="0"/>
              <a:t>CSS Grid</a:t>
            </a:r>
          </a:p>
        </p:txBody>
      </p:sp>
    </p:spTree>
    <p:extLst>
      <p:ext uri="{BB962C8B-B14F-4D97-AF65-F5344CB8AC3E}">
        <p14:creationId xmlns:p14="http://schemas.microsoft.com/office/powerpoint/2010/main" val="869297209"/>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DVSECTIONID" val="hdjcmPjs29UmLRIrOw1CqQ"/>
</p:tagLst>
</file>

<file path=ppt/tags/tag2.xml><?xml version="1.0" encoding="utf-8"?>
<p:tagLst xmlns:a="http://schemas.openxmlformats.org/drawingml/2006/main" xmlns:r="http://schemas.openxmlformats.org/officeDocument/2006/relationships" xmlns:p="http://schemas.openxmlformats.org/presentationml/2006/main">
  <p:tag name="DVSHAPEID" val="8uOVskLPgAacLGzqLJ2dJ6"/>
</p:tagLst>
</file>

<file path=ppt/tags/tag3.xml><?xml version="1.0" encoding="utf-8"?>
<p:tagLst xmlns:a="http://schemas.openxmlformats.org/drawingml/2006/main" xmlns:r="http://schemas.openxmlformats.org/officeDocument/2006/relationships" xmlns:p="http://schemas.openxmlformats.org/presentationml/2006/main">
  <p:tag name="DVSHAPEID" val="paKY5CC4Ou6rtdni3pzWme"/>
</p:tagLst>
</file>

<file path=ppt/tags/tag4.xml><?xml version="1.0" encoding="utf-8"?>
<p:tagLst xmlns:a="http://schemas.openxmlformats.org/drawingml/2006/main" xmlns:r="http://schemas.openxmlformats.org/officeDocument/2006/relationships" xmlns:p="http://schemas.openxmlformats.org/presentationml/2006/main">
  <p:tag name="DVSECTIONID" val="3HPpWmQT6r2Glo9f8BgQms"/>
</p:tagLst>
</file>

<file path=ppt/tags/tag5.xml><?xml version="1.0" encoding="utf-8"?>
<p:tagLst xmlns:a="http://schemas.openxmlformats.org/drawingml/2006/main" xmlns:r="http://schemas.openxmlformats.org/officeDocument/2006/relationships" xmlns:p="http://schemas.openxmlformats.org/presentationml/2006/main">
  <p:tag name="DVSHAPEID" val="jxyUy99RnCcRgjMEiWJZXi"/>
</p:tagLst>
</file>

<file path=ppt/tags/tag6.xml><?xml version="1.0" encoding="utf-8"?>
<p:tagLst xmlns:a="http://schemas.openxmlformats.org/drawingml/2006/main" xmlns:r="http://schemas.openxmlformats.org/officeDocument/2006/relationships" xmlns:p="http://schemas.openxmlformats.org/presentationml/2006/main">
  <p:tag name="DVSHAPEID" val="A6pPjxKFowBUCm5UAC6LxZ"/>
</p:tagLst>
</file>

<file path=ppt/tags/tag7.xml><?xml version="1.0" encoding="utf-8"?>
<p:tagLst xmlns:a="http://schemas.openxmlformats.org/drawingml/2006/main" xmlns:r="http://schemas.openxmlformats.org/officeDocument/2006/relationships" xmlns:p="http://schemas.openxmlformats.org/presentationml/2006/main">
  <p:tag name="DVSECTIONID" val="DoTBfb5H0mwrSndSHM3GR2"/>
</p:tagLst>
</file>

<file path=ppt/tags/tag8.xml><?xml version="1.0" encoding="utf-8"?>
<p:tagLst xmlns:a="http://schemas.openxmlformats.org/drawingml/2006/main" xmlns:r="http://schemas.openxmlformats.org/officeDocument/2006/relationships" xmlns:p="http://schemas.openxmlformats.org/presentationml/2006/main">
  <p:tag name="DVSHAPEID" val="dSA3WS1WKx38U0oKhfVxUD"/>
</p:tagLst>
</file>

<file path=ppt/tags/tag9.xml><?xml version="1.0" encoding="utf-8"?>
<p:tagLst xmlns:a="http://schemas.openxmlformats.org/drawingml/2006/main" xmlns:r="http://schemas.openxmlformats.org/officeDocument/2006/relationships" xmlns:p="http://schemas.openxmlformats.org/presentationml/2006/main">
  <p:tag name="DVSHAPEID" val="RsYai1aBOtlPe8WMhL6J2l"/>
</p:tagLst>
</file>

<file path=ppt/tags/tag10.xml><?xml version="1.0" encoding="utf-8"?>
<p:tagLst xmlns:a="http://schemas.openxmlformats.org/drawingml/2006/main" xmlns:r="http://schemas.openxmlformats.org/officeDocument/2006/relationships" xmlns:p="http://schemas.openxmlformats.org/presentationml/2006/main">
  <p:tag name="DVSECTIONID" val="puY05NwHA2Pu3oMSc9Zw9K"/>
</p:tagLst>
</file>

<file path=ppt/tags/tag11.xml><?xml version="1.0" encoding="utf-8"?>
<p:tagLst xmlns:a="http://schemas.openxmlformats.org/drawingml/2006/main" xmlns:r="http://schemas.openxmlformats.org/officeDocument/2006/relationships" xmlns:p="http://schemas.openxmlformats.org/presentationml/2006/main">
  <p:tag name="DVSHAPEID" val="n0MVQiqRULVNVkpoze2NCz"/>
</p:tagLst>
</file>

<file path=ppt/tags/tag12.xml><?xml version="1.0" encoding="utf-8"?>
<p:tagLst xmlns:a="http://schemas.openxmlformats.org/drawingml/2006/main" xmlns:r="http://schemas.openxmlformats.org/officeDocument/2006/relationships" xmlns:p="http://schemas.openxmlformats.org/presentationml/2006/main">
  <p:tag name="DVSHAPEID" val="aXy3gxwz7BbCCUezb7FwxI"/>
</p:tagLst>
</file>

<file path=ppt/tags/tag13.xml><?xml version="1.0" encoding="utf-8"?>
<p:tagLst xmlns:a="http://schemas.openxmlformats.org/drawingml/2006/main" xmlns:r="http://schemas.openxmlformats.org/officeDocument/2006/relationships" xmlns:p="http://schemas.openxmlformats.org/presentationml/2006/main">
  <p:tag name="DVSECTIONID" val="QRlLtgo7QPiFgsLEnW3m2F"/>
</p:tagLst>
</file>

<file path=ppt/tags/tag14.xml><?xml version="1.0" encoding="utf-8"?>
<p:tagLst xmlns:a="http://schemas.openxmlformats.org/drawingml/2006/main" xmlns:r="http://schemas.openxmlformats.org/officeDocument/2006/relationships" xmlns:p="http://schemas.openxmlformats.org/presentationml/2006/main">
  <p:tag name="DVSHAPEID" val="fdULg5IYw5T42kDeT80VGE"/>
</p:tagLst>
</file>

<file path=ppt/tags/tag15.xml><?xml version="1.0" encoding="utf-8"?>
<p:tagLst xmlns:a="http://schemas.openxmlformats.org/drawingml/2006/main" xmlns:r="http://schemas.openxmlformats.org/officeDocument/2006/relationships" xmlns:p="http://schemas.openxmlformats.org/presentationml/2006/main">
  <p:tag name="DVSHAPEID" val="OXgQHQTnfKeThTdVM22B7D"/>
</p:tagLst>
</file>

<file path=ppt/tags/tag16.xml><?xml version="1.0" encoding="utf-8"?>
<p:tagLst xmlns:a="http://schemas.openxmlformats.org/drawingml/2006/main" xmlns:r="http://schemas.openxmlformats.org/officeDocument/2006/relationships" xmlns:p="http://schemas.openxmlformats.org/presentationml/2006/main">
  <p:tag name="DVSECTIONID" val="E4olhywq6lkC9NTAFlDc7I"/>
</p:tagLst>
</file>

<file path=ppt/tags/tag17.xml><?xml version="1.0" encoding="utf-8"?>
<p:tagLst xmlns:a="http://schemas.openxmlformats.org/drawingml/2006/main" xmlns:r="http://schemas.openxmlformats.org/officeDocument/2006/relationships" xmlns:p="http://schemas.openxmlformats.org/presentationml/2006/main">
  <p:tag name="DVSHAPEID" val="FPEVh3LZXLuI6WxiMDXLY6"/>
</p:tagLst>
</file>

<file path=ppt/tags/tag18.xml><?xml version="1.0" encoding="utf-8"?>
<p:tagLst xmlns:a="http://schemas.openxmlformats.org/drawingml/2006/main" xmlns:r="http://schemas.openxmlformats.org/officeDocument/2006/relationships" xmlns:p="http://schemas.openxmlformats.org/presentationml/2006/main">
  <p:tag name="DVSHAPEID" val="wH2ULt73Jhl1ITscO6kgI8"/>
</p:tagLst>
</file>

<file path=ppt/tags/tag19.xml><?xml version="1.0" encoding="utf-8"?>
<p:tagLst xmlns:a="http://schemas.openxmlformats.org/drawingml/2006/main" xmlns:r="http://schemas.openxmlformats.org/officeDocument/2006/relationships" xmlns:p="http://schemas.openxmlformats.org/presentationml/2006/main">
  <p:tag name="DVSECTIONID" val="E4olhywq6lkC9NTAFlDc7I"/>
</p:tagLst>
</file>

<file path=ppt/tags/tag20.xml><?xml version="1.0" encoding="utf-8"?>
<p:tagLst xmlns:a="http://schemas.openxmlformats.org/drawingml/2006/main" xmlns:r="http://schemas.openxmlformats.org/officeDocument/2006/relationships" xmlns:p="http://schemas.openxmlformats.org/presentationml/2006/main">
  <p:tag name="DVSHAPEID" val="FPEVh3LZXLuI6WxiMDXLY6"/>
</p:tagLst>
</file>

<file path=ppt/tags/tag21.xml><?xml version="1.0" encoding="utf-8"?>
<p:tagLst xmlns:a="http://schemas.openxmlformats.org/drawingml/2006/main" xmlns:r="http://schemas.openxmlformats.org/officeDocument/2006/relationships" xmlns:p="http://schemas.openxmlformats.org/presentationml/2006/main">
  <p:tag name="DVSHAPEID" val="wH2ULt73Jhl1ITscO6kgI8"/>
</p:tagLst>
</file>

<file path=ppt/tags/tag22.xml><?xml version="1.0" encoding="utf-8"?>
<p:tagLst xmlns:a="http://schemas.openxmlformats.org/drawingml/2006/main" xmlns:r="http://schemas.openxmlformats.org/officeDocument/2006/relationships" xmlns:p="http://schemas.openxmlformats.org/presentationml/2006/main">
  <p:tag name="DVSECTIONID" val="lLCaexwXXokObxRVKFqmmI"/>
</p:tagLst>
</file>

<file path=ppt/tags/tag23.xml><?xml version="1.0" encoding="utf-8"?>
<p:tagLst xmlns:a="http://schemas.openxmlformats.org/drawingml/2006/main" xmlns:r="http://schemas.openxmlformats.org/officeDocument/2006/relationships" xmlns:p="http://schemas.openxmlformats.org/presentationml/2006/main">
  <p:tag name="DVSHAPEID" val="aVydkZbB0QbJe44kgn1pjz"/>
</p:tagLst>
</file>

<file path=ppt/tags/tag24.xml><?xml version="1.0" encoding="utf-8"?>
<p:tagLst xmlns:a="http://schemas.openxmlformats.org/drawingml/2006/main" xmlns:r="http://schemas.openxmlformats.org/officeDocument/2006/relationships" xmlns:p="http://schemas.openxmlformats.org/presentationml/2006/main">
  <p:tag name="DVSHAPEID" val="hiFe3ofksAlnZEW56PQNOf"/>
</p:tagLst>
</file>

<file path=ppt/tags/tag25.xml><?xml version="1.0" encoding="utf-8"?>
<p:tagLst xmlns:a="http://schemas.openxmlformats.org/drawingml/2006/main" xmlns:r="http://schemas.openxmlformats.org/officeDocument/2006/relationships" xmlns:p="http://schemas.openxmlformats.org/presentationml/2006/main">
  <p:tag name="DVSECTIONID" val="lLCaexwXXokObxRVKFqmmI"/>
</p:tagLst>
</file>

<file path=ppt/tags/tag26.xml><?xml version="1.0" encoding="utf-8"?>
<p:tagLst xmlns:a="http://schemas.openxmlformats.org/drawingml/2006/main" xmlns:r="http://schemas.openxmlformats.org/officeDocument/2006/relationships" xmlns:p="http://schemas.openxmlformats.org/presentationml/2006/main">
  <p:tag name="DVSHAPEID" val="aVydkZbB0QbJe44kgn1pjz"/>
</p:tagLst>
</file>

<file path=ppt/tags/tag27.xml><?xml version="1.0" encoding="utf-8"?>
<p:tagLst xmlns:a="http://schemas.openxmlformats.org/drawingml/2006/main" xmlns:r="http://schemas.openxmlformats.org/officeDocument/2006/relationships" xmlns:p="http://schemas.openxmlformats.org/presentationml/2006/main">
  <p:tag name="DVSHAPEID" val="hiFe3ofksAlnZEW56PQNOf"/>
</p:tagLst>
</file>

<file path=ppt/tags/tag28.xml><?xml version="1.0" encoding="utf-8"?>
<p:tagLst xmlns:a="http://schemas.openxmlformats.org/drawingml/2006/main" xmlns:r="http://schemas.openxmlformats.org/officeDocument/2006/relationships" xmlns:p="http://schemas.openxmlformats.org/presentationml/2006/main">
  <p:tag name="DVSECTIONID" val="lLCaexwXXokObxRVKFqmmI"/>
</p:tagLst>
</file>

<file path=ppt/tags/tag29.xml><?xml version="1.0" encoding="utf-8"?>
<p:tagLst xmlns:a="http://schemas.openxmlformats.org/drawingml/2006/main" xmlns:r="http://schemas.openxmlformats.org/officeDocument/2006/relationships" xmlns:p="http://schemas.openxmlformats.org/presentationml/2006/main">
  <p:tag name="DVSHAPEID" val="aVydkZbB0QbJe44kgn1pjz"/>
</p:tagLst>
</file>

<file path=ppt/tags/tag30.xml><?xml version="1.0" encoding="utf-8"?>
<p:tagLst xmlns:a="http://schemas.openxmlformats.org/drawingml/2006/main" xmlns:r="http://schemas.openxmlformats.org/officeDocument/2006/relationships" xmlns:p="http://schemas.openxmlformats.org/presentationml/2006/main">
  <p:tag name="DVSHAPEID" val="hiFe3ofksAlnZEW56PQNOf"/>
</p:tagLst>
</file>

<file path=ppt/theme/theme1.xml><?xml version="1.0" encoding="utf-8"?>
<a:theme xmlns:a="http://schemas.openxmlformats.org/drawingml/2006/main" name="Theme2">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xmlns="" name="Presentation1" id="{5B60CE4C-EDC0-496D-AE6D-84B42325BD16}" vid="{64883BDB-BA55-4845-887F-AD4C7C325405}"/>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WIN Lecture Final template-T1-2022</Template>
  <TotalTime>682</TotalTime>
  <Words>834</Words>
  <Application>Microsoft Office PowerPoint</Application>
  <PresentationFormat>Custom</PresentationFormat>
  <Paragraphs>160</Paragraphs>
  <Slides>18</Slides>
  <Notes>13</Notes>
  <HiddenSlides>0</HiddenSlides>
  <MMClips>0</MMClips>
  <ScaleCrop>false</ScaleCrop>
  <HeadingPairs>
    <vt:vector size="4" baseType="variant">
      <vt:variant>
        <vt:lpstr>Theme</vt:lpstr>
      </vt:variant>
      <vt:variant>
        <vt:i4>1</vt:i4>
      </vt:variant>
      <vt:variant>
        <vt:lpstr>Slide Titles</vt:lpstr>
      </vt:variant>
      <vt:variant>
        <vt:i4>18</vt:i4>
      </vt:variant>
    </vt:vector>
  </HeadingPairs>
  <TitlesOfParts>
    <vt:vector size="19" baseType="lpstr">
      <vt:lpstr>Theme2</vt:lpstr>
      <vt:lpstr>PowerPoint Presentation</vt:lpstr>
      <vt:lpstr>This Week</vt:lpstr>
      <vt:lpstr>CSS Box Model</vt:lpstr>
      <vt:lpstr>Different parts of Box Model</vt:lpstr>
      <vt:lpstr>Width and Height of an Element</vt:lpstr>
      <vt:lpstr>CSS Box Sizing </vt:lpstr>
      <vt:lpstr>CSS overflow Property</vt:lpstr>
      <vt:lpstr>CSS Outline</vt:lpstr>
      <vt:lpstr>CSS display Property</vt:lpstr>
      <vt:lpstr>Layout</vt:lpstr>
      <vt:lpstr>Floating</vt:lpstr>
      <vt:lpstr>CSS clear Property</vt:lpstr>
      <vt:lpstr>Positioning</vt:lpstr>
      <vt:lpstr>Positioning</vt:lpstr>
      <vt:lpstr>Stacking</vt:lpstr>
      <vt:lpstr>Stacking Property Values</vt:lpstr>
      <vt:lpstr>Summary</vt:lpstr>
      <vt:lpstr>Next Week</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Sai Kiran Lakkaraju</dc:creator>
  <cp:lastModifiedBy>Ali Aljaafreh</cp:lastModifiedBy>
  <cp:revision>18</cp:revision>
  <dcterms:created xsi:type="dcterms:W3CDTF">2022-03-12T12:34:51Z</dcterms:created>
  <dcterms:modified xsi:type="dcterms:W3CDTF">2023-09-05T02:18:01Z</dcterms:modified>
</cp:coreProperties>
</file>