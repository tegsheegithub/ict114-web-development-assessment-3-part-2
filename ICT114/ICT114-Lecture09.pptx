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4.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5.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7.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8.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9.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0.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1.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2.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3.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4.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60" r:id="rId4"/>
    <p:sldId id="262" r:id="rId5"/>
    <p:sldId id="273" r:id="rId6"/>
    <p:sldId id="277" r:id="rId7"/>
    <p:sldId id="281" r:id="rId8"/>
    <p:sldId id="275" r:id="rId9"/>
    <p:sldId id="327" r:id="rId10"/>
    <p:sldId id="328" r:id="rId11"/>
    <p:sldId id="329" r:id="rId12"/>
    <p:sldId id="330" r:id="rId13"/>
    <p:sldId id="282" r:id="rId14"/>
    <p:sldId id="331" r:id="rId15"/>
    <p:sldId id="317" r:id="rId16"/>
    <p:sldId id="285" r:id="rId17"/>
    <p:sldId id="287" r:id="rId18"/>
    <p:sldId id="288" r:id="rId19"/>
    <p:sldId id="325" r:id="rId20"/>
    <p:sldId id="289" r:id="rId21"/>
    <p:sldId id="326" r:id="rId22"/>
    <p:sldId id="318" r:id="rId23"/>
    <p:sldId id="25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84B5394-50EE-42AF-843B-BF8E7B4B15F7}">
          <p14:sldIdLst>
            <p14:sldId id="256"/>
            <p14:sldId id="257"/>
            <p14:sldId id="260"/>
            <p14:sldId id="262"/>
            <p14:sldId id="273"/>
            <p14:sldId id="277"/>
            <p14:sldId id="281"/>
            <p14:sldId id="275"/>
            <p14:sldId id="327"/>
            <p14:sldId id="328"/>
            <p14:sldId id="329"/>
            <p14:sldId id="330"/>
            <p14:sldId id="282"/>
            <p14:sldId id="331"/>
            <p14:sldId id="317"/>
            <p14:sldId id="285"/>
            <p14:sldId id="287"/>
            <p14:sldId id="288"/>
            <p14:sldId id="325"/>
            <p14:sldId id="289"/>
            <p14:sldId id="326"/>
            <p14:sldId id="318"/>
            <p14:sldId id="259"/>
          </p14:sldIdLst>
        </p14:section>
        <p14:section name="Next Week" id="{FD86B605-444E-4BCA-826D-771DBC58A36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BF0754-D826-439F-B6A6-E04E32BE089C}" v="50" dt="2022-04-30T14:30:29.4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75229" autoAdjust="0"/>
  </p:normalViewPr>
  <p:slideViewPr>
    <p:cSldViewPr>
      <p:cViewPr varScale="1">
        <p:scale>
          <a:sx n="66" d="100"/>
          <a:sy n="66" d="100"/>
        </p:scale>
        <p:origin x="566" y="53"/>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 Lakkaraju" userId="67789ed4-6cf2-46dd-bb2a-c209225f1b65" providerId="ADAL" clId="{9672EF5D-0FDD-4117-A113-4F01C607374C}"/>
    <pc:docChg chg="undo custSel delSld modSld delSection modSection">
      <pc:chgData name="Sai Lakkaraju" userId="67789ed4-6cf2-46dd-bb2a-c209225f1b65" providerId="ADAL" clId="{9672EF5D-0FDD-4117-A113-4F01C607374C}" dt="2022-04-25T00:19:03.407" v="339" actId="6549"/>
      <pc:docMkLst>
        <pc:docMk/>
      </pc:docMkLst>
      <pc:sldChg chg="modSp mod">
        <pc:chgData name="Sai Lakkaraju" userId="67789ed4-6cf2-46dd-bb2a-c209225f1b65" providerId="ADAL" clId="{9672EF5D-0FDD-4117-A113-4F01C607374C}" dt="2022-04-24T23:14:37.840" v="1" actId="20577"/>
        <pc:sldMkLst>
          <pc:docMk/>
          <pc:sldMk cId="715634170" sldId="256"/>
        </pc:sldMkLst>
        <pc:spChg chg="mod">
          <ac:chgData name="Sai Lakkaraju" userId="67789ed4-6cf2-46dd-bb2a-c209225f1b65" providerId="ADAL" clId="{9672EF5D-0FDD-4117-A113-4F01C607374C}" dt="2022-04-24T23:14:37.840" v="1" actId="20577"/>
          <ac:spMkLst>
            <pc:docMk/>
            <pc:sldMk cId="715634170" sldId="256"/>
            <ac:spMk id="3" creationId="{94875C1C-3858-44F5-9117-CB658AFD44E3}"/>
          </ac:spMkLst>
        </pc:spChg>
      </pc:sldChg>
      <pc:sldChg chg="modSp del mod">
        <pc:chgData name="Sai Lakkaraju" userId="67789ed4-6cf2-46dd-bb2a-c209225f1b65" providerId="ADAL" clId="{9672EF5D-0FDD-4117-A113-4F01C607374C}" dt="2022-04-25T00:17:39.950" v="330" actId="47"/>
        <pc:sldMkLst>
          <pc:docMk/>
          <pc:sldMk cId="194403597" sldId="259"/>
        </pc:sldMkLst>
        <pc:spChg chg="mod">
          <ac:chgData name="Sai Lakkaraju" userId="67789ed4-6cf2-46dd-bb2a-c209225f1b65" providerId="ADAL" clId="{9672EF5D-0FDD-4117-A113-4F01C607374C}" dt="2022-04-25T00:17:37.829" v="329" actId="21"/>
          <ac:spMkLst>
            <pc:docMk/>
            <pc:sldMk cId="194403597" sldId="259"/>
            <ac:spMk id="6" creationId="{00000000-0000-0000-0000-000000000000}"/>
          </ac:spMkLst>
        </pc:spChg>
      </pc:sldChg>
      <pc:sldChg chg="addSp delSp modSp del mod modClrScheme chgLayout">
        <pc:chgData name="Sai Lakkaraju" userId="67789ed4-6cf2-46dd-bb2a-c209225f1b65" providerId="ADAL" clId="{9672EF5D-0FDD-4117-A113-4F01C607374C}" dt="2022-04-24T23:20:15.620" v="42"/>
        <pc:sldMkLst>
          <pc:docMk/>
          <pc:sldMk cId="3521356257" sldId="260"/>
        </pc:sldMkLst>
        <pc:spChg chg="mod ord">
          <ac:chgData name="Sai Lakkaraju" userId="67789ed4-6cf2-46dd-bb2a-c209225f1b65" providerId="ADAL" clId="{9672EF5D-0FDD-4117-A113-4F01C607374C}" dt="2022-04-24T23:18:23.405" v="23" actId="26606"/>
          <ac:spMkLst>
            <pc:docMk/>
            <pc:sldMk cId="3521356257" sldId="260"/>
            <ac:spMk id="3" creationId="{00000000-0000-0000-0000-000000000000}"/>
          </ac:spMkLst>
        </pc:spChg>
        <pc:spChg chg="add del mod">
          <ac:chgData name="Sai Lakkaraju" userId="67789ed4-6cf2-46dd-bb2a-c209225f1b65" providerId="ADAL" clId="{9672EF5D-0FDD-4117-A113-4F01C607374C}" dt="2022-04-24T23:18:14.843" v="21"/>
          <ac:spMkLst>
            <pc:docMk/>
            <pc:sldMk cId="3521356257" sldId="260"/>
            <ac:spMk id="4" creationId="{C5E9A835-C546-4C42-BB30-C7B0982DD973}"/>
          </ac:spMkLst>
        </pc:spChg>
        <pc:spChg chg="add del mod">
          <ac:chgData name="Sai Lakkaraju" userId="67789ed4-6cf2-46dd-bb2a-c209225f1b65" providerId="ADAL" clId="{9672EF5D-0FDD-4117-A113-4F01C607374C}" dt="2022-04-24T23:18:14.843" v="21"/>
          <ac:spMkLst>
            <pc:docMk/>
            <pc:sldMk cId="3521356257" sldId="260"/>
            <ac:spMk id="5" creationId="{E84F4312-6619-442F-952C-A6A8D709AD4F}"/>
          </ac:spMkLst>
        </pc:spChg>
        <pc:spChg chg="add mod ord">
          <ac:chgData name="Sai Lakkaraju" userId="67789ed4-6cf2-46dd-bb2a-c209225f1b65" providerId="ADAL" clId="{9672EF5D-0FDD-4117-A113-4F01C607374C}" dt="2022-04-24T23:18:39.503" v="27" actId="113"/>
          <ac:spMkLst>
            <pc:docMk/>
            <pc:sldMk cId="3521356257" sldId="260"/>
            <ac:spMk id="6" creationId="{AC31E74C-F4C0-401E-AAFE-60A3EA118449}"/>
          </ac:spMkLst>
        </pc:spChg>
        <pc:spChg chg="del">
          <ac:chgData name="Sai Lakkaraju" userId="67789ed4-6cf2-46dd-bb2a-c209225f1b65" providerId="ADAL" clId="{9672EF5D-0FDD-4117-A113-4F01C607374C}" dt="2022-04-24T23:18:23.405" v="23" actId="26606"/>
          <ac:spMkLst>
            <pc:docMk/>
            <pc:sldMk cId="3521356257" sldId="260"/>
            <ac:spMk id="10" creationId="{00000000-0000-0000-0000-000000000000}"/>
          </ac:spMkLst>
        </pc:spChg>
        <pc:picChg chg="del mod">
          <ac:chgData name="Sai Lakkaraju" userId="67789ed4-6cf2-46dd-bb2a-c209225f1b65" providerId="ADAL" clId="{9672EF5D-0FDD-4117-A113-4F01C607374C}" dt="2022-04-24T23:20:13.228" v="41" actId="21"/>
          <ac:picMkLst>
            <pc:docMk/>
            <pc:sldMk cId="3521356257" sldId="260"/>
            <ac:picMk id="2" creationId="{00000000-0000-0000-0000-000000000000}"/>
          </ac:picMkLst>
        </pc:picChg>
        <pc:picChg chg="add mod">
          <ac:chgData name="Sai Lakkaraju" userId="67789ed4-6cf2-46dd-bb2a-c209225f1b65" providerId="ADAL" clId="{9672EF5D-0FDD-4117-A113-4F01C607374C}" dt="2022-04-24T23:20:15.620" v="42"/>
          <ac:picMkLst>
            <pc:docMk/>
            <pc:sldMk cId="3521356257" sldId="260"/>
            <ac:picMk id="8" creationId="{AFFD7253-9D7B-4BCD-962B-5C38F95D9AC8}"/>
          </ac:picMkLst>
        </pc:picChg>
      </pc:sldChg>
      <pc:sldChg chg="addSp delSp modSp del mod modClrScheme chgLayout">
        <pc:chgData name="Sai Lakkaraju" userId="67789ed4-6cf2-46dd-bb2a-c209225f1b65" providerId="ADAL" clId="{9672EF5D-0FDD-4117-A113-4F01C607374C}" dt="2022-04-24T23:21:19.826" v="55" actId="14100"/>
        <pc:sldMkLst>
          <pc:docMk/>
          <pc:sldMk cId="39798925" sldId="262"/>
        </pc:sldMkLst>
        <pc:spChg chg="mod ord">
          <ac:chgData name="Sai Lakkaraju" userId="67789ed4-6cf2-46dd-bb2a-c209225f1b65" providerId="ADAL" clId="{9672EF5D-0FDD-4117-A113-4F01C607374C}" dt="2022-04-24T23:20:05.827" v="38" actId="700"/>
          <ac:spMkLst>
            <pc:docMk/>
            <pc:sldMk cId="39798925" sldId="262"/>
            <ac:spMk id="2" creationId="{00000000-0000-0000-0000-000000000000}"/>
          </ac:spMkLst>
        </pc:spChg>
        <pc:spChg chg="add del mod ord">
          <ac:chgData name="Sai Lakkaraju" userId="67789ed4-6cf2-46dd-bb2a-c209225f1b65" providerId="ADAL" clId="{9672EF5D-0FDD-4117-A113-4F01C607374C}" dt="2022-04-24T23:18:51.132" v="29" actId="26606"/>
          <ac:spMkLst>
            <pc:docMk/>
            <pc:sldMk cId="39798925" sldId="262"/>
            <ac:spMk id="3" creationId="{DFCC5780-4462-48BC-9CE8-89B5803BAC10}"/>
          </ac:spMkLst>
        </pc:spChg>
        <pc:spChg chg="del mod">
          <ac:chgData name="Sai Lakkaraju" userId="67789ed4-6cf2-46dd-bb2a-c209225f1b65" providerId="ADAL" clId="{9672EF5D-0FDD-4117-A113-4F01C607374C}" dt="2022-04-24T23:21:12.605" v="54" actId="478"/>
          <ac:spMkLst>
            <pc:docMk/>
            <pc:sldMk cId="39798925" sldId="262"/>
            <ac:spMk id="4" creationId="{00000000-0000-0000-0000-000000000000}"/>
          </ac:spMkLst>
        </pc:spChg>
        <pc:spChg chg="add del mod ord">
          <ac:chgData name="Sai Lakkaraju" userId="67789ed4-6cf2-46dd-bb2a-c209225f1b65" providerId="ADAL" clId="{9672EF5D-0FDD-4117-A113-4F01C607374C}" dt="2022-04-24T23:19:03.793" v="31" actId="700"/>
          <ac:spMkLst>
            <pc:docMk/>
            <pc:sldMk cId="39798925" sldId="262"/>
            <ac:spMk id="5" creationId="{779B980A-E9C0-4AAB-BE15-DB4384400C12}"/>
          </ac:spMkLst>
        </pc:spChg>
        <pc:spChg chg="add mod ord">
          <ac:chgData name="Sai Lakkaraju" userId="67789ed4-6cf2-46dd-bb2a-c209225f1b65" providerId="ADAL" clId="{9672EF5D-0FDD-4117-A113-4F01C607374C}" dt="2022-04-24T23:21:19.826" v="55" actId="14100"/>
          <ac:spMkLst>
            <pc:docMk/>
            <pc:sldMk cId="39798925" sldId="262"/>
            <ac:spMk id="6" creationId="{3790970C-7E03-4096-8B1C-A40046E37AA8}"/>
          </ac:spMkLst>
        </pc:spChg>
        <pc:spChg chg="add del mod ord">
          <ac:chgData name="Sai Lakkaraju" userId="67789ed4-6cf2-46dd-bb2a-c209225f1b65" providerId="ADAL" clId="{9672EF5D-0FDD-4117-A113-4F01C607374C}" dt="2022-04-24T23:20:20.876" v="43"/>
          <ac:spMkLst>
            <pc:docMk/>
            <pc:sldMk cId="39798925" sldId="262"/>
            <ac:spMk id="7" creationId="{9ED56845-B476-410D-AE06-60BB31E9802D}"/>
          </ac:spMkLst>
        </pc:spChg>
        <pc:spChg chg="add del mod ord">
          <ac:chgData name="Sai Lakkaraju" userId="67789ed4-6cf2-46dd-bb2a-c209225f1b65" providerId="ADAL" clId="{9672EF5D-0FDD-4117-A113-4F01C607374C}" dt="2022-04-24T23:19:12.034" v="33" actId="700"/>
          <ac:spMkLst>
            <pc:docMk/>
            <pc:sldMk cId="39798925" sldId="262"/>
            <ac:spMk id="9" creationId="{3CE6C7E9-9C2A-0810-66BC-1E0A4F39B7BF}"/>
          </ac:spMkLst>
        </pc:spChg>
        <pc:picChg chg="add mod">
          <ac:chgData name="Sai Lakkaraju" userId="67789ed4-6cf2-46dd-bb2a-c209225f1b65" providerId="ADAL" clId="{9672EF5D-0FDD-4117-A113-4F01C607374C}" dt="2022-04-24T23:20:48.263" v="50" actId="1076"/>
          <ac:picMkLst>
            <pc:docMk/>
            <pc:sldMk cId="39798925" sldId="262"/>
            <ac:picMk id="10" creationId="{BD989233-65F8-49E6-84F1-987E93DB8869}"/>
          </ac:picMkLst>
        </pc:picChg>
      </pc:sldChg>
      <pc:sldChg chg="addSp delSp modSp mod">
        <pc:chgData name="Sai Lakkaraju" userId="67789ed4-6cf2-46dd-bb2a-c209225f1b65" providerId="ADAL" clId="{9672EF5D-0FDD-4117-A113-4F01C607374C}" dt="2022-04-24T23:22:25.913" v="58" actId="20577"/>
        <pc:sldMkLst>
          <pc:docMk/>
          <pc:sldMk cId="636588591" sldId="273"/>
        </pc:sldMkLst>
        <pc:spChg chg="add del mod">
          <ac:chgData name="Sai Lakkaraju" userId="67789ed4-6cf2-46dd-bb2a-c209225f1b65" providerId="ADAL" clId="{9672EF5D-0FDD-4117-A113-4F01C607374C}" dt="2022-04-24T23:22:14.102" v="56"/>
          <ac:spMkLst>
            <pc:docMk/>
            <pc:sldMk cId="636588591" sldId="273"/>
            <ac:spMk id="2" creationId="{F9B9BFEC-6556-4815-84EE-DA3144753977}"/>
          </ac:spMkLst>
        </pc:spChg>
        <pc:spChg chg="add del mod">
          <ac:chgData name="Sai Lakkaraju" userId="67789ed4-6cf2-46dd-bb2a-c209225f1b65" providerId="ADAL" clId="{9672EF5D-0FDD-4117-A113-4F01C607374C}" dt="2022-04-24T23:22:14.102" v="56"/>
          <ac:spMkLst>
            <pc:docMk/>
            <pc:sldMk cId="636588591" sldId="273"/>
            <ac:spMk id="3" creationId="{BCF999DB-A48A-44C6-948E-F7F145BC5E67}"/>
          </ac:spMkLst>
        </pc:spChg>
        <pc:spChg chg="mod">
          <ac:chgData name="Sai Lakkaraju" userId="67789ed4-6cf2-46dd-bb2a-c209225f1b65" providerId="ADAL" clId="{9672EF5D-0FDD-4117-A113-4F01C607374C}" dt="2022-04-24T23:22:14.102" v="56"/>
          <ac:spMkLst>
            <pc:docMk/>
            <pc:sldMk cId="636588591" sldId="273"/>
            <ac:spMk id="11266" creationId="{00000000-0000-0000-0000-000000000000}"/>
          </ac:spMkLst>
        </pc:spChg>
        <pc:spChg chg="mod">
          <ac:chgData name="Sai Lakkaraju" userId="67789ed4-6cf2-46dd-bb2a-c209225f1b65" providerId="ADAL" clId="{9672EF5D-0FDD-4117-A113-4F01C607374C}" dt="2022-04-24T23:22:25.913" v="58" actId="20577"/>
          <ac:spMkLst>
            <pc:docMk/>
            <pc:sldMk cId="636588591" sldId="273"/>
            <ac:spMk id="11267" creationId="{00000000-0000-0000-0000-000000000000}"/>
          </ac:spMkLst>
        </pc:spChg>
      </pc:sldChg>
      <pc:sldChg chg="addSp delSp modSp mod modClrScheme chgLayout modNotesTx">
        <pc:chgData name="Sai Lakkaraju" userId="67789ed4-6cf2-46dd-bb2a-c209225f1b65" providerId="ADAL" clId="{9672EF5D-0FDD-4117-A113-4F01C607374C}" dt="2022-04-25T00:02:58.484" v="224" actId="1076"/>
        <pc:sldMkLst>
          <pc:docMk/>
          <pc:sldMk cId="3511593561" sldId="275"/>
        </pc:sldMkLst>
        <pc:spChg chg="add del mod">
          <ac:chgData name="Sai Lakkaraju" userId="67789ed4-6cf2-46dd-bb2a-c209225f1b65" providerId="ADAL" clId="{9672EF5D-0FDD-4117-A113-4F01C607374C}" dt="2022-04-24T23:32:58.199" v="76"/>
          <ac:spMkLst>
            <pc:docMk/>
            <pc:sldMk cId="3511593561" sldId="275"/>
            <ac:spMk id="3" creationId="{FB25A390-3430-44C8-A27F-DB362FFE8AA2}"/>
          </ac:spMkLst>
        </pc:spChg>
        <pc:spChg chg="add del mod">
          <ac:chgData name="Sai Lakkaraju" userId="67789ed4-6cf2-46dd-bb2a-c209225f1b65" providerId="ADAL" clId="{9672EF5D-0FDD-4117-A113-4F01C607374C}" dt="2022-04-24T23:32:58.199" v="76"/>
          <ac:spMkLst>
            <pc:docMk/>
            <pc:sldMk cId="3511593561" sldId="275"/>
            <ac:spMk id="4" creationId="{B458C7EF-C76A-45B6-9B46-75717A90EDF9}"/>
          </ac:spMkLst>
        </pc:spChg>
        <pc:spChg chg="add del mod ord">
          <ac:chgData name="Sai Lakkaraju" userId="67789ed4-6cf2-46dd-bb2a-c209225f1b65" providerId="ADAL" clId="{9672EF5D-0FDD-4117-A113-4F01C607374C}" dt="2022-04-24T23:40:07.382" v="205"/>
          <ac:spMkLst>
            <pc:docMk/>
            <pc:sldMk cId="3511593561" sldId="275"/>
            <ac:spMk id="5" creationId="{E6A2851A-69C7-4812-A267-E375CEE05FE6}"/>
          </ac:spMkLst>
        </pc:spChg>
        <pc:spChg chg="add del mod">
          <ac:chgData name="Sai Lakkaraju" userId="67789ed4-6cf2-46dd-bb2a-c209225f1b65" providerId="ADAL" clId="{9672EF5D-0FDD-4117-A113-4F01C607374C}" dt="2022-04-25T00:02:21.973" v="218"/>
          <ac:spMkLst>
            <pc:docMk/>
            <pc:sldMk cId="3511593561" sldId="275"/>
            <ac:spMk id="7" creationId="{60D9DA4B-4C84-43C4-BD2C-EA859C37FF13}"/>
          </ac:spMkLst>
        </pc:spChg>
        <pc:spChg chg="mod ord">
          <ac:chgData name="Sai Lakkaraju" userId="67789ed4-6cf2-46dd-bb2a-c209225f1b65" providerId="ADAL" clId="{9672EF5D-0FDD-4117-A113-4F01C607374C}" dt="2022-04-24T23:39:57.188" v="199" actId="700"/>
          <ac:spMkLst>
            <pc:docMk/>
            <pc:sldMk cId="3511593561" sldId="275"/>
            <ac:spMk id="14340" creationId="{00000000-0000-0000-0000-000000000000}"/>
          </ac:spMkLst>
        </pc:spChg>
        <pc:spChg chg="mod ord">
          <ac:chgData name="Sai Lakkaraju" userId="67789ed4-6cf2-46dd-bb2a-c209225f1b65" providerId="ADAL" clId="{9672EF5D-0FDD-4117-A113-4F01C607374C}" dt="2022-04-24T23:40:13.970" v="216" actId="27636"/>
          <ac:spMkLst>
            <pc:docMk/>
            <pc:sldMk cId="3511593561" sldId="275"/>
            <ac:spMk id="14344" creationId="{00000000-0000-0000-0000-000000000000}"/>
          </ac:spMkLst>
        </pc:spChg>
        <pc:picChg chg="del mod">
          <ac:chgData name="Sai Lakkaraju" userId="67789ed4-6cf2-46dd-bb2a-c209225f1b65" providerId="ADAL" clId="{9672EF5D-0FDD-4117-A113-4F01C607374C}" dt="2022-04-24T23:40:04.753" v="204" actId="21"/>
          <ac:picMkLst>
            <pc:docMk/>
            <pc:sldMk cId="3511593561" sldId="275"/>
            <ac:picMk id="2" creationId="{00000000-0000-0000-0000-000000000000}"/>
          </ac:picMkLst>
        </pc:picChg>
        <pc:picChg chg="add del mod">
          <ac:chgData name="Sai Lakkaraju" userId="67789ed4-6cf2-46dd-bb2a-c209225f1b65" providerId="ADAL" clId="{9672EF5D-0FDD-4117-A113-4F01C607374C}" dt="2022-04-25T00:02:18.747" v="217" actId="478"/>
          <ac:picMkLst>
            <pc:docMk/>
            <pc:sldMk cId="3511593561" sldId="275"/>
            <ac:picMk id="8" creationId="{52678D79-3855-44D3-A831-FC6231A7DE7D}"/>
          </ac:picMkLst>
        </pc:picChg>
        <pc:picChg chg="add mod">
          <ac:chgData name="Sai Lakkaraju" userId="67789ed4-6cf2-46dd-bb2a-c209225f1b65" providerId="ADAL" clId="{9672EF5D-0FDD-4117-A113-4F01C607374C}" dt="2022-04-25T00:02:58.484" v="224" actId="1076"/>
          <ac:picMkLst>
            <pc:docMk/>
            <pc:sldMk cId="3511593561" sldId="275"/>
            <ac:picMk id="10" creationId="{11B45F09-BEE6-43D6-B56D-18495F1C7D25}"/>
          </ac:picMkLst>
        </pc:picChg>
      </pc:sldChg>
      <pc:sldChg chg="addSp delSp modSp del mod modNotesTx">
        <pc:chgData name="Sai Lakkaraju" userId="67789ed4-6cf2-46dd-bb2a-c209225f1b65" providerId="ADAL" clId="{9672EF5D-0FDD-4117-A113-4F01C607374C}" dt="2022-04-24T23:25:35.547" v="73" actId="20577"/>
        <pc:sldMkLst>
          <pc:docMk/>
          <pc:sldMk cId="3777817630" sldId="277"/>
        </pc:sldMkLst>
        <pc:spChg chg="mod">
          <ac:chgData name="Sai Lakkaraju" userId="67789ed4-6cf2-46dd-bb2a-c209225f1b65" providerId="ADAL" clId="{9672EF5D-0FDD-4117-A113-4F01C607374C}" dt="2022-04-24T23:25:35.547" v="73" actId="20577"/>
          <ac:spMkLst>
            <pc:docMk/>
            <pc:sldMk cId="3777817630" sldId="277"/>
            <ac:spMk id="2" creationId="{00000000-0000-0000-0000-000000000000}"/>
          </ac:spMkLst>
        </pc:spChg>
        <pc:spChg chg="mod">
          <ac:chgData name="Sai Lakkaraju" userId="67789ed4-6cf2-46dd-bb2a-c209225f1b65" providerId="ADAL" clId="{9672EF5D-0FDD-4117-A113-4F01C607374C}" dt="2022-04-24T23:23:36.650" v="61" actId="27636"/>
          <ac:spMkLst>
            <pc:docMk/>
            <pc:sldMk cId="3777817630" sldId="277"/>
            <ac:spMk id="3" creationId="{00000000-0000-0000-0000-000000000000}"/>
          </ac:spMkLst>
        </pc:spChg>
        <pc:spChg chg="add del mod">
          <ac:chgData name="Sai Lakkaraju" userId="67789ed4-6cf2-46dd-bb2a-c209225f1b65" providerId="ADAL" clId="{9672EF5D-0FDD-4117-A113-4F01C607374C}" dt="2022-04-24T23:23:36.603" v="60"/>
          <ac:spMkLst>
            <pc:docMk/>
            <pc:sldMk cId="3777817630" sldId="277"/>
            <ac:spMk id="4" creationId="{C3F7D282-1654-4E5A-A7BC-B2094DA1B80B}"/>
          </ac:spMkLst>
        </pc:spChg>
        <pc:spChg chg="add del mod">
          <ac:chgData name="Sai Lakkaraju" userId="67789ed4-6cf2-46dd-bb2a-c209225f1b65" providerId="ADAL" clId="{9672EF5D-0FDD-4117-A113-4F01C607374C}" dt="2022-04-24T23:23:36.603" v="60"/>
          <ac:spMkLst>
            <pc:docMk/>
            <pc:sldMk cId="3777817630" sldId="277"/>
            <ac:spMk id="5" creationId="{7A2512EF-B353-4F20-8F21-8C6AF91623DC}"/>
          </ac:spMkLst>
        </pc:spChg>
        <pc:picChg chg="mod">
          <ac:chgData name="Sai Lakkaraju" userId="67789ed4-6cf2-46dd-bb2a-c209225f1b65" providerId="ADAL" clId="{9672EF5D-0FDD-4117-A113-4F01C607374C}" dt="2022-04-24T23:24:39.027" v="70" actId="14100"/>
          <ac:picMkLst>
            <pc:docMk/>
            <pc:sldMk cId="3777817630" sldId="277"/>
            <ac:picMk id="6" creationId="{00000000-0000-0000-0000-000000000000}"/>
          </ac:picMkLst>
        </pc:picChg>
      </pc:sldChg>
      <pc:sldChg chg="del">
        <pc:chgData name="Sai Lakkaraju" userId="67789ed4-6cf2-46dd-bb2a-c209225f1b65" providerId="ADAL" clId="{9672EF5D-0FDD-4117-A113-4F01C607374C}" dt="2022-04-24T23:15:45.452" v="7" actId="47"/>
        <pc:sldMkLst>
          <pc:docMk/>
          <pc:sldMk cId="2926018097" sldId="280"/>
        </pc:sldMkLst>
      </pc:sldChg>
      <pc:sldChg chg="addSp delSp modSp">
        <pc:chgData name="Sai Lakkaraju" userId="67789ed4-6cf2-46dd-bb2a-c209225f1b65" providerId="ADAL" clId="{9672EF5D-0FDD-4117-A113-4F01C607374C}" dt="2022-04-24T23:26:41.452" v="74"/>
        <pc:sldMkLst>
          <pc:docMk/>
          <pc:sldMk cId="1796800335" sldId="281"/>
        </pc:sldMkLst>
        <pc:spChg chg="add del mod">
          <ac:chgData name="Sai Lakkaraju" userId="67789ed4-6cf2-46dd-bb2a-c209225f1b65" providerId="ADAL" clId="{9672EF5D-0FDD-4117-A113-4F01C607374C}" dt="2022-04-24T23:26:41.452" v="74"/>
          <ac:spMkLst>
            <pc:docMk/>
            <pc:sldMk cId="1796800335" sldId="281"/>
            <ac:spMk id="2" creationId="{D4860B1F-8050-4A80-BBCE-4B3608B97BF3}"/>
          </ac:spMkLst>
        </pc:spChg>
        <pc:spChg chg="add del mod">
          <ac:chgData name="Sai Lakkaraju" userId="67789ed4-6cf2-46dd-bb2a-c209225f1b65" providerId="ADAL" clId="{9672EF5D-0FDD-4117-A113-4F01C607374C}" dt="2022-04-24T23:26:41.452" v="74"/>
          <ac:spMkLst>
            <pc:docMk/>
            <pc:sldMk cId="1796800335" sldId="281"/>
            <ac:spMk id="3" creationId="{532F36B4-3ED9-4D7E-9346-A5BC1612C3BB}"/>
          </ac:spMkLst>
        </pc:spChg>
        <pc:spChg chg="mod">
          <ac:chgData name="Sai Lakkaraju" userId="67789ed4-6cf2-46dd-bb2a-c209225f1b65" providerId="ADAL" clId="{9672EF5D-0FDD-4117-A113-4F01C607374C}" dt="2022-04-24T23:26:41.452" v="74"/>
          <ac:spMkLst>
            <pc:docMk/>
            <pc:sldMk cId="1796800335" sldId="281"/>
            <ac:spMk id="78850" creationId="{00000000-0000-0000-0000-000000000000}"/>
          </ac:spMkLst>
        </pc:spChg>
        <pc:spChg chg="mod">
          <ac:chgData name="Sai Lakkaraju" userId="67789ed4-6cf2-46dd-bb2a-c209225f1b65" providerId="ADAL" clId="{9672EF5D-0FDD-4117-A113-4F01C607374C}" dt="2022-04-24T23:26:41.452" v="74"/>
          <ac:spMkLst>
            <pc:docMk/>
            <pc:sldMk cId="1796800335" sldId="281"/>
            <ac:spMk id="78851" creationId="{00000000-0000-0000-0000-000000000000}"/>
          </ac:spMkLst>
        </pc:spChg>
      </pc:sldChg>
      <pc:sldChg chg="addSp delSp modSp mod">
        <pc:chgData name="Sai Lakkaraju" userId="67789ed4-6cf2-46dd-bb2a-c209225f1b65" providerId="ADAL" clId="{9672EF5D-0FDD-4117-A113-4F01C607374C}" dt="2022-04-24T23:39:06.992" v="189"/>
        <pc:sldMkLst>
          <pc:docMk/>
          <pc:sldMk cId="1182703871" sldId="282"/>
        </pc:sldMkLst>
        <pc:spChg chg="add del mod">
          <ac:chgData name="Sai Lakkaraju" userId="67789ed4-6cf2-46dd-bb2a-c209225f1b65" providerId="ADAL" clId="{9672EF5D-0FDD-4117-A113-4F01C607374C}" dt="2022-04-24T23:39:06.992" v="189"/>
          <ac:spMkLst>
            <pc:docMk/>
            <pc:sldMk cId="1182703871" sldId="282"/>
            <ac:spMk id="2" creationId="{D1B39AF7-7D1B-4CA1-852E-EBA61A68745B}"/>
          </ac:spMkLst>
        </pc:spChg>
        <pc:spChg chg="add del mod">
          <ac:chgData name="Sai Lakkaraju" userId="67789ed4-6cf2-46dd-bb2a-c209225f1b65" providerId="ADAL" clId="{9672EF5D-0FDD-4117-A113-4F01C607374C}" dt="2022-04-24T23:39:06.992" v="189"/>
          <ac:spMkLst>
            <pc:docMk/>
            <pc:sldMk cId="1182703871" sldId="282"/>
            <ac:spMk id="3" creationId="{FD4FEB54-33CE-4248-8446-543018370CC8}"/>
          </ac:spMkLst>
        </pc:spChg>
        <pc:spChg chg="mod">
          <ac:chgData name="Sai Lakkaraju" userId="67789ed4-6cf2-46dd-bb2a-c209225f1b65" providerId="ADAL" clId="{9672EF5D-0FDD-4117-A113-4F01C607374C}" dt="2022-04-24T23:39:06.992" v="189"/>
          <ac:spMkLst>
            <pc:docMk/>
            <pc:sldMk cId="1182703871" sldId="282"/>
            <ac:spMk id="80898" creationId="{00000000-0000-0000-0000-000000000000}"/>
          </ac:spMkLst>
        </pc:spChg>
        <pc:spChg chg="mod">
          <ac:chgData name="Sai Lakkaraju" userId="67789ed4-6cf2-46dd-bb2a-c209225f1b65" providerId="ADAL" clId="{9672EF5D-0FDD-4117-A113-4F01C607374C}" dt="2022-04-24T23:39:06.992" v="189"/>
          <ac:spMkLst>
            <pc:docMk/>
            <pc:sldMk cId="1182703871" sldId="282"/>
            <ac:spMk id="80899" creationId="{00000000-0000-0000-0000-000000000000}"/>
          </ac:spMkLst>
        </pc:spChg>
      </pc:sldChg>
      <pc:sldChg chg="del">
        <pc:chgData name="Sai Lakkaraju" userId="67789ed4-6cf2-46dd-bb2a-c209225f1b65" providerId="ADAL" clId="{9672EF5D-0FDD-4117-A113-4F01C607374C}" dt="2022-04-24T23:15:45.452" v="7" actId="47"/>
        <pc:sldMkLst>
          <pc:docMk/>
          <pc:sldMk cId="3251240499" sldId="282"/>
        </pc:sldMkLst>
      </pc:sldChg>
      <pc:sldChg chg="del">
        <pc:chgData name="Sai Lakkaraju" userId="67789ed4-6cf2-46dd-bb2a-c209225f1b65" providerId="ADAL" clId="{9672EF5D-0FDD-4117-A113-4F01C607374C}" dt="2022-04-24T23:15:45.452" v="7" actId="47"/>
        <pc:sldMkLst>
          <pc:docMk/>
          <pc:sldMk cId="3705182079" sldId="283"/>
        </pc:sldMkLst>
      </pc:sldChg>
      <pc:sldChg chg="addSp delSp modSp del mod modNotesTx">
        <pc:chgData name="Sai Lakkaraju" userId="67789ed4-6cf2-46dd-bb2a-c209225f1b65" providerId="ADAL" clId="{9672EF5D-0FDD-4117-A113-4F01C607374C}" dt="2022-04-25T00:13:36.293" v="279" actId="20577"/>
        <pc:sldMkLst>
          <pc:docMk/>
          <pc:sldMk cId="3037762643" sldId="285"/>
        </pc:sldMkLst>
        <pc:spChg chg="add del mod">
          <ac:chgData name="Sai Lakkaraju" userId="67789ed4-6cf2-46dd-bb2a-c209225f1b65" providerId="ADAL" clId="{9672EF5D-0FDD-4117-A113-4F01C607374C}" dt="2022-04-25T00:08:01.169" v="226"/>
          <ac:spMkLst>
            <pc:docMk/>
            <pc:sldMk cId="3037762643" sldId="285"/>
            <ac:spMk id="2" creationId="{40222A0B-9632-417F-88CB-40BDE32529D1}"/>
          </ac:spMkLst>
        </pc:spChg>
        <pc:spChg chg="add del mod">
          <ac:chgData name="Sai Lakkaraju" userId="67789ed4-6cf2-46dd-bb2a-c209225f1b65" providerId="ADAL" clId="{9672EF5D-0FDD-4117-A113-4F01C607374C}" dt="2022-04-25T00:08:01.169" v="226"/>
          <ac:spMkLst>
            <pc:docMk/>
            <pc:sldMk cId="3037762643" sldId="285"/>
            <ac:spMk id="4" creationId="{30A14FFB-890D-4F98-A5DE-94F8E582569C}"/>
          </ac:spMkLst>
        </pc:spChg>
        <pc:spChg chg="mod">
          <ac:chgData name="Sai Lakkaraju" userId="67789ed4-6cf2-46dd-bb2a-c209225f1b65" providerId="ADAL" clId="{9672EF5D-0FDD-4117-A113-4F01C607374C}" dt="2022-04-25T00:08:01.169" v="226"/>
          <ac:spMkLst>
            <pc:docMk/>
            <pc:sldMk cId="3037762643" sldId="285"/>
            <ac:spMk id="48130" creationId="{00000000-0000-0000-0000-000000000000}"/>
          </ac:spMkLst>
        </pc:spChg>
        <pc:spChg chg="mod">
          <ac:chgData name="Sai Lakkaraju" userId="67789ed4-6cf2-46dd-bb2a-c209225f1b65" providerId="ADAL" clId="{9672EF5D-0FDD-4117-A113-4F01C607374C}" dt="2022-04-25T00:11:19.198" v="234" actId="14100"/>
          <ac:spMkLst>
            <pc:docMk/>
            <pc:sldMk cId="3037762643" sldId="285"/>
            <ac:spMk id="48131" creationId="{00000000-0000-0000-0000-000000000000}"/>
          </ac:spMkLst>
        </pc:spChg>
      </pc:sldChg>
      <pc:sldChg chg="addSp delSp modSp del mod">
        <pc:chgData name="Sai Lakkaraju" userId="67789ed4-6cf2-46dd-bb2a-c209225f1b65" providerId="ADAL" clId="{9672EF5D-0FDD-4117-A113-4F01C607374C}" dt="2022-04-25T00:12:55.084" v="239" actId="115"/>
        <pc:sldMkLst>
          <pc:docMk/>
          <pc:sldMk cId="2546598300" sldId="287"/>
        </pc:sldMkLst>
        <pc:spChg chg="mod">
          <ac:chgData name="Sai Lakkaraju" userId="67789ed4-6cf2-46dd-bb2a-c209225f1b65" providerId="ADAL" clId="{9672EF5D-0FDD-4117-A113-4F01C607374C}" dt="2022-04-25T00:12:55.084" v="239" actId="115"/>
          <ac:spMkLst>
            <pc:docMk/>
            <pc:sldMk cId="2546598300" sldId="287"/>
            <ac:spMk id="2" creationId="{00000000-0000-0000-0000-000000000000}"/>
          </ac:spMkLst>
        </pc:spChg>
        <pc:spChg chg="mod">
          <ac:chgData name="Sai Lakkaraju" userId="67789ed4-6cf2-46dd-bb2a-c209225f1b65" providerId="ADAL" clId="{9672EF5D-0FDD-4117-A113-4F01C607374C}" dt="2022-04-25T00:11:50.632" v="235"/>
          <ac:spMkLst>
            <pc:docMk/>
            <pc:sldMk cId="2546598300" sldId="287"/>
            <ac:spMk id="3" creationId="{00000000-0000-0000-0000-000000000000}"/>
          </ac:spMkLst>
        </pc:spChg>
        <pc:spChg chg="add del mod">
          <ac:chgData name="Sai Lakkaraju" userId="67789ed4-6cf2-46dd-bb2a-c209225f1b65" providerId="ADAL" clId="{9672EF5D-0FDD-4117-A113-4F01C607374C}" dt="2022-04-25T00:11:50.632" v="235"/>
          <ac:spMkLst>
            <pc:docMk/>
            <pc:sldMk cId="2546598300" sldId="287"/>
            <ac:spMk id="4" creationId="{94B19046-E9C6-4AB4-8D54-7BCF6415D320}"/>
          </ac:spMkLst>
        </pc:spChg>
        <pc:spChg chg="add del mod">
          <ac:chgData name="Sai Lakkaraju" userId="67789ed4-6cf2-46dd-bb2a-c209225f1b65" providerId="ADAL" clId="{9672EF5D-0FDD-4117-A113-4F01C607374C}" dt="2022-04-25T00:11:50.632" v="235"/>
          <ac:spMkLst>
            <pc:docMk/>
            <pc:sldMk cId="2546598300" sldId="287"/>
            <ac:spMk id="5" creationId="{B658D28F-99F1-46F9-8A7C-F880A932B4BA}"/>
          </ac:spMkLst>
        </pc:spChg>
      </pc:sldChg>
      <pc:sldChg chg="addSp delSp modSp del modAnim">
        <pc:chgData name="Sai Lakkaraju" userId="67789ed4-6cf2-46dd-bb2a-c209225f1b65" providerId="ADAL" clId="{9672EF5D-0FDD-4117-A113-4F01C607374C}" dt="2022-04-25T00:16:01.778" v="297"/>
        <pc:sldMkLst>
          <pc:docMk/>
          <pc:sldMk cId="2760156260" sldId="288"/>
        </pc:sldMkLst>
        <pc:spChg chg="add del mod">
          <ac:chgData name="Sai Lakkaraju" userId="67789ed4-6cf2-46dd-bb2a-c209225f1b65" providerId="ADAL" clId="{9672EF5D-0FDD-4117-A113-4F01C607374C}" dt="2022-04-25T00:14:09.910" v="280"/>
          <ac:spMkLst>
            <pc:docMk/>
            <pc:sldMk cId="2760156260" sldId="288"/>
            <ac:spMk id="2" creationId="{C4404D6B-34FF-424B-BB4A-DA916E038F09}"/>
          </ac:spMkLst>
        </pc:spChg>
        <pc:spChg chg="add del mod">
          <ac:chgData name="Sai Lakkaraju" userId="67789ed4-6cf2-46dd-bb2a-c209225f1b65" providerId="ADAL" clId="{9672EF5D-0FDD-4117-A113-4F01C607374C}" dt="2022-04-25T00:14:09.910" v="280"/>
          <ac:spMkLst>
            <pc:docMk/>
            <pc:sldMk cId="2760156260" sldId="288"/>
            <ac:spMk id="3" creationId="{93D83782-255D-4830-9E24-B04155E04428}"/>
          </ac:spMkLst>
        </pc:spChg>
        <pc:spChg chg="mod">
          <ac:chgData name="Sai Lakkaraju" userId="67789ed4-6cf2-46dd-bb2a-c209225f1b65" providerId="ADAL" clId="{9672EF5D-0FDD-4117-A113-4F01C607374C}" dt="2022-04-25T00:14:09.910" v="280"/>
          <ac:spMkLst>
            <pc:docMk/>
            <pc:sldMk cId="2760156260" sldId="288"/>
            <ac:spMk id="50178" creationId="{00000000-0000-0000-0000-000000000000}"/>
          </ac:spMkLst>
        </pc:spChg>
        <pc:spChg chg="mod">
          <ac:chgData name="Sai Lakkaraju" userId="67789ed4-6cf2-46dd-bb2a-c209225f1b65" providerId="ADAL" clId="{9672EF5D-0FDD-4117-A113-4F01C607374C}" dt="2022-04-25T00:14:36.541" v="283" actId="115"/>
          <ac:spMkLst>
            <pc:docMk/>
            <pc:sldMk cId="2760156260" sldId="288"/>
            <ac:spMk id="50179" creationId="{00000000-0000-0000-0000-000000000000}"/>
          </ac:spMkLst>
        </pc:spChg>
      </pc:sldChg>
      <pc:sldChg chg="addSp delSp modSp del modAnim">
        <pc:chgData name="Sai Lakkaraju" userId="67789ed4-6cf2-46dd-bb2a-c209225f1b65" providerId="ADAL" clId="{9672EF5D-0FDD-4117-A113-4F01C607374C}" dt="2022-04-25T00:16:58.973" v="321" actId="20577"/>
        <pc:sldMkLst>
          <pc:docMk/>
          <pc:sldMk cId="1292798826" sldId="289"/>
        </pc:sldMkLst>
        <pc:spChg chg="add del mod">
          <ac:chgData name="Sai Lakkaraju" userId="67789ed4-6cf2-46dd-bb2a-c209225f1b65" providerId="ADAL" clId="{9672EF5D-0FDD-4117-A113-4F01C607374C}" dt="2022-04-25T00:16:48.814" v="316"/>
          <ac:spMkLst>
            <pc:docMk/>
            <pc:sldMk cId="1292798826" sldId="289"/>
            <ac:spMk id="2" creationId="{E25F96EA-1A93-496E-AF12-B839C7487CFE}"/>
          </ac:spMkLst>
        </pc:spChg>
        <pc:spChg chg="add del mod">
          <ac:chgData name="Sai Lakkaraju" userId="67789ed4-6cf2-46dd-bb2a-c209225f1b65" providerId="ADAL" clId="{9672EF5D-0FDD-4117-A113-4F01C607374C}" dt="2022-04-25T00:16:48.814" v="316"/>
          <ac:spMkLst>
            <pc:docMk/>
            <pc:sldMk cId="1292798826" sldId="289"/>
            <ac:spMk id="3" creationId="{4A85BC50-3ADE-4B36-8362-566B4D808EAB}"/>
          </ac:spMkLst>
        </pc:spChg>
        <pc:spChg chg="mod">
          <ac:chgData name="Sai Lakkaraju" userId="67789ed4-6cf2-46dd-bb2a-c209225f1b65" providerId="ADAL" clId="{9672EF5D-0FDD-4117-A113-4F01C607374C}" dt="2022-04-25T00:16:48.814" v="316"/>
          <ac:spMkLst>
            <pc:docMk/>
            <pc:sldMk cId="1292798826" sldId="289"/>
            <ac:spMk id="55298" creationId="{00000000-0000-0000-0000-000000000000}"/>
          </ac:spMkLst>
        </pc:spChg>
        <pc:spChg chg="mod">
          <ac:chgData name="Sai Lakkaraju" userId="67789ed4-6cf2-46dd-bb2a-c209225f1b65" providerId="ADAL" clId="{9672EF5D-0FDD-4117-A113-4F01C607374C}" dt="2022-04-25T00:16:58.973" v="321" actId="20577"/>
          <ac:spMkLst>
            <pc:docMk/>
            <pc:sldMk cId="1292798826" sldId="289"/>
            <ac:spMk id="55299" creationId="{00000000-0000-0000-0000-000000000000}"/>
          </ac:spMkLst>
        </pc:spChg>
      </pc:sldChg>
      <pc:sldChg chg="del">
        <pc:chgData name="Sai Lakkaraju" userId="67789ed4-6cf2-46dd-bb2a-c209225f1b65" providerId="ADAL" clId="{9672EF5D-0FDD-4117-A113-4F01C607374C}" dt="2022-04-24T23:14:52.233" v="3" actId="18676"/>
        <pc:sldMkLst>
          <pc:docMk/>
          <pc:sldMk cId="1837397163" sldId="300"/>
        </pc:sldMkLst>
      </pc:sldChg>
      <pc:sldChg chg="del">
        <pc:chgData name="Sai Lakkaraju" userId="67789ed4-6cf2-46dd-bb2a-c209225f1b65" providerId="ADAL" clId="{9672EF5D-0FDD-4117-A113-4F01C607374C}" dt="2022-04-24T23:14:52.233" v="3" actId="18676"/>
        <pc:sldMkLst>
          <pc:docMk/>
          <pc:sldMk cId="232529442" sldId="301"/>
        </pc:sldMkLst>
      </pc:sldChg>
      <pc:sldChg chg="del">
        <pc:chgData name="Sai Lakkaraju" userId="67789ed4-6cf2-46dd-bb2a-c209225f1b65" providerId="ADAL" clId="{9672EF5D-0FDD-4117-A113-4F01C607374C}" dt="2022-04-24T23:14:52.233" v="3" actId="18676"/>
        <pc:sldMkLst>
          <pc:docMk/>
          <pc:sldMk cId="3252916726" sldId="302"/>
        </pc:sldMkLst>
      </pc:sldChg>
      <pc:sldChg chg="del">
        <pc:chgData name="Sai Lakkaraju" userId="67789ed4-6cf2-46dd-bb2a-c209225f1b65" providerId="ADAL" clId="{9672EF5D-0FDD-4117-A113-4F01C607374C}" dt="2022-04-24T23:14:52.233" v="3" actId="18676"/>
        <pc:sldMkLst>
          <pc:docMk/>
          <pc:sldMk cId="2910042614" sldId="304"/>
        </pc:sldMkLst>
      </pc:sldChg>
      <pc:sldChg chg="del">
        <pc:chgData name="Sai Lakkaraju" userId="67789ed4-6cf2-46dd-bb2a-c209225f1b65" providerId="ADAL" clId="{9672EF5D-0FDD-4117-A113-4F01C607374C}" dt="2022-04-24T23:14:52.233" v="3" actId="18676"/>
        <pc:sldMkLst>
          <pc:docMk/>
          <pc:sldMk cId="38436473" sldId="305"/>
        </pc:sldMkLst>
      </pc:sldChg>
      <pc:sldChg chg="del">
        <pc:chgData name="Sai Lakkaraju" userId="67789ed4-6cf2-46dd-bb2a-c209225f1b65" providerId="ADAL" clId="{9672EF5D-0FDD-4117-A113-4F01C607374C}" dt="2022-04-24T23:14:52.233" v="3" actId="18676"/>
        <pc:sldMkLst>
          <pc:docMk/>
          <pc:sldMk cId="2329372093" sldId="306"/>
        </pc:sldMkLst>
      </pc:sldChg>
      <pc:sldChg chg="del">
        <pc:chgData name="Sai Lakkaraju" userId="67789ed4-6cf2-46dd-bb2a-c209225f1b65" providerId="ADAL" clId="{9672EF5D-0FDD-4117-A113-4F01C607374C}" dt="2022-04-24T23:14:52.233" v="3" actId="18676"/>
        <pc:sldMkLst>
          <pc:docMk/>
          <pc:sldMk cId="1163510126" sldId="308"/>
        </pc:sldMkLst>
      </pc:sldChg>
      <pc:sldChg chg="del">
        <pc:chgData name="Sai Lakkaraju" userId="67789ed4-6cf2-46dd-bb2a-c209225f1b65" providerId="ADAL" clId="{9672EF5D-0FDD-4117-A113-4F01C607374C}" dt="2022-04-24T23:15:45.452" v="7" actId="47"/>
        <pc:sldMkLst>
          <pc:docMk/>
          <pc:sldMk cId="4123304164" sldId="311"/>
        </pc:sldMkLst>
      </pc:sldChg>
      <pc:sldChg chg="modSp mod modNotesTx">
        <pc:chgData name="Sai Lakkaraju" userId="67789ed4-6cf2-46dd-bb2a-c209225f1b65" providerId="ADAL" clId="{9672EF5D-0FDD-4117-A113-4F01C607374C}" dt="2022-04-25T00:19:03.407" v="339" actId="6549"/>
        <pc:sldMkLst>
          <pc:docMk/>
          <pc:sldMk cId="869297209" sldId="313"/>
        </pc:sldMkLst>
        <pc:spChg chg="mod">
          <ac:chgData name="Sai Lakkaraju" userId="67789ed4-6cf2-46dd-bb2a-c209225f1b65" providerId="ADAL" clId="{9672EF5D-0FDD-4117-A113-4F01C607374C}" dt="2022-04-25T00:17:44.055" v="331"/>
          <ac:spMkLst>
            <pc:docMk/>
            <pc:sldMk cId="869297209" sldId="313"/>
            <ac:spMk id="3" creationId="{E853B393-0F2E-4B7F-A349-A00432CBDA3B}"/>
          </ac:spMkLst>
        </pc:spChg>
      </pc:sldChg>
      <pc:sldChg chg="modSp mod modNotesTx">
        <pc:chgData name="Sai Lakkaraju" userId="67789ed4-6cf2-46dd-bb2a-c209225f1b65" providerId="ADAL" clId="{9672EF5D-0FDD-4117-A113-4F01C607374C}" dt="2022-04-24T23:16:10.536" v="13" actId="20577"/>
        <pc:sldMkLst>
          <pc:docMk/>
          <pc:sldMk cId="776537612" sldId="314"/>
        </pc:sldMkLst>
        <pc:spChg chg="mod">
          <ac:chgData name="Sai Lakkaraju" userId="67789ed4-6cf2-46dd-bb2a-c209225f1b65" providerId="ADAL" clId="{9672EF5D-0FDD-4117-A113-4F01C607374C}" dt="2022-04-24T23:16:04.742" v="11"/>
          <ac:spMkLst>
            <pc:docMk/>
            <pc:sldMk cId="776537612" sldId="314"/>
            <ac:spMk id="3" creationId="{E853B393-0F2E-4B7F-A349-A00432CBDA3B}"/>
          </ac:spMkLst>
        </pc:spChg>
      </pc:sldChg>
      <pc:sldChg chg="del">
        <pc:chgData name="Sai Lakkaraju" userId="67789ed4-6cf2-46dd-bb2a-c209225f1b65" providerId="ADAL" clId="{9672EF5D-0FDD-4117-A113-4F01C607374C}" dt="2022-04-24T23:14:52.233" v="3" actId="18676"/>
        <pc:sldMkLst>
          <pc:docMk/>
          <pc:sldMk cId="2555265625" sldId="315"/>
        </pc:sldMkLst>
      </pc:sldChg>
      <pc:sldChg chg="addSp delSp modSp">
        <pc:chgData name="Sai Lakkaraju" userId="67789ed4-6cf2-46dd-bb2a-c209225f1b65" providerId="ADAL" clId="{9672EF5D-0FDD-4117-A113-4F01C607374C}" dt="2022-04-25T00:03:19.432" v="225"/>
        <pc:sldMkLst>
          <pc:docMk/>
          <pc:sldMk cId="332051023" sldId="317"/>
        </pc:sldMkLst>
        <pc:spChg chg="mod">
          <ac:chgData name="Sai Lakkaraju" userId="67789ed4-6cf2-46dd-bb2a-c209225f1b65" providerId="ADAL" clId="{9672EF5D-0FDD-4117-A113-4F01C607374C}" dt="2022-04-25T00:03:19.432" v="225"/>
          <ac:spMkLst>
            <pc:docMk/>
            <pc:sldMk cId="332051023" sldId="317"/>
            <ac:spMk id="2" creationId="{00000000-0000-0000-0000-000000000000}"/>
          </ac:spMkLst>
        </pc:spChg>
        <pc:spChg chg="mod">
          <ac:chgData name="Sai Lakkaraju" userId="67789ed4-6cf2-46dd-bb2a-c209225f1b65" providerId="ADAL" clId="{9672EF5D-0FDD-4117-A113-4F01C607374C}" dt="2022-04-25T00:03:19.432" v="225"/>
          <ac:spMkLst>
            <pc:docMk/>
            <pc:sldMk cId="332051023" sldId="317"/>
            <ac:spMk id="3" creationId="{00000000-0000-0000-0000-000000000000}"/>
          </ac:spMkLst>
        </pc:spChg>
        <pc:spChg chg="add del mod">
          <ac:chgData name="Sai Lakkaraju" userId="67789ed4-6cf2-46dd-bb2a-c209225f1b65" providerId="ADAL" clId="{9672EF5D-0FDD-4117-A113-4F01C607374C}" dt="2022-04-25T00:03:19.432" v="225"/>
          <ac:spMkLst>
            <pc:docMk/>
            <pc:sldMk cId="332051023" sldId="317"/>
            <ac:spMk id="4" creationId="{2FF0C75B-9E36-4718-9528-A9BCA2790CEC}"/>
          </ac:spMkLst>
        </pc:spChg>
        <pc:spChg chg="add del mod">
          <ac:chgData name="Sai Lakkaraju" userId="67789ed4-6cf2-46dd-bb2a-c209225f1b65" providerId="ADAL" clId="{9672EF5D-0FDD-4117-A113-4F01C607374C}" dt="2022-04-25T00:03:19.432" v="225"/>
          <ac:spMkLst>
            <pc:docMk/>
            <pc:sldMk cId="332051023" sldId="317"/>
            <ac:spMk id="5" creationId="{7CCE76E5-B9E0-46C2-AFCF-8DA74273B393}"/>
          </ac:spMkLst>
        </pc:spChg>
      </pc:sldChg>
      <pc:sldChg chg="addSp delSp modSp modAnim">
        <pc:chgData name="Sai Lakkaraju" userId="67789ed4-6cf2-46dd-bb2a-c209225f1b65" providerId="ADAL" clId="{9672EF5D-0FDD-4117-A113-4F01C607374C}" dt="2022-04-25T00:18:54.739" v="338"/>
        <pc:sldMkLst>
          <pc:docMk/>
          <pc:sldMk cId="3421247528" sldId="318"/>
        </pc:sldMkLst>
        <pc:spChg chg="add del mod">
          <ac:chgData name="Sai Lakkaraju" userId="67789ed4-6cf2-46dd-bb2a-c209225f1b65" providerId="ADAL" clId="{9672EF5D-0FDD-4117-A113-4F01C607374C}" dt="2022-04-25T00:17:32.201" v="328"/>
          <ac:spMkLst>
            <pc:docMk/>
            <pc:sldMk cId="3421247528" sldId="318"/>
            <ac:spMk id="2" creationId="{15915121-B667-4FB9-8742-DE6BB6AF38D4}"/>
          </ac:spMkLst>
        </pc:spChg>
        <pc:spChg chg="add del mod">
          <ac:chgData name="Sai Lakkaraju" userId="67789ed4-6cf2-46dd-bb2a-c209225f1b65" providerId="ADAL" clId="{9672EF5D-0FDD-4117-A113-4F01C607374C}" dt="2022-04-25T00:17:32.201" v="328"/>
          <ac:spMkLst>
            <pc:docMk/>
            <pc:sldMk cId="3421247528" sldId="318"/>
            <ac:spMk id="3" creationId="{86DB7E8F-163A-4EB3-94C7-42CCECF73676}"/>
          </ac:spMkLst>
        </pc:spChg>
        <pc:spChg chg="mod">
          <ac:chgData name="Sai Lakkaraju" userId="67789ed4-6cf2-46dd-bb2a-c209225f1b65" providerId="ADAL" clId="{9672EF5D-0FDD-4117-A113-4F01C607374C}" dt="2022-04-25T00:17:32.201" v="328"/>
          <ac:spMkLst>
            <pc:docMk/>
            <pc:sldMk cId="3421247528" sldId="318"/>
            <ac:spMk id="55298" creationId="{00000000-0000-0000-0000-000000000000}"/>
          </ac:spMkLst>
        </pc:spChg>
        <pc:spChg chg="mod">
          <ac:chgData name="Sai Lakkaraju" userId="67789ed4-6cf2-46dd-bb2a-c209225f1b65" providerId="ADAL" clId="{9672EF5D-0FDD-4117-A113-4F01C607374C}" dt="2022-04-25T00:17:32.201" v="328"/>
          <ac:spMkLst>
            <pc:docMk/>
            <pc:sldMk cId="3421247528" sldId="318"/>
            <ac:spMk id="55299" creationId="{00000000-0000-0000-0000-000000000000}"/>
          </ac:spMkLst>
        </pc:spChg>
      </pc:sldChg>
      <pc:sldChg chg="del">
        <pc:chgData name="Sai Lakkaraju" userId="67789ed4-6cf2-46dd-bb2a-c209225f1b65" providerId="ADAL" clId="{9672EF5D-0FDD-4117-A113-4F01C607374C}" dt="2022-04-24T23:15:21.088" v="5" actId="18676"/>
        <pc:sldMkLst>
          <pc:docMk/>
          <pc:sldMk cId="3666187564" sldId="319"/>
        </pc:sldMkLst>
      </pc:sldChg>
      <pc:sldChg chg="del">
        <pc:chgData name="Sai Lakkaraju" userId="67789ed4-6cf2-46dd-bb2a-c209225f1b65" providerId="ADAL" clId="{9672EF5D-0FDD-4117-A113-4F01C607374C}" dt="2022-04-24T23:15:21.088" v="5" actId="18676"/>
        <pc:sldMkLst>
          <pc:docMk/>
          <pc:sldMk cId="1481397626" sldId="320"/>
        </pc:sldMkLst>
      </pc:sldChg>
      <pc:sldChg chg="del">
        <pc:chgData name="Sai Lakkaraju" userId="67789ed4-6cf2-46dd-bb2a-c209225f1b65" providerId="ADAL" clId="{9672EF5D-0FDD-4117-A113-4F01C607374C}" dt="2022-04-24T23:15:21.088" v="5" actId="18676"/>
        <pc:sldMkLst>
          <pc:docMk/>
          <pc:sldMk cId="2369192775" sldId="321"/>
        </pc:sldMkLst>
      </pc:sldChg>
      <pc:sldChg chg="del">
        <pc:chgData name="Sai Lakkaraju" userId="67789ed4-6cf2-46dd-bb2a-c209225f1b65" providerId="ADAL" clId="{9672EF5D-0FDD-4117-A113-4F01C607374C}" dt="2022-04-24T23:15:32.469" v="6" actId="18676"/>
        <pc:sldMkLst>
          <pc:docMk/>
          <pc:sldMk cId="2000789401" sldId="322"/>
        </pc:sldMkLst>
      </pc:sldChg>
      <pc:sldChg chg="del">
        <pc:chgData name="Sai Lakkaraju" userId="67789ed4-6cf2-46dd-bb2a-c209225f1b65" providerId="ADAL" clId="{9672EF5D-0FDD-4117-A113-4F01C607374C}" dt="2022-04-24T23:14:52.233" v="3" actId="18676"/>
        <pc:sldMkLst>
          <pc:docMk/>
          <pc:sldMk cId="3692767134" sldId="323"/>
        </pc:sldMkLst>
      </pc:sldChg>
      <pc:sldChg chg="del">
        <pc:chgData name="Sai Lakkaraju" userId="67789ed4-6cf2-46dd-bb2a-c209225f1b65" providerId="ADAL" clId="{9672EF5D-0FDD-4117-A113-4F01C607374C}" dt="2022-04-24T23:15:21.088" v="5" actId="18676"/>
        <pc:sldMkLst>
          <pc:docMk/>
          <pc:sldMk cId="3874221328" sldId="324"/>
        </pc:sldMkLst>
      </pc:sldChg>
      <pc:sldChg chg="addSp delSp modSp mod modClrScheme modAnim chgLayout">
        <pc:chgData name="Sai Lakkaraju" userId="67789ed4-6cf2-46dd-bb2a-c209225f1b65" providerId="ADAL" clId="{9672EF5D-0FDD-4117-A113-4F01C607374C}" dt="2022-04-25T00:16:32.590" v="315" actId="207"/>
        <pc:sldMkLst>
          <pc:docMk/>
          <pc:sldMk cId="563133575" sldId="325"/>
        </pc:sldMkLst>
        <pc:spChg chg="add del mod">
          <ac:chgData name="Sai Lakkaraju" userId="67789ed4-6cf2-46dd-bb2a-c209225f1b65" providerId="ADAL" clId="{9672EF5D-0FDD-4117-A113-4F01C607374C}" dt="2022-04-25T00:15:13.625" v="284"/>
          <ac:spMkLst>
            <pc:docMk/>
            <pc:sldMk cId="563133575" sldId="325"/>
            <ac:spMk id="2" creationId="{165B1BB6-AF7E-4B05-BB03-9AFCE1556820}"/>
          </ac:spMkLst>
        </pc:spChg>
        <pc:spChg chg="add del mod">
          <ac:chgData name="Sai Lakkaraju" userId="67789ed4-6cf2-46dd-bb2a-c209225f1b65" providerId="ADAL" clId="{9672EF5D-0FDD-4117-A113-4F01C607374C}" dt="2022-04-25T00:15:13.625" v="284"/>
          <ac:spMkLst>
            <pc:docMk/>
            <pc:sldMk cId="563133575" sldId="325"/>
            <ac:spMk id="3" creationId="{13C59DDD-0FD9-41C8-B321-90C66E9CA026}"/>
          </ac:spMkLst>
        </pc:spChg>
        <pc:spChg chg="add mod ord">
          <ac:chgData name="Sai Lakkaraju" userId="67789ed4-6cf2-46dd-bb2a-c209225f1b65" providerId="ADAL" clId="{9672EF5D-0FDD-4117-A113-4F01C607374C}" dt="2022-04-25T00:16:32.590" v="315" actId="207"/>
          <ac:spMkLst>
            <pc:docMk/>
            <pc:sldMk cId="563133575" sldId="325"/>
            <ac:spMk id="4" creationId="{96989E12-9BE5-4F0E-9175-2EC98D8FB62B}"/>
          </ac:spMkLst>
        </pc:spChg>
        <pc:spChg chg="mod ord">
          <ac:chgData name="Sai Lakkaraju" userId="67789ed4-6cf2-46dd-bb2a-c209225f1b65" providerId="ADAL" clId="{9672EF5D-0FDD-4117-A113-4F01C607374C}" dt="2022-04-25T00:15:30.968" v="288" actId="700"/>
          <ac:spMkLst>
            <pc:docMk/>
            <pc:sldMk cId="563133575" sldId="325"/>
            <ac:spMk id="50178" creationId="{00000000-0000-0000-0000-000000000000}"/>
          </ac:spMkLst>
        </pc:spChg>
        <pc:spChg chg="mod ord">
          <ac:chgData name="Sai Lakkaraju" userId="67789ed4-6cf2-46dd-bb2a-c209225f1b65" providerId="ADAL" clId="{9672EF5D-0FDD-4117-A113-4F01C607374C}" dt="2022-04-25T00:16:25.627" v="313" actId="207"/>
          <ac:spMkLst>
            <pc:docMk/>
            <pc:sldMk cId="563133575" sldId="325"/>
            <ac:spMk id="50179" creationId="{00000000-0000-0000-0000-000000000000}"/>
          </ac:spMkLst>
        </pc:spChg>
      </pc:sldChg>
      <pc:sldChg chg="addSp delSp modSp mod modAnim">
        <pc:chgData name="Sai Lakkaraju" userId="67789ed4-6cf2-46dd-bb2a-c209225f1b65" providerId="ADAL" clId="{9672EF5D-0FDD-4117-A113-4F01C607374C}" dt="2022-04-25T00:17:23.717" v="327" actId="1076"/>
        <pc:sldMkLst>
          <pc:docMk/>
          <pc:sldMk cId="2217160245" sldId="326"/>
        </pc:sldMkLst>
        <pc:spChg chg="add del mod">
          <ac:chgData name="Sai Lakkaraju" userId="67789ed4-6cf2-46dd-bb2a-c209225f1b65" providerId="ADAL" clId="{9672EF5D-0FDD-4117-A113-4F01C607374C}" dt="2022-04-25T00:17:20.891" v="325"/>
          <ac:spMkLst>
            <pc:docMk/>
            <pc:sldMk cId="2217160245" sldId="326"/>
            <ac:spMk id="3" creationId="{DF3A6019-E6B3-4C02-BDB5-D684295C488B}"/>
          </ac:spMkLst>
        </pc:spChg>
        <pc:spChg chg="add del mod">
          <ac:chgData name="Sai Lakkaraju" userId="67789ed4-6cf2-46dd-bb2a-c209225f1b65" providerId="ADAL" clId="{9672EF5D-0FDD-4117-A113-4F01C607374C}" dt="2022-04-25T00:17:20.891" v="325"/>
          <ac:spMkLst>
            <pc:docMk/>
            <pc:sldMk cId="2217160245" sldId="326"/>
            <ac:spMk id="4" creationId="{178A234A-DC69-4104-8DE0-33E3A1006558}"/>
          </ac:spMkLst>
        </pc:spChg>
        <pc:spChg chg="mod">
          <ac:chgData name="Sai Lakkaraju" userId="67789ed4-6cf2-46dd-bb2a-c209225f1b65" providerId="ADAL" clId="{9672EF5D-0FDD-4117-A113-4F01C607374C}" dt="2022-04-25T00:17:20.891" v="325"/>
          <ac:spMkLst>
            <pc:docMk/>
            <pc:sldMk cId="2217160245" sldId="326"/>
            <ac:spMk id="55298" creationId="{00000000-0000-0000-0000-000000000000}"/>
          </ac:spMkLst>
        </pc:spChg>
        <pc:spChg chg="mod">
          <ac:chgData name="Sai Lakkaraju" userId="67789ed4-6cf2-46dd-bb2a-c209225f1b65" providerId="ADAL" clId="{9672EF5D-0FDD-4117-A113-4F01C607374C}" dt="2022-04-25T00:17:20.920" v="326" actId="27636"/>
          <ac:spMkLst>
            <pc:docMk/>
            <pc:sldMk cId="2217160245" sldId="326"/>
            <ac:spMk id="55299" creationId="{00000000-0000-0000-0000-000000000000}"/>
          </ac:spMkLst>
        </pc:spChg>
        <pc:picChg chg="mod">
          <ac:chgData name="Sai Lakkaraju" userId="67789ed4-6cf2-46dd-bb2a-c209225f1b65" providerId="ADAL" clId="{9672EF5D-0FDD-4117-A113-4F01C607374C}" dt="2022-04-25T00:17:23.717" v="327" actId="1076"/>
          <ac:picMkLst>
            <pc:docMk/>
            <pc:sldMk cId="2217160245" sldId="326"/>
            <ac:picMk id="2" creationId="{00000000-0000-0000-0000-000000000000}"/>
          </ac:picMkLst>
        </pc:picChg>
      </pc:sldChg>
      <pc:sldChg chg="del">
        <pc:chgData name="Sai Lakkaraju" userId="67789ed4-6cf2-46dd-bb2a-c209225f1b65" providerId="ADAL" clId="{9672EF5D-0FDD-4117-A113-4F01C607374C}" dt="2022-04-24T23:15:32.469" v="6" actId="18676"/>
        <pc:sldMkLst>
          <pc:docMk/>
          <pc:sldMk cId="1796800335" sldId="327"/>
        </pc:sldMkLst>
      </pc:sldChg>
      <pc:sldChg chg="del">
        <pc:chgData name="Sai Lakkaraju" userId="67789ed4-6cf2-46dd-bb2a-c209225f1b65" providerId="ADAL" clId="{9672EF5D-0FDD-4117-A113-4F01C607374C}" dt="2022-04-24T23:15:21.088" v="5" actId="18676"/>
        <pc:sldMkLst>
          <pc:docMk/>
          <pc:sldMk cId="3689313516" sldId="329"/>
        </pc:sldMkLst>
      </pc:sldChg>
    </pc:docChg>
  </pc:docChgLst>
  <pc:docChgLst>
    <pc:chgData name="Sai Lakkaraju" userId="67789ed4-6cf2-46dd-bb2a-c209225f1b65" providerId="ADAL" clId="{02BF0754-D826-439F-B6A6-E04E32BE089C}"/>
    <pc:docChg chg="undo custSel addSld delSld modSld modSection">
      <pc:chgData name="Sai Lakkaraju" userId="67789ed4-6cf2-46dd-bb2a-c209225f1b65" providerId="ADAL" clId="{02BF0754-D826-439F-B6A6-E04E32BE089C}" dt="2022-04-30T14:30:29.455" v="284"/>
      <pc:docMkLst>
        <pc:docMk/>
      </pc:docMkLst>
      <pc:sldChg chg="modSp mod">
        <pc:chgData name="Sai Lakkaraju" userId="67789ed4-6cf2-46dd-bb2a-c209225f1b65" providerId="ADAL" clId="{02BF0754-D826-439F-B6A6-E04E32BE089C}" dt="2022-04-30T13:44:09.965" v="1" actId="20577"/>
        <pc:sldMkLst>
          <pc:docMk/>
          <pc:sldMk cId="715634170" sldId="256"/>
        </pc:sldMkLst>
        <pc:spChg chg="mod">
          <ac:chgData name="Sai Lakkaraju" userId="67789ed4-6cf2-46dd-bb2a-c209225f1b65" providerId="ADAL" clId="{02BF0754-D826-439F-B6A6-E04E32BE089C}" dt="2022-04-30T13:44:09.965" v="1" actId="20577"/>
          <ac:spMkLst>
            <pc:docMk/>
            <pc:sldMk cId="715634170" sldId="256"/>
            <ac:spMk id="3" creationId="{94875C1C-3858-44F5-9117-CB658AFD44E3}"/>
          </ac:spMkLst>
        </pc:spChg>
      </pc:sldChg>
      <pc:sldChg chg="addSp delSp modSp add mod modClrScheme chgLayout">
        <pc:chgData name="Sai Lakkaraju" userId="67789ed4-6cf2-46dd-bb2a-c209225f1b65" providerId="ADAL" clId="{02BF0754-D826-439F-B6A6-E04E32BE089C}" dt="2022-04-30T13:50:21.462" v="19"/>
        <pc:sldMkLst>
          <pc:docMk/>
          <pc:sldMk cId="2183107123" sldId="257"/>
        </pc:sldMkLst>
        <pc:spChg chg="add del mod">
          <ac:chgData name="Sai Lakkaraju" userId="67789ed4-6cf2-46dd-bb2a-c209225f1b65" providerId="ADAL" clId="{02BF0754-D826-439F-B6A6-E04E32BE089C}" dt="2022-04-30T13:45:43.616" v="7"/>
          <ac:spMkLst>
            <pc:docMk/>
            <pc:sldMk cId="2183107123" sldId="257"/>
            <ac:spMk id="2" creationId="{ED7C5CEF-C2EC-45AC-BF82-ECC7E6EE626A}"/>
          </ac:spMkLst>
        </pc:spChg>
        <pc:spChg chg="mod ord">
          <ac:chgData name="Sai Lakkaraju" userId="67789ed4-6cf2-46dd-bb2a-c209225f1b65" providerId="ADAL" clId="{02BF0754-D826-439F-B6A6-E04E32BE089C}" dt="2022-04-30T13:50:14.697" v="17" actId="700"/>
          <ac:spMkLst>
            <pc:docMk/>
            <pc:sldMk cId="2183107123" sldId="257"/>
            <ac:spMk id="3" creationId="{00000000-0000-0000-0000-000000000000}"/>
          </ac:spMkLst>
        </pc:spChg>
        <pc:spChg chg="add del mod">
          <ac:chgData name="Sai Lakkaraju" userId="67789ed4-6cf2-46dd-bb2a-c209225f1b65" providerId="ADAL" clId="{02BF0754-D826-439F-B6A6-E04E32BE089C}" dt="2022-04-30T13:45:43.616" v="7"/>
          <ac:spMkLst>
            <pc:docMk/>
            <pc:sldMk cId="2183107123" sldId="257"/>
            <ac:spMk id="4" creationId="{6E8E7538-9550-414E-B357-C9BEB3BA2435}"/>
          </ac:spMkLst>
        </pc:spChg>
        <pc:spChg chg="add mod ord">
          <ac:chgData name="Sai Lakkaraju" userId="67789ed4-6cf2-46dd-bb2a-c209225f1b65" providerId="ADAL" clId="{02BF0754-D826-439F-B6A6-E04E32BE089C}" dt="2022-04-30T13:50:21.462" v="19"/>
          <ac:spMkLst>
            <pc:docMk/>
            <pc:sldMk cId="2183107123" sldId="257"/>
            <ac:spMk id="5" creationId="{145A79FF-DF8D-40F1-8046-76D58A40B613}"/>
          </ac:spMkLst>
        </pc:spChg>
        <pc:spChg chg="del">
          <ac:chgData name="Sai Lakkaraju" userId="67789ed4-6cf2-46dd-bb2a-c209225f1b65" providerId="ADAL" clId="{02BF0754-D826-439F-B6A6-E04E32BE089C}" dt="2022-04-30T13:50:05.893" v="15" actId="26606"/>
          <ac:spMkLst>
            <pc:docMk/>
            <pc:sldMk cId="2183107123" sldId="257"/>
            <ac:spMk id="10" creationId="{00000000-0000-0000-0000-000000000000}"/>
          </ac:spMkLst>
        </pc:spChg>
        <pc:spChg chg="add del mod">
          <ac:chgData name="Sai Lakkaraju" userId="67789ed4-6cf2-46dd-bb2a-c209225f1b65" providerId="ADAL" clId="{02BF0754-D826-439F-B6A6-E04E32BE089C}" dt="2022-04-30T13:50:11.607" v="16" actId="478"/>
          <ac:spMkLst>
            <pc:docMk/>
            <pc:sldMk cId="2183107123" sldId="257"/>
            <ac:spMk id="15" creationId="{09D8BF14-5884-56B9-BF0C-2C03CACAB25F}"/>
          </ac:spMkLst>
        </pc:spChg>
      </pc:sldChg>
      <pc:sldChg chg="addSp delSp modSp add mod modTransition modClrScheme delAnim chgLayout">
        <pc:chgData name="Sai Lakkaraju" userId="67789ed4-6cf2-46dd-bb2a-c209225f1b65" providerId="ADAL" clId="{02BF0754-D826-439F-B6A6-E04E32BE089C}" dt="2022-04-30T14:29:56.018" v="272"/>
        <pc:sldMkLst>
          <pc:docMk/>
          <pc:sldMk cId="194403597" sldId="259"/>
        </pc:sldMkLst>
        <pc:spChg chg="add del mod">
          <ac:chgData name="Sai Lakkaraju" userId="67789ed4-6cf2-46dd-bb2a-c209225f1b65" providerId="ADAL" clId="{02BF0754-D826-439F-B6A6-E04E32BE089C}" dt="2022-04-30T14:28:58.729" v="258"/>
          <ac:spMkLst>
            <pc:docMk/>
            <pc:sldMk cId="194403597" sldId="259"/>
            <ac:spMk id="2" creationId="{AC94A641-D686-47D1-8387-A10F92561EC7}"/>
          </ac:spMkLst>
        </pc:spChg>
        <pc:spChg chg="add del mod">
          <ac:chgData name="Sai Lakkaraju" userId="67789ed4-6cf2-46dd-bb2a-c209225f1b65" providerId="ADAL" clId="{02BF0754-D826-439F-B6A6-E04E32BE089C}" dt="2022-04-30T14:28:58.729" v="258"/>
          <ac:spMkLst>
            <pc:docMk/>
            <pc:sldMk cId="194403597" sldId="259"/>
            <ac:spMk id="3" creationId="{885A611F-6169-4875-B281-7724246DEA87}"/>
          </ac:spMkLst>
        </pc:spChg>
        <pc:spChg chg="add del mod ord">
          <ac:chgData name="Sai Lakkaraju" userId="67789ed4-6cf2-46dd-bb2a-c209225f1b65" providerId="ADAL" clId="{02BF0754-D826-439F-B6A6-E04E32BE089C}" dt="2022-04-30T14:29:30.263" v="266"/>
          <ac:spMkLst>
            <pc:docMk/>
            <pc:sldMk cId="194403597" sldId="259"/>
            <ac:spMk id="4" creationId="{EB3B4B57-43F2-4FD0-AE6F-3989A1D9EA00}"/>
          </ac:spMkLst>
        </pc:spChg>
        <pc:spChg chg="add mod ord">
          <ac:chgData name="Sai Lakkaraju" userId="67789ed4-6cf2-46dd-bb2a-c209225f1b65" providerId="ADAL" clId="{02BF0754-D826-439F-B6A6-E04E32BE089C}" dt="2022-04-30T14:29:38.204" v="271"/>
          <ac:spMkLst>
            <pc:docMk/>
            <pc:sldMk cId="194403597" sldId="259"/>
            <ac:spMk id="5" creationId="{E6EFD255-BF09-446B-817C-07619E57C15D}"/>
          </ac:spMkLst>
        </pc:spChg>
        <pc:spChg chg="del mod">
          <ac:chgData name="Sai Lakkaraju" userId="67789ed4-6cf2-46dd-bb2a-c209225f1b65" providerId="ADAL" clId="{02BF0754-D826-439F-B6A6-E04E32BE089C}" dt="2022-04-30T14:29:07.954" v="260" actId="478"/>
          <ac:spMkLst>
            <pc:docMk/>
            <pc:sldMk cId="194403597" sldId="259"/>
            <ac:spMk id="6" creationId="{00000000-0000-0000-0000-000000000000}"/>
          </ac:spMkLst>
        </pc:spChg>
        <pc:spChg chg="add del mod">
          <ac:chgData name="Sai Lakkaraju" userId="67789ed4-6cf2-46dd-bb2a-c209225f1b65" providerId="ADAL" clId="{02BF0754-D826-439F-B6A6-E04E32BE089C}" dt="2022-04-30T14:29:30.263" v="266"/>
          <ac:spMkLst>
            <pc:docMk/>
            <pc:sldMk cId="194403597" sldId="259"/>
            <ac:spMk id="7" creationId="{F1DD499B-9F96-403E-83E1-E88812F62F7D}"/>
          </ac:spMkLst>
        </pc:spChg>
        <pc:spChg chg="add mod">
          <ac:chgData name="Sai Lakkaraju" userId="67789ed4-6cf2-46dd-bb2a-c209225f1b65" providerId="ADAL" clId="{02BF0754-D826-439F-B6A6-E04E32BE089C}" dt="2022-04-30T14:29:38.204" v="271"/>
          <ac:spMkLst>
            <pc:docMk/>
            <pc:sldMk cId="194403597" sldId="259"/>
            <ac:spMk id="8" creationId="{86C29517-308D-4271-AF75-3DEAC020FD46}"/>
          </ac:spMkLst>
        </pc:spChg>
        <pc:spChg chg="add del mod">
          <ac:chgData name="Sai Lakkaraju" userId="67789ed4-6cf2-46dd-bb2a-c209225f1b65" providerId="ADAL" clId="{02BF0754-D826-439F-B6A6-E04E32BE089C}" dt="2022-04-30T14:29:38.204" v="271"/>
          <ac:spMkLst>
            <pc:docMk/>
            <pc:sldMk cId="194403597" sldId="259"/>
            <ac:spMk id="9" creationId="{3DE09B4E-A6B1-4FD6-80D9-BD4B1A9F00DB}"/>
          </ac:spMkLst>
        </pc:spChg>
        <pc:spChg chg="add del mod">
          <ac:chgData name="Sai Lakkaraju" userId="67789ed4-6cf2-46dd-bb2a-c209225f1b65" providerId="ADAL" clId="{02BF0754-D826-439F-B6A6-E04E32BE089C}" dt="2022-04-30T14:29:38.204" v="271"/>
          <ac:spMkLst>
            <pc:docMk/>
            <pc:sldMk cId="194403597" sldId="259"/>
            <ac:spMk id="10" creationId="{450D88F8-5205-4D54-B7BE-1EDAE1BE06E8}"/>
          </ac:spMkLst>
        </pc:spChg>
        <pc:spChg chg="del mod">
          <ac:chgData name="Sai Lakkaraju" userId="67789ed4-6cf2-46dd-bb2a-c209225f1b65" providerId="ADAL" clId="{02BF0754-D826-439F-B6A6-E04E32BE089C}" dt="2022-04-30T14:29:28.397" v="265" actId="478"/>
          <ac:spMkLst>
            <pc:docMk/>
            <pc:sldMk cId="194403597" sldId="259"/>
            <ac:spMk id="38" creationId="{00000000-0000-0000-0000-000000000000}"/>
          </ac:spMkLst>
        </pc:spChg>
      </pc:sldChg>
      <pc:sldChg chg="addSp delSp modSp add del mod modClrScheme chgLayout">
        <pc:chgData name="Sai Lakkaraju" userId="67789ed4-6cf2-46dd-bb2a-c209225f1b65" providerId="ADAL" clId="{02BF0754-D826-439F-B6A6-E04E32BE089C}" dt="2022-04-30T13:50:59.378" v="30" actId="20577"/>
        <pc:sldMkLst>
          <pc:docMk/>
          <pc:sldMk cId="3521356257" sldId="260"/>
        </pc:sldMkLst>
        <pc:spChg chg="add mod ord">
          <ac:chgData name="Sai Lakkaraju" userId="67789ed4-6cf2-46dd-bb2a-c209225f1b65" providerId="ADAL" clId="{02BF0754-D826-439F-B6A6-E04E32BE089C}" dt="2022-04-30T13:50:46.348" v="26" actId="700"/>
          <ac:spMkLst>
            <pc:docMk/>
            <pc:sldMk cId="3521356257" sldId="260"/>
            <ac:spMk id="2" creationId="{EFEC0179-BC9C-458D-AC3C-5B46723108FC}"/>
          </ac:spMkLst>
        </pc:spChg>
        <pc:spChg chg="mod ord">
          <ac:chgData name="Sai Lakkaraju" userId="67789ed4-6cf2-46dd-bb2a-c209225f1b65" providerId="ADAL" clId="{02BF0754-D826-439F-B6A6-E04E32BE089C}" dt="2022-04-30T13:50:59.378" v="30" actId="20577"/>
          <ac:spMkLst>
            <pc:docMk/>
            <pc:sldMk cId="3521356257" sldId="260"/>
            <ac:spMk id="3" creationId="{00000000-0000-0000-0000-000000000000}"/>
          </ac:spMkLst>
        </pc:spChg>
        <pc:spChg chg="add del mod">
          <ac:chgData name="Sai Lakkaraju" userId="67789ed4-6cf2-46dd-bb2a-c209225f1b65" providerId="ADAL" clId="{02BF0754-D826-439F-B6A6-E04E32BE089C}" dt="2022-04-30T13:50:43.831" v="23"/>
          <ac:spMkLst>
            <pc:docMk/>
            <pc:sldMk cId="3521356257" sldId="260"/>
            <ac:spMk id="4" creationId="{5B371967-68FD-4841-9D40-679EAE90C960}"/>
          </ac:spMkLst>
        </pc:spChg>
        <pc:spChg chg="add del mod">
          <ac:chgData name="Sai Lakkaraju" userId="67789ed4-6cf2-46dd-bb2a-c209225f1b65" providerId="ADAL" clId="{02BF0754-D826-439F-B6A6-E04E32BE089C}" dt="2022-04-30T13:50:43.831" v="23"/>
          <ac:spMkLst>
            <pc:docMk/>
            <pc:sldMk cId="3521356257" sldId="260"/>
            <ac:spMk id="5" creationId="{7C6C7B76-48E7-4BDD-AEDB-7D8A2B2D1661}"/>
          </ac:spMkLst>
        </pc:spChg>
        <pc:spChg chg="add del mod">
          <ac:chgData name="Sai Lakkaraju" userId="67789ed4-6cf2-46dd-bb2a-c209225f1b65" providerId="ADAL" clId="{02BF0754-D826-439F-B6A6-E04E32BE089C}" dt="2022-04-30T13:50:46.348" v="26" actId="700"/>
          <ac:spMkLst>
            <pc:docMk/>
            <pc:sldMk cId="3521356257" sldId="260"/>
            <ac:spMk id="6" creationId="{10F5D83E-EE82-484B-BEB8-F8B3D81C3F2C}"/>
          </ac:spMkLst>
        </pc:spChg>
        <pc:spChg chg="del">
          <ac:chgData name="Sai Lakkaraju" userId="67789ed4-6cf2-46dd-bb2a-c209225f1b65" providerId="ADAL" clId="{02BF0754-D826-439F-B6A6-E04E32BE089C}" dt="2022-04-30T13:50:37.548" v="21" actId="26606"/>
          <ac:spMkLst>
            <pc:docMk/>
            <pc:sldMk cId="3521356257" sldId="260"/>
            <ac:spMk id="10" creationId="{00000000-0000-0000-0000-000000000000}"/>
          </ac:spMkLst>
        </pc:spChg>
        <pc:spChg chg="add del mod">
          <ac:chgData name="Sai Lakkaraju" userId="67789ed4-6cf2-46dd-bb2a-c209225f1b65" providerId="ADAL" clId="{02BF0754-D826-439F-B6A6-E04E32BE089C}" dt="2022-04-30T13:50:41.893" v="22" actId="478"/>
          <ac:spMkLst>
            <pc:docMk/>
            <pc:sldMk cId="3521356257" sldId="260"/>
            <ac:spMk id="15" creationId="{BFF026AD-A480-E512-66EE-0C974AB4BF81}"/>
          </ac:spMkLst>
        </pc:spChg>
      </pc:sldChg>
      <pc:sldChg chg="addSp delSp modSp add del mod modClrScheme chgLayout">
        <pc:chgData name="Sai Lakkaraju" userId="67789ed4-6cf2-46dd-bb2a-c209225f1b65" providerId="ADAL" clId="{02BF0754-D826-439F-B6A6-E04E32BE089C}" dt="2022-04-30T13:52:06.596" v="46" actId="20577"/>
        <pc:sldMkLst>
          <pc:docMk/>
          <pc:sldMk cId="39798925" sldId="262"/>
        </pc:sldMkLst>
        <pc:spChg chg="mod ord">
          <ac:chgData name="Sai Lakkaraju" userId="67789ed4-6cf2-46dd-bb2a-c209225f1b65" providerId="ADAL" clId="{02BF0754-D826-439F-B6A6-E04E32BE089C}" dt="2022-04-30T13:51:44.887" v="39" actId="700"/>
          <ac:spMkLst>
            <pc:docMk/>
            <pc:sldMk cId="39798925" sldId="262"/>
            <ac:spMk id="2" creationId="{00000000-0000-0000-0000-000000000000}"/>
          </ac:spMkLst>
        </pc:spChg>
        <pc:spChg chg="add del mod ord">
          <ac:chgData name="Sai Lakkaraju" userId="67789ed4-6cf2-46dd-bb2a-c209225f1b65" providerId="ADAL" clId="{02BF0754-D826-439F-B6A6-E04E32BE089C}" dt="2022-04-30T13:51:21.900" v="33" actId="26606"/>
          <ac:spMkLst>
            <pc:docMk/>
            <pc:sldMk cId="39798925" sldId="262"/>
            <ac:spMk id="3" creationId="{0D9F5D39-26D2-45B0-B322-A4E36A33B9B5}"/>
          </ac:spMkLst>
        </pc:spChg>
        <pc:spChg chg="del mod">
          <ac:chgData name="Sai Lakkaraju" userId="67789ed4-6cf2-46dd-bb2a-c209225f1b65" providerId="ADAL" clId="{02BF0754-D826-439F-B6A6-E04E32BE089C}" dt="2022-04-30T13:52:00.778" v="44" actId="478"/>
          <ac:spMkLst>
            <pc:docMk/>
            <pc:sldMk cId="39798925" sldId="262"/>
            <ac:spMk id="4" creationId="{00000000-0000-0000-0000-000000000000}"/>
          </ac:spMkLst>
        </pc:spChg>
        <pc:spChg chg="add del mod ord">
          <ac:chgData name="Sai Lakkaraju" userId="67789ed4-6cf2-46dd-bb2a-c209225f1b65" providerId="ADAL" clId="{02BF0754-D826-439F-B6A6-E04E32BE089C}" dt="2022-04-30T13:51:31.582" v="35" actId="700"/>
          <ac:spMkLst>
            <pc:docMk/>
            <pc:sldMk cId="39798925" sldId="262"/>
            <ac:spMk id="5" creationId="{9160F970-3A58-4A23-A973-88E669DFD1D3}"/>
          </ac:spMkLst>
        </pc:spChg>
        <pc:spChg chg="add del mod">
          <ac:chgData name="Sai Lakkaraju" userId="67789ed4-6cf2-46dd-bb2a-c209225f1b65" providerId="ADAL" clId="{02BF0754-D826-439F-B6A6-E04E32BE089C}" dt="2022-04-30T13:51:36.505" v="37"/>
          <ac:spMkLst>
            <pc:docMk/>
            <pc:sldMk cId="39798925" sldId="262"/>
            <ac:spMk id="6" creationId="{BB6AD6A1-6158-4021-ACD1-909A494424B1}"/>
          </ac:spMkLst>
        </pc:spChg>
        <pc:spChg chg="add del mod ord">
          <ac:chgData name="Sai Lakkaraju" userId="67789ed4-6cf2-46dd-bb2a-c209225f1b65" providerId="ADAL" clId="{02BF0754-D826-439F-B6A6-E04E32BE089C}" dt="2022-04-30T13:51:44.887" v="39" actId="700"/>
          <ac:spMkLst>
            <pc:docMk/>
            <pc:sldMk cId="39798925" sldId="262"/>
            <ac:spMk id="7" creationId="{729F48CD-6F9F-43CB-A99B-469762722A2C}"/>
          </ac:spMkLst>
        </pc:spChg>
        <pc:spChg chg="add del mod ord">
          <ac:chgData name="Sai Lakkaraju" userId="67789ed4-6cf2-46dd-bb2a-c209225f1b65" providerId="ADAL" clId="{02BF0754-D826-439F-B6A6-E04E32BE089C}" dt="2022-04-30T13:51:34.645" v="36" actId="478"/>
          <ac:spMkLst>
            <pc:docMk/>
            <pc:sldMk cId="39798925" sldId="262"/>
            <ac:spMk id="8" creationId="{7695C33B-728E-A703-DD40-C1F579AAAC39}"/>
          </ac:spMkLst>
        </pc:spChg>
        <pc:spChg chg="add del mod">
          <ac:chgData name="Sai Lakkaraju" userId="67789ed4-6cf2-46dd-bb2a-c209225f1b65" providerId="ADAL" clId="{02BF0754-D826-439F-B6A6-E04E32BE089C}" dt="2022-04-30T13:51:41.795" v="38" actId="478"/>
          <ac:spMkLst>
            <pc:docMk/>
            <pc:sldMk cId="39798925" sldId="262"/>
            <ac:spMk id="9" creationId="{FB5820C5-5C2C-4782-BB47-3A5878E00630}"/>
          </ac:spMkLst>
        </pc:spChg>
        <pc:spChg chg="add mod ord">
          <ac:chgData name="Sai Lakkaraju" userId="67789ed4-6cf2-46dd-bb2a-c209225f1b65" providerId="ADAL" clId="{02BF0754-D826-439F-B6A6-E04E32BE089C}" dt="2022-04-30T13:52:06.596" v="46" actId="20577"/>
          <ac:spMkLst>
            <pc:docMk/>
            <pc:sldMk cId="39798925" sldId="262"/>
            <ac:spMk id="10" creationId="{274A846C-B1CE-46E5-AB54-66E4A34ACC5F}"/>
          </ac:spMkLst>
        </pc:spChg>
      </pc:sldChg>
      <pc:sldChg chg="addSp delSp modSp add del mod chgLayout">
        <pc:chgData name="Sai Lakkaraju" userId="67789ed4-6cf2-46dd-bb2a-c209225f1b65" providerId="ADAL" clId="{02BF0754-D826-439F-B6A6-E04E32BE089C}" dt="2022-04-30T13:54:40.048" v="76" actId="6549"/>
        <pc:sldMkLst>
          <pc:docMk/>
          <pc:sldMk cId="636588591" sldId="273"/>
        </pc:sldMkLst>
        <pc:spChg chg="add del mod">
          <ac:chgData name="Sai Lakkaraju" userId="67789ed4-6cf2-46dd-bb2a-c209225f1b65" providerId="ADAL" clId="{02BF0754-D826-439F-B6A6-E04E32BE089C}" dt="2022-04-30T13:52:55.716" v="48"/>
          <ac:spMkLst>
            <pc:docMk/>
            <pc:sldMk cId="636588591" sldId="273"/>
            <ac:spMk id="2" creationId="{8DA41BBD-0022-4CDF-8252-799ABCD1CC8D}"/>
          </ac:spMkLst>
        </pc:spChg>
        <pc:spChg chg="add del mod">
          <ac:chgData name="Sai Lakkaraju" userId="67789ed4-6cf2-46dd-bb2a-c209225f1b65" providerId="ADAL" clId="{02BF0754-D826-439F-B6A6-E04E32BE089C}" dt="2022-04-30T13:52:55.716" v="48"/>
          <ac:spMkLst>
            <pc:docMk/>
            <pc:sldMk cId="636588591" sldId="273"/>
            <ac:spMk id="3" creationId="{B533691F-48E9-4705-AFA7-FABAACE4BA29}"/>
          </ac:spMkLst>
        </pc:spChg>
        <pc:spChg chg="mod ord">
          <ac:chgData name="Sai Lakkaraju" userId="67789ed4-6cf2-46dd-bb2a-c209225f1b65" providerId="ADAL" clId="{02BF0754-D826-439F-B6A6-E04E32BE089C}" dt="2022-04-30T13:52:55.716" v="48"/>
          <ac:spMkLst>
            <pc:docMk/>
            <pc:sldMk cId="636588591" sldId="273"/>
            <ac:spMk id="11266" creationId="{00000000-0000-0000-0000-000000000000}"/>
          </ac:spMkLst>
        </pc:spChg>
        <pc:spChg chg="mod ord">
          <ac:chgData name="Sai Lakkaraju" userId="67789ed4-6cf2-46dd-bb2a-c209225f1b65" providerId="ADAL" clId="{02BF0754-D826-439F-B6A6-E04E32BE089C}" dt="2022-04-30T13:54:40.048" v="76" actId="6549"/>
          <ac:spMkLst>
            <pc:docMk/>
            <pc:sldMk cId="636588591" sldId="273"/>
            <ac:spMk id="11267" creationId="{00000000-0000-0000-0000-000000000000}"/>
          </ac:spMkLst>
        </pc:spChg>
      </pc:sldChg>
      <pc:sldChg chg="addSp delSp modSp add del mod">
        <pc:chgData name="Sai Lakkaraju" userId="67789ed4-6cf2-46dd-bb2a-c209225f1b65" providerId="ADAL" clId="{02BF0754-D826-439F-B6A6-E04E32BE089C}" dt="2022-04-30T14:01:17.782" v="94" actId="404"/>
        <pc:sldMkLst>
          <pc:docMk/>
          <pc:sldMk cId="3511593561" sldId="275"/>
        </pc:sldMkLst>
        <pc:spChg chg="add del mod">
          <ac:chgData name="Sai Lakkaraju" userId="67789ed4-6cf2-46dd-bb2a-c209225f1b65" providerId="ADAL" clId="{02BF0754-D826-439F-B6A6-E04E32BE089C}" dt="2022-04-30T14:00:37.712" v="91"/>
          <ac:spMkLst>
            <pc:docMk/>
            <pc:sldMk cId="3511593561" sldId="275"/>
            <ac:spMk id="2" creationId="{4D15ABC3-D633-45C4-8133-2FBD1BEA42C9}"/>
          </ac:spMkLst>
        </pc:spChg>
        <pc:spChg chg="add del mod">
          <ac:chgData name="Sai Lakkaraju" userId="67789ed4-6cf2-46dd-bb2a-c209225f1b65" providerId="ADAL" clId="{02BF0754-D826-439F-B6A6-E04E32BE089C}" dt="2022-04-30T14:00:37.712" v="91"/>
          <ac:spMkLst>
            <pc:docMk/>
            <pc:sldMk cId="3511593561" sldId="275"/>
            <ac:spMk id="3" creationId="{9B6C592A-E812-4D80-86DD-20D6346C914F}"/>
          </ac:spMkLst>
        </pc:spChg>
        <pc:spChg chg="mod">
          <ac:chgData name="Sai Lakkaraju" userId="67789ed4-6cf2-46dd-bb2a-c209225f1b65" providerId="ADAL" clId="{02BF0754-D826-439F-B6A6-E04E32BE089C}" dt="2022-04-30T14:00:37.712" v="91"/>
          <ac:spMkLst>
            <pc:docMk/>
            <pc:sldMk cId="3511593561" sldId="275"/>
            <ac:spMk id="14340" creationId="{00000000-0000-0000-0000-000000000000}"/>
          </ac:spMkLst>
        </pc:spChg>
        <pc:spChg chg="mod">
          <ac:chgData name="Sai Lakkaraju" userId="67789ed4-6cf2-46dd-bb2a-c209225f1b65" providerId="ADAL" clId="{02BF0754-D826-439F-B6A6-E04E32BE089C}" dt="2022-04-30T14:01:17.782" v="94" actId="404"/>
          <ac:spMkLst>
            <pc:docMk/>
            <pc:sldMk cId="3511593561" sldId="275"/>
            <ac:spMk id="14344" creationId="{00000000-0000-0000-0000-000000000000}"/>
          </ac:spMkLst>
        </pc:spChg>
      </pc:sldChg>
      <pc:sldChg chg="addSp delSp modSp add del mod">
        <pc:chgData name="Sai Lakkaraju" userId="67789ed4-6cf2-46dd-bb2a-c209225f1b65" providerId="ADAL" clId="{02BF0754-D826-439F-B6A6-E04E32BE089C}" dt="2022-04-30T13:55:02.304" v="77" actId="207"/>
        <pc:sldMkLst>
          <pc:docMk/>
          <pc:sldMk cId="3777817630" sldId="277"/>
        </pc:sldMkLst>
        <pc:spChg chg="mod">
          <ac:chgData name="Sai Lakkaraju" userId="67789ed4-6cf2-46dd-bb2a-c209225f1b65" providerId="ADAL" clId="{02BF0754-D826-439F-B6A6-E04E32BE089C}" dt="2022-04-30T13:55:02.304" v="77" actId="207"/>
          <ac:spMkLst>
            <pc:docMk/>
            <pc:sldMk cId="3777817630" sldId="277"/>
            <ac:spMk id="2" creationId="{00000000-0000-0000-0000-000000000000}"/>
          </ac:spMkLst>
        </pc:spChg>
        <pc:spChg chg="mod">
          <ac:chgData name="Sai Lakkaraju" userId="67789ed4-6cf2-46dd-bb2a-c209225f1b65" providerId="ADAL" clId="{02BF0754-D826-439F-B6A6-E04E32BE089C}" dt="2022-04-30T13:53:23.660" v="53" actId="27636"/>
          <ac:spMkLst>
            <pc:docMk/>
            <pc:sldMk cId="3777817630" sldId="277"/>
            <ac:spMk id="3" creationId="{00000000-0000-0000-0000-000000000000}"/>
          </ac:spMkLst>
        </pc:spChg>
        <pc:spChg chg="add del mod">
          <ac:chgData name="Sai Lakkaraju" userId="67789ed4-6cf2-46dd-bb2a-c209225f1b65" providerId="ADAL" clId="{02BF0754-D826-439F-B6A6-E04E32BE089C}" dt="2022-04-30T13:53:23.628" v="52"/>
          <ac:spMkLst>
            <pc:docMk/>
            <pc:sldMk cId="3777817630" sldId="277"/>
            <ac:spMk id="4" creationId="{8331AF0F-58EC-4EA2-ADF2-8CEFD878C2BD}"/>
          </ac:spMkLst>
        </pc:spChg>
        <pc:spChg chg="add del mod">
          <ac:chgData name="Sai Lakkaraju" userId="67789ed4-6cf2-46dd-bb2a-c209225f1b65" providerId="ADAL" clId="{02BF0754-D826-439F-B6A6-E04E32BE089C}" dt="2022-04-30T13:53:23.628" v="52"/>
          <ac:spMkLst>
            <pc:docMk/>
            <pc:sldMk cId="3777817630" sldId="277"/>
            <ac:spMk id="5" creationId="{B3D32048-EDEE-4035-9296-A9DF00585C19}"/>
          </ac:spMkLst>
        </pc:spChg>
      </pc:sldChg>
      <pc:sldChg chg="addSp delSp modSp add del mod modNotesTx">
        <pc:chgData name="Sai Lakkaraju" userId="67789ed4-6cf2-46dd-bb2a-c209225f1b65" providerId="ADAL" clId="{02BF0754-D826-439F-B6A6-E04E32BE089C}" dt="2022-04-30T14:00:02.093" v="88"/>
        <pc:sldMkLst>
          <pc:docMk/>
          <pc:sldMk cId="1796800335" sldId="281"/>
        </pc:sldMkLst>
        <pc:spChg chg="add del mod">
          <ac:chgData name="Sai Lakkaraju" userId="67789ed4-6cf2-46dd-bb2a-c209225f1b65" providerId="ADAL" clId="{02BF0754-D826-439F-B6A6-E04E32BE089C}" dt="2022-04-30T13:55:19.089" v="80"/>
          <ac:spMkLst>
            <pc:docMk/>
            <pc:sldMk cId="1796800335" sldId="281"/>
            <ac:spMk id="2" creationId="{B71CEFCA-9F12-4E1E-9846-3A0BE7C22E0C}"/>
          </ac:spMkLst>
        </pc:spChg>
        <pc:spChg chg="add del mod">
          <ac:chgData name="Sai Lakkaraju" userId="67789ed4-6cf2-46dd-bb2a-c209225f1b65" providerId="ADAL" clId="{02BF0754-D826-439F-B6A6-E04E32BE089C}" dt="2022-04-30T13:55:19.089" v="80"/>
          <ac:spMkLst>
            <pc:docMk/>
            <pc:sldMk cId="1796800335" sldId="281"/>
            <ac:spMk id="3" creationId="{B65B64DD-36DE-487A-8A51-C8423D6AD29C}"/>
          </ac:spMkLst>
        </pc:spChg>
        <pc:spChg chg="mod">
          <ac:chgData name="Sai Lakkaraju" userId="67789ed4-6cf2-46dd-bb2a-c209225f1b65" providerId="ADAL" clId="{02BF0754-D826-439F-B6A6-E04E32BE089C}" dt="2022-04-30T13:55:19.121" v="81" actId="27636"/>
          <ac:spMkLst>
            <pc:docMk/>
            <pc:sldMk cId="1796800335" sldId="281"/>
            <ac:spMk id="78850" creationId="{00000000-0000-0000-0000-000000000000}"/>
          </ac:spMkLst>
        </pc:spChg>
        <pc:spChg chg="mod">
          <ac:chgData name="Sai Lakkaraju" userId="67789ed4-6cf2-46dd-bb2a-c209225f1b65" providerId="ADAL" clId="{02BF0754-D826-439F-B6A6-E04E32BE089C}" dt="2022-04-30T13:57:37.020" v="87" actId="403"/>
          <ac:spMkLst>
            <pc:docMk/>
            <pc:sldMk cId="1796800335" sldId="281"/>
            <ac:spMk id="78851" creationId="{00000000-0000-0000-0000-000000000000}"/>
          </ac:spMkLst>
        </pc:spChg>
      </pc:sldChg>
      <pc:sldChg chg="addSp delSp modSp add del mod">
        <pc:chgData name="Sai Lakkaraju" userId="67789ed4-6cf2-46dd-bb2a-c209225f1b65" providerId="ADAL" clId="{02BF0754-D826-439F-B6A6-E04E32BE089C}" dt="2022-04-30T14:13:30.875" v="200" actId="20577"/>
        <pc:sldMkLst>
          <pc:docMk/>
          <pc:sldMk cId="1182703871" sldId="282"/>
        </pc:sldMkLst>
        <pc:spChg chg="add del mod">
          <ac:chgData name="Sai Lakkaraju" userId="67789ed4-6cf2-46dd-bb2a-c209225f1b65" providerId="ADAL" clId="{02BF0754-D826-439F-B6A6-E04E32BE089C}" dt="2022-04-30T14:13:04.873" v="196"/>
          <ac:spMkLst>
            <pc:docMk/>
            <pc:sldMk cId="1182703871" sldId="282"/>
            <ac:spMk id="2" creationId="{2614F81D-3810-4EED-B330-DBC1672063A3}"/>
          </ac:spMkLst>
        </pc:spChg>
        <pc:spChg chg="add del mod">
          <ac:chgData name="Sai Lakkaraju" userId="67789ed4-6cf2-46dd-bb2a-c209225f1b65" providerId="ADAL" clId="{02BF0754-D826-439F-B6A6-E04E32BE089C}" dt="2022-04-30T14:13:04.873" v="196"/>
          <ac:spMkLst>
            <pc:docMk/>
            <pc:sldMk cId="1182703871" sldId="282"/>
            <ac:spMk id="4" creationId="{76CDAC19-6371-4156-B232-1A10198C4953}"/>
          </ac:spMkLst>
        </pc:spChg>
        <pc:spChg chg="mod">
          <ac:chgData name="Sai Lakkaraju" userId="67789ed4-6cf2-46dd-bb2a-c209225f1b65" providerId="ADAL" clId="{02BF0754-D826-439F-B6A6-E04E32BE089C}" dt="2022-04-30T14:13:04.873" v="196"/>
          <ac:spMkLst>
            <pc:docMk/>
            <pc:sldMk cId="1182703871" sldId="282"/>
            <ac:spMk id="80898" creationId="{00000000-0000-0000-0000-000000000000}"/>
          </ac:spMkLst>
        </pc:spChg>
        <pc:spChg chg="mod">
          <ac:chgData name="Sai Lakkaraju" userId="67789ed4-6cf2-46dd-bb2a-c209225f1b65" providerId="ADAL" clId="{02BF0754-D826-439F-B6A6-E04E32BE089C}" dt="2022-04-30T14:13:30.875" v="200" actId="20577"/>
          <ac:spMkLst>
            <pc:docMk/>
            <pc:sldMk cId="1182703871" sldId="282"/>
            <ac:spMk id="80899" creationId="{00000000-0000-0000-0000-000000000000}"/>
          </ac:spMkLst>
        </pc:spChg>
      </pc:sldChg>
      <pc:sldChg chg="addSp delSp modSp add del mod">
        <pc:chgData name="Sai Lakkaraju" userId="67789ed4-6cf2-46dd-bb2a-c209225f1b65" providerId="ADAL" clId="{02BF0754-D826-439F-B6A6-E04E32BE089C}" dt="2022-04-30T14:15:17.705" v="214" actId="20577"/>
        <pc:sldMkLst>
          <pc:docMk/>
          <pc:sldMk cId="3037762643" sldId="285"/>
        </pc:sldMkLst>
        <pc:spChg chg="add del mod">
          <ac:chgData name="Sai Lakkaraju" userId="67789ed4-6cf2-46dd-bb2a-c209225f1b65" providerId="ADAL" clId="{02BF0754-D826-439F-B6A6-E04E32BE089C}" dt="2022-04-30T14:15:01.783" v="209"/>
          <ac:spMkLst>
            <pc:docMk/>
            <pc:sldMk cId="3037762643" sldId="285"/>
            <ac:spMk id="3" creationId="{04AD38A7-DA9B-4C07-86E6-CADB2D69F7EC}"/>
          </ac:spMkLst>
        </pc:spChg>
        <pc:spChg chg="add del mod">
          <ac:chgData name="Sai Lakkaraju" userId="67789ed4-6cf2-46dd-bb2a-c209225f1b65" providerId="ADAL" clId="{02BF0754-D826-439F-B6A6-E04E32BE089C}" dt="2022-04-30T14:15:01.783" v="209"/>
          <ac:spMkLst>
            <pc:docMk/>
            <pc:sldMk cId="3037762643" sldId="285"/>
            <ac:spMk id="4" creationId="{73C3CA3A-2DD7-4CA7-88AA-3AB2C3176D7C}"/>
          </ac:spMkLst>
        </pc:spChg>
        <pc:spChg chg="mod">
          <ac:chgData name="Sai Lakkaraju" userId="67789ed4-6cf2-46dd-bb2a-c209225f1b65" providerId="ADAL" clId="{02BF0754-D826-439F-B6A6-E04E32BE089C}" dt="2022-04-30T14:15:01.783" v="209"/>
          <ac:spMkLst>
            <pc:docMk/>
            <pc:sldMk cId="3037762643" sldId="285"/>
            <ac:spMk id="48130" creationId="{00000000-0000-0000-0000-000000000000}"/>
          </ac:spMkLst>
        </pc:spChg>
        <pc:spChg chg="mod">
          <ac:chgData name="Sai Lakkaraju" userId="67789ed4-6cf2-46dd-bb2a-c209225f1b65" providerId="ADAL" clId="{02BF0754-D826-439F-B6A6-E04E32BE089C}" dt="2022-04-30T14:15:17.705" v="214" actId="20577"/>
          <ac:spMkLst>
            <pc:docMk/>
            <pc:sldMk cId="3037762643" sldId="285"/>
            <ac:spMk id="48131" creationId="{00000000-0000-0000-0000-000000000000}"/>
          </ac:spMkLst>
        </pc:spChg>
      </pc:sldChg>
      <pc:sldChg chg="addSp delSp modSp add del mod">
        <pc:chgData name="Sai Lakkaraju" userId="67789ed4-6cf2-46dd-bb2a-c209225f1b65" providerId="ADAL" clId="{02BF0754-D826-439F-B6A6-E04E32BE089C}" dt="2022-04-30T14:18:21.940" v="219" actId="1076"/>
        <pc:sldMkLst>
          <pc:docMk/>
          <pc:sldMk cId="2546598300" sldId="287"/>
        </pc:sldMkLst>
        <pc:spChg chg="mod">
          <ac:chgData name="Sai Lakkaraju" userId="67789ed4-6cf2-46dd-bb2a-c209225f1b65" providerId="ADAL" clId="{02BF0754-D826-439F-B6A6-E04E32BE089C}" dt="2022-04-30T14:18:16.786" v="218" actId="20577"/>
          <ac:spMkLst>
            <pc:docMk/>
            <pc:sldMk cId="2546598300" sldId="287"/>
            <ac:spMk id="2" creationId="{00000000-0000-0000-0000-000000000000}"/>
          </ac:spMkLst>
        </pc:spChg>
        <pc:spChg chg="mod">
          <ac:chgData name="Sai Lakkaraju" userId="67789ed4-6cf2-46dd-bb2a-c209225f1b65" providerId="ADAL" clId="{02BF0754-D826-439F-B6A6-E04E32BE089C}" dt="2022-04-30T14:18:07.155" v="215"/>
          <ac:spMkLst>
            <pc:docMk/>
            <pc:sldMk cId="2546598300" sldId="287"/>
            <ac:spMk id="3" creationId="{00000000-0000-0000-0000-000000000000}"/>
          </ac:spMkLst>
        </pc:spChg>
        <pc:spChg chg="add del mod">
          <ac:chgData name="Sai Lakkaraju" userId="67789ed4-6cf2-46dd-bb2a-c209225f1b65" providerId="ADAL" clId="{02BF0754-D826-439F-B6A6-E04E32BE089C}" dt="2022-04-30T14:18:07.155" v="215"/>
          <ac:spMkLst>
            <pc:docMk/>
            <pc:sldMk cId="2546598300" sldId="287"/>
            <ac:spMk id="5" creationId="{9859CF47-F83A-4F9C-A6CB-ED4F239AD5E1}"/>
          </ac:spMkLst>
        </pc:spChg>
        <pc:spChg chg="add del mod">
          <ac:chgData name="Sai Lakkaraju" userId="67789ed4-6cf2-46dd-bb2a-c209225f1b65" providerId="ADAL" clId="{02BF0754-D826-439F-B6A6-E04E32BE089C}" dt="2022-04-30T14:18:07.155" v="215"/>
          <ac:spMkLst>
            <pc:docMk/>
            <pc:sldMk cId="2546598300" sldId="287"/>
            <ac:spMk id="6" creationId="{07515DFF-D3B9-469F-943B-A75A5AC8F6EE}"/>
          </ac:spMkLst>
        </pc:spChg>
        <pc:picChg chg="mod">
          <ac:chgData name="Sai Lakkaraju" userId="67789ed4-6cf2-46dd-bb2a-c209225f1b65" providerId="ADAL" clId="{02BF0754-D826-439F-B6A6-E04E32BE089C}" dt="2022-04-30T14:18:21.940" v="219" actId="1076"/>
          <ac:picMkLst>
            <pc:docMk/>
            <pc:sldMk cId="2546598300" sldId="287"/>
            <ac:picMk id="4" creationId="{00000000-0000-0000-0000-000000000000}"/>
          </ac:picMkLst>
        </pc:picChg>
      </pc:sldChg>
      <pc:sldChg chg="addSp delSp modSp add del mod modAnim">
        <pc:chgData name="Sai Lakkaraju" userId="67789ed4-6cf2-46dd-bb2a-c209225f1b65" providerId="ADAL" clId="{02BF0754-D826-439F-B6A6-E04E32BE089C}" dt="2022-04-30T14:30:29.455" v="284"/>
        <pc:sldMkLst>
          <pc:docMk/>
          <pc:sldMk cId="2760156260" sldId="288"/>
        </pc:sldMkLst>
        <pc:spChg chg="add del mod">
          <ac:chgData name="Sai Lakkaraju" userId="67789ed4-6cf2-46dd-bb2a-c209225f1b65" providerId="ADAL" clId="{02BF0754-D826-439F-B6A6-E04E32BE089C}" dt="2022-04-30T14:20:26.445" v="220"/>
          <ac:spMkLst>
            <pc:docMk/>
            <pc:sldMk cId="2760156260" sldId="288"/>
            <ac:spMk id="3" creationId="{85E243A3-77FA-41A1-97EE-359F4FF0D631}"/>
          </ac:spMkLst>
        </pc:spChg>
        <pc:spChg chg="add del mod">
          <ac:chgData name="Sai Lakkaraju" userId="67789ed4-6cf2-46dd-bb2a-c209225f1b65" providerId="ADAL" clId="{02BF0754-D826-439F-B6A6-E04E32BE089C}" dt="2022-04-30T14:20:26.445" v="220"/>
          <ac:spMkLst>
            <pc:docMk/>
            <pc:sldMk cId="2760156260" sldId="288"/>
            <ac:spMk id="4" creationId="{B1F87BAA-7D90-4B12-880B-7CC0EFDD2715}"/>
          </ac:spMkLst>
        </pc:spChg>
        <pc:spChg chg="mod">
          <ac:chgData name="Sai Lakkaraju" userId="67789ed4-6cf2-46dd-bb2a-c209225f1b65" providerId="ADAL" clId="{02BF0754-D826-439F-B6A6-E04E32BE089C}" dt="2022-04-30T14:20:26.445" v="220"/>
          <ac:spMkLst>
            <pc:docMk/>
            <pc:sldMk cId="2760156260" sldId="288"/>
            <ac:spMk id="50178" creationId="{00000000-0000-0000-0000-000000000000}"/>
          </ac:spMkLst>
        </pc:spChg>
        <pc:spChg chg="mod">
          <ac:chgData name="Sai Lakkaraju" userId="67789ed4-6cf2-46dd-bb2a-c209225f1b65" providerId="ADAL" clId="{02BF0754-D826-439F-B6A6-E04E32BE089C}" dt="2022-04-30T14:21:00.410" v="223" actId="404"/>
          <ac:spMkLst>
            <pc:docMk/>
            <pc:sldMk cId="2760156260" sldId="288"/>
            <ac:spMk id="50179" creationId="{00000000-0000-0000-0000-000000000000}"/>
          </ac:spMkLst>
        </pc:spChg>
        <pc:picChg chg="mod">
          <ac:chgData name="Sai Lakkaraju" userId="67789ed4-6cf2-46dd-bb2a-c209225f1b65" providerId="ADAL" clId="{02BF0754-D826-439F-B6A6-E04E32BE089C}" dt="2022-04-30T14:20:29.947" v="221" actId="1076"/>
          <ac:picMkLst>
            <pc:docMk/>
            <pc:sldMk cId="2760156260" sldId="288"/>
            <ac:picMk id="2" creationId="{00000000-0000-0000-0000-000000000000}"/>
          </ac:picMkLst>
        </pc:picChg>
      </pc:sldChg>
      <pc:sldChg chg="addSp delSp modSp add del mod modAnim">
        <pc:chgData name="Sai Lakkaraju" userId="67789ed4-6cf2-46dd-bb2a-c209225f1b65" providerId="ADAL" clId="{02BF0754-D826-439F-B6A6-E04E32BE089C}" dt="2022-04-30T14:30:13.954" v="281"/>
        <pc:sldMkLst>
          <pc:docMk/>
          <pc:sldMk cId="1292798826" sldId="289"/>
        </pc:sldMkLst>
        <pc:spChg chg="add del mod">
          <ac:chgData name="Sai Lakkaraju" userId="67789ed4-6cf2-46dd-bb2a-c209225f1b65" providerId="ADAL" clId="{02BF0754-D826-439F-B6A6-E04E32BE089C}" dt="2022-04-30T14:22:10.419" v="226"/>
          <ac:spMkLst>
            <pc:docMk/>
            <pc:sldMk cId="1292798826" sldId="289"/>
            <ac:spMk id="3" creationId="{190F2919-D2AA-4F63-9379-759285518373}"/>
          </ac:spMkLst>
        </pc:spChg>
        <pc:spChg chg="add del mod">
          <ac:chgData name="Sai Lakkaraju" userId="67789ed4-6cf2-46dd-bb2a-c209225f1b65" providerId="ADAL" clId="{02BF0754-D826-439F-B6A6-E04E32BE089C}" dt="2022-04-30T14:22:10.419" v="226"/>
          <ac:spMkLst>
            <pc:docMk/>
            <pc:sldMk cId="1292798826" sldId="289"/>
            <ac:spMk id="4" creationId="{89CA3D25-70BF-4521-A786-11F9E816C401}"/>
          </ac:spMkLst>
        </pc:spChg>
        <pc:spChg chg="mod">
          <ac:chgData name="Sai Lakkaraju" userId="67789ed4-6cf2-46dd-bb2a-c209225f1b65" providerId="ADAL" clId="{02BF0754-D826-439F-B6A6-E04E32BE089C}" dt="2022-04-30T14:22:10.419" v="226"/>
          <ac:spMkLst>
            <pc:docMk/>
            <pc:sldMk cId="1292798826" sldId="289"/>
            <ac:spMk id="55298" creationId="{00000000-0000-0000-0000-000000000000}"/>
          </ac:spMkLst>
        </pc:spChg>
        <pc:spChg chg="mod">
          <ac:chgData name="Sai Lakkaraju" userId="67789ed4-6cf2-46dd-bb2a-c209225f1b65" providerId="ADAL" clId="{02BF0754-D826-439F-B6A6-E04E32BE089C}" dt="2022-04-30T14:22:36.199" v="236" actId="27636"/>
          <ac:spMkLst>
            <pc:docMk/>
            <pc:sldMk cId="1292798826" sldId="289"/>
            <ac:spMk id="55299" creationId="{00000000-0000-0000-0000-000000000000}"/>
          </ac:spMkLst>
        </pc:spChg>
        <pc:picChg chg="mod">
          <ac:chgData name="Sai Lakkaraju" userId="67789ed4-6cf2-46dd-bb2a-c209225f1b65" providerId="ADAL" clId="{02BF0754-D826-439F-B6A6-E04E32BE089C}" dt="2022-04-30T14:22:42.945" v="237" actId="14100"/>
          <ac:picMkLst>
            <pc:docMk/>
            <pc:sldMk cId="1292798826" sldId="289"/>
            <ac:picMk id="2" creationId="{00000000-0000-0000-0000-000000000000}"/>
          </ac:picMkLst>
        </pc:picChg>
      </pc:sldChg>
      <pc:sldChg chg="del">
        <pc:chgData name="Sai Lakkaraju" userId="67789ed4-6cf2-46dd-bb2a-c209225f1b65" providerId="ADAL" clId="{02BF0754-D826-439F-B6A6-E04E32BE089C}" dt="2022-04-30T13:44:31.363" v="2" actId="47"/>
        <pc:sldMkLst>
          <pc:docMk/>
          <pc:sldMk cId="869297209" sldId="313"/>
        </pc:sldMkLst>
      </pc:sldChg>
      <pc:sldChg chg="del">
        <pc:chgData name="Sai Lakkaraju" userId="67789ed4-6cf2-46dd-bb2a-c209225f1b65" providerId="ADAL" clId="{02BF0754-D826-439F-B6A6-E04E32BE089C}" dt="2022-04-30T13:44:40.132" v="4" actId="47"/>
        <pc:sldMkLst>
          <pc:docMk/>
          <pc:sldMk cId="776537612" sldId="314"/>
        </pc:sldMkLst>
      </pc:sldChg>
      <pc:sldChg chg="addSp delSp modSp add del mod">
        <pc:chgData name="Sai Lakkaraju" userId="67789ed4-6cf2-46dd-bb2a-c209225f1b65" providerId="ADAL" clId="{02BF0754-D826-439F-B6A6-E04E32BE089C}" dt="2022-04-30T14:14:44.981" v="208" actId="20577"/>
        <pc:sldMkLst>
          <pc:docMk/>
          <pc:sldMk cId="332051023" sldId="317"/>
        </pc:sldMkLst>
        <pc:spChg chg="mod">
          <ac:chgData name="Sai Lakkaraju" userId="67789ed4-6cf2-46dd-bb2a-c209225f1b65" providerId="ADAL" clId="{02BF0754-D826-439F-B6A6-E04E32BE089C}" dt="2022-04-30T14:14:44.981" v="208" actId="20577"/>
          <ac:spMkLst>
            <pc:docMk/>
            <pc:sldMk cId="332051023" sldId="317"/>
            <ac:spMk id="2" creationId="{00000000-0000-0000-0000-000000000000}"/>
          </ac:spMkLst>
        </pc:spChg>
        <pc:spChg chg="mod">
          <ac:chgData name="Sai Lakkaraju" userId="67789ed4-6cf2-46dd-bb2a-c209225f1b65" providerId="ADAL" clId="{02BF0754-D826-439F-B6A6-E04E32BE089C}" dt="2022-04-30T14:14:25.315" v="202"/>
          <ac:spMkLst>
            <pc:docMk/>
            <pc:sldMk cId="332051023" sldId="317"/>
            <ac:spMk id="3" creationId="{00000000-0000-0000-0000-000000000000}"/>
          </ac:spMkLst>
        </pc:spChg>
        <pc:spChg chg="add del mod">
          <ac:chgData name="Sai Lakkaraju" userId="67789ed4-6cf2-46dd-bb2a-c209225f1b65" providerId="ADAL" clId="{02BF0754-D826-439F-B6A6-E04E32BE089C}" dt="2022-04-30T14:14:25.315" v="202"/>
          <ac:spMkLst>
            <pc:docMk/>
            <pc:sldMk cId="332051023" sldId="317"/>
            <ac:spMk id="5" creationId="{B9E331C5-7FC5-49A9-8CEA-7FC15B66CDE5}"/>
          </ac:spMkLst>
        </pc:spChg>
        <pc:spChg chg="add del mod">
          <ac:chgData name="Sai Lakkaraju" userId="67789ed4-6cf2-46dd-bb2a-c209225f1b65" providerId="ADAL" clId="{02BF0754-D826-439F-B6A6-E04E32BE089C}" dt="2022-04-30T14:14:25.315" v="202"/>
          <ac:spMkLst>
            <pc:docMk/>
            <pc:sldMk cId="332051023" sldId="317"/>
            <ac:spMk id="6" creationId="{276A0DA8-BB7D-4213-8E37-42A209D7CAC5}"/>
          </ac:spMkLst>
        </pc:spChg>
      </pc:sldChg>
      <pc:sldChg chg="addSp delSp modSp add del modAnim">
        <pc:chgData name="Sai Lakkaraju" userId="67789ed4-6cf2-46dd-bb2a-c209225f1b65" providerId="ADAL" clId="{02BF0754-D826-439F-B6A6-E04E32BE089C}" dt="2022-04-30T14:30:08.465" v="277"/>
        <pc:sldMkLst>
          <pc:docMk/>
          <pc:sldMk cId="3421247528" sldId="318"/>
        </pc:sldMkLst>
        <pc:spChg chg="add del mod">
          <ac:chgData name="Sai Lakkaraju" userId="67789ed4-6cf2-46dd-bb2a-c209225f1b65" providerId="ADAL" clId="{02BF0754-D826-439F-B6A6-E04E32BE089C}" dt="2022-04-30T14:28:52.329" v="254"/>
          <ac:spMkLst>
            <pc:docMk/>
            <pc:sldMk cId="3421247528" sldId="318"/>
            <ac:spMk id="2" creationId="{7CD8B43D-F1DD-4956-9B81-FCFCA7851B8C}"/>
          </ac:spMkLst>
        </pc:spChg>
        <pc:spChg chg="add del mod">
          <ac:chgData name="Sai Lakkaraju" userId="67789ed4-6cf2-46dd-bb2a-c209225f1b65" providerId="ADAL" clId="{02BF0754-D826-439F-B6A6-E04E32BE089C}" dt="2022-04-30T14:28:52.329" v="254"/>
          <ac:spMkLst>
            <pc:docMk/>
            <pc:sldMk cId="3421247528" sldId="318"/>
            <ac:spMk id="3" creationId="{3C7E4514-EC23-48D3-AB8C-D0F19B738B32}"/>
          </ac:spMkLst>
        </pc:spChg>
        <pc:spChg chg="mod">
          <ac:chgData name="Sai Lakkaraju" userId="67789ed4-6cf2-46dd-bb2a-c209225f1b65" providerId="ADAL" clId="{02BF0754-D826-439F-B6A6-E04E32BE089C}" dt="2022-04-30T14:28:52.329" v="254"/>
          <ac:spMkLst>
            <pc:docMk/>
            <pc:sldMk cId="3421247528" sldId="318"/>
            <ac:spMk id="55298" creationId="{00000000-0000-0000-0000-000000000000}"/>
          </ac:spMkLst>
        </pc:spChg>
        <pc:spChg chg="mod">
          <ac:chgData name="Sai Lakkaraju" userId="67789ed4-6cf2-46dd-bb2a-c209225f1b65" providerId="ADAL" clId="{02BF0754-D826-439F-B6A6-E04E32BE089C}" dt="2022-04-30T14:28:52.329" v="254"/>
          <ac:spMkLst>
            <pc:docMk/>
            <pc:sldMk cId="3421247528" sldId="318"/>
            <ac:spMk id="55299" creationId="{00000000-0000-0000-0000-000000000000}"/>
          </ac:spMkLst>
        </pc:spChg>
      </pc:sldChg>
      <pc:sldChg chg="addSp delSp modSp add del mod modAnim">
        <pc:chgData name="Sai Lakkaraju" userId="67789ed4-6cf2-46dd-bb2a-c209225f1b65" providerId="ADAL" clId="{02BF0754-D826-439F-B6A6-E04E32BE089C}" dt="2022-04-30T14:30:17.753" v="282"/>
        <pc:sldMkLst>
          <pc:docMk/>
          <pc:sldMk cId="563133575" sldId="325"/>
        </pc:sldMkLst>
        <pc:spChg chg="add del mod">
          <ac:chgData name="Sai Lakkaraju" userId="67789ed4-6cf2-46dd-bb2a-c209225f1b65" providerId="ADAL" clId="{02BF0754-D826-439F-B6A6-E04E32BE089C}" dt="2022-04-30T14:21:50.323" v="224"/>
          <ac:spMkLst>
            <pc:docMk/>
            <pc:sldMk cId="563133575" sldId="325"/>
            <ac:spMk id="3" creationId="{62B82915-4928-4382-84E2-0A983AA83212}"/>
          </ac:spMkLst>
        </pc:spChg>
        <pc:spChg chg="add del mod">
          <ac:chgData name="Sai Lakkaraju" userId="67789ed4-6cf2-46dd-bb2a-c209225f1b65" providerId="ADAL" clId="{02BF0754-D826-439F-B6A6-E04E32BE089C}" dt="2022-04-30T14:21:50.323" v="224"/>
          <ac:spMkLst>
            <pc:docMk/>
            <pc:sldMk cId="563133575" sldId="325"/>
            <ac:spMk id="4" creationId="{AE1E032F-3076-4894-B619-0F77564189F8}"/>
          </ac:spMkLst>
        </pc:spChg>
        <pc:spChg chg="mod">
          <ac:chgData name="Sai Lakkaraju" userId="67789ed4-6cf2-46dd-bb2a-c209225f1b65" providerId="ADAL" clId="{02BF0754-D826-439F-B6A6-E04E32BE089C}" dt="2022-04-30T14:21:50.323" v="224"/>
          <ac:spMkLst>
            <pc:docMk/>
            <pc:sldMk cId="563133575" sldId="325"/>
            <ac:spMk id="50178" creationId="{00000000-0000-0000-0000-000000000000}"/>
          </ac:spMkLst>
        </pc:spChg>
        <pc:spChg chg="mod">
          <ac:chgData name="Sai Lakkaraju" userId="67789ed4-6cf2-46dd-bb2a-c209225f1b65" providerId="ADAL" clId="{02BF0754-D826-439F-B6A6-E04E32BE089C}" dt="2022-04-30T14:21:50.323" v="224"/>
          <ac:spMkLst>
            <pc:docMk/>
            <pc:sldMk cId="563133575" sldId="325"/>
            <ac:spMk id="50179" creationId="{00000000-0000-0000-0000-000000000000}"/>
          </ac:spMkLst>
        </pc:spChg>
        <pc:picChg chg="mod">
          <ac:chgData name="Sai Lakkaraju" userId="67789ed4-6cf2-46dd-bb2a-c209225f1b65" providerId="ADAL" clId="{02BF0754-D826-439F-B6A6-E04E32BE089C}" dt="2022-04-30T14:21:53.428" v="225" actId="1076"/>
          <ac:picMkLst>
            <pc:docMk/>
            <pc:sldMk cId="563133575" sldId="325"/>
            <ac:picMk id="2" creationId="{00000000-0000-0000-0000-000000000000}"/>
          </ac:picMkLst>
        </pc:picChg>
      </pc:sldChg>
      <pc:sldChg chg="addSp delSp modSp add del mod modNotesTx">
        <pc:chgData name="Sai Lakkaraju" userId="67789ed4-6cf2-46dd-bb2a-c209225f1b65" providerId="ADAL" clId="{02BF0754-D826-439F-B6A6-E04E32BE089C}" dt="2022-04-30T14:26:40.287" v="253" actId="6549"/>
        <pc:sldMkLst>
          <pc:docMk/>
          <pc:sldMk cId="2217160245" sldId="326"/>
        </pc:sldMkLst>
        <pc:spChg chg="add del mod">
          <ac:chgData name="Sai Lakkaraju" userId="67789ed4-6cf2-46dd-bb2a-c209225f1b65" providerId="ADAL" clId="{02BF0754-D826-439F-B6A6-E04E32BE089C}" dt="2022-04-30T14:23:28.062" v="241"/>
          <ac:spMkLst>
            <pc:docMk/>
            <pc:sldMk cId="2217160245" sldId="326"/>
            <ac:spMk id="2" creationId="{0E81D66B-BEAE-4ED8-A096-5BEA9463E30D}"/>
          </ac:spMkLst>
        </pc:spChg>
        <pc:spChg chg="add del mod">
          <ac:chgData name="Sai Lakkaraju" userId="67789ed4-6cf2-46dd-bb2a-c209225f1b65" providerId="ADAL" clId="{02BF0754-D826-439F-B6A6-E04E32BE089C}" dt="2022-04-30T14:23:28.062" v="241"/>
          <ac:spMkLst>
            <pc:docMk/>
            <pc:sldMk cId="2217160245" sldId="326"/>
            <ac:spMk id="3" creationId="{7FFE62FB-40C6-4718-852E-E776E012C9DD}"/>
          </ac:spMkLst>
        </pc:spChg>
        <pc:spChg chg="add del mod">
          <ac:chgData name="Sai Lakkaraju" userId="67789ed4-6cf2-46dd-bb2a-c209225f1b65" providerId="ADAL" clId="{02BF0754-D826-439F-B6A6-E04E32BE089C}" dt="2022-04-30T14:23:35.907" v="244"/>
          <ac:spMkLst>
            <pc:docMk/>
            <pc:sldMk cId="2217160245" sldId="326"/>
            <ac:spMk id="4" creationId="{DAF94B0C-CAFD-478C-9C0D-44D4F16F0C2E}"/>
          </ac:spMkLst>
        </pc:spChg>
        <pc:spChg chg="add del mod">
          <ac:chgData name="Sai Lakkaraju" userId="67789ed4-6cf2-46dd-bb2a-c209225f1b65" providerId="ADAL" clId="{02BF0754-D826-439F-B6A6-E04E32BE089C}" dt="2022-04-30T14:23:35.907" v="244"/>
          <ac:spMkLst>
            <pc:docMk/>
            <pc:sldMk cId="2217160245" sldId="326"/>
            <ac:spMk id="5" creationId="{D58B4DB2-575D-4E61-AF45-E391487B4910}"/>
          </ac:spMkLst>
        </pc:spChg>
        <pc:spChg chg="mod">
          <ac:chgData name="Sai Lakkaraju" userId="67789ed4-6cf2-46dd-bb2a-c209225f1b65" providerId="ADAL" clId="{02BF0754-D826-439F-B6A6-E04E32BE089C}" dt="2022-04-30T14:23:35.907" v="244"/>
          <ac:spMkLst>
            <pc:docMk/>
            <pc:sldMk cId="2217160245" sldId="326"/>
            <ac:spMk id="55298" creationId="{00000000-0000-0000-0000-000000000000}"/>
          </ac:spMkLst>
        </pc:spChg>
        <pc:spChg chg="mod">
          <ac:chgData name="Sai Lakkaraju" userId="67789ed4-6cf2-46dd-bb2a-c209225f1b65" providerId="ADAL" clId="{02BF0754-D826-439F-B6A6-E04E32BE089C}" dt="2022-04-30T14:23:40.075" v="248" actId="6549"/>
          <ac:spMkLst>
            <pc:docMk/>
            <pc:sldMk cId="2217160245" sldId="326"/>
            <ac:spMk id="55299" creationId="{00000000-0000-0000-0000-000000000000}"/>
          </ac:spMkLst>
        </pc:spChg>
      </pc:sldChg>
      <pc:sldChg chg="addSp delSp modSp add mod">
        <pc:chgData name="Sai Lakkaraju" userId="67789ed4-6cf2-46dd-bb2a-c209225f1b65" providerId="ADAL" clId="{02BF0754-D826-439F-B6A6-E04E32BE089C}" dt="2022-04-30T14:02:56.030" v="105" actId="115"/>
        <pc:sldMkLst>
          <pc:docMk/>
          <pc:sldMk cId="2195704005" sldId="327"/>
        </pc:sldMkLst>
        <pc:spChg chg="add del mod">
          <ac:chgData name="Sai Lakkaraju" userId="67789ed4-6cf2-46dd-bb2a-c209225f1b65" providerId="ADAL" clId="{02BF0754-D826-439F-B6A6-E04E32BE089C}" dt="2022-04-30T14:02:06.384" v="95"/>
          <ac:spMkLst>
            <pc:docMk/>
            <pc:sldMk cId="2195704005" sldId="327"/>
            <ac:spMk id="2" creationId="{160314B9-FBC7-456A-977E-E2576593FEBA}"/>
          </ac:spMkLst>
        </pc:spChg>
        <pc:spChg chg="add del mod">
          <ac:chgData name="Sai Lakkaraju" userId="67789ed4-6cf2-46dd-bb2a-c209225f1b65" providerId="ADAL" clId="{02BF0754-D826-439F-B6A6-E04E32BE089C}" dt="2022-04-30T14:02:06.384" v="95"/>
          <ac:spMkLst>
            <pc:docMk/>
            <pc:sldMk cId="2195704005" sldId="327"/>
            <ac:spMk id="3" creationId="{E1B8F2B7-9F2D-4E44-8992-6AEBE28F86A9}"/>
          </ac:spMkLst>
        </pc:spChg>
        <pc:spChg chg="mod">
          <ac:chgData name="Sai Lakkaraju" userId="67789ed4-6cf2-46dd-bb2a-c209225f1b65" providerId="ADAL" clId="{02BF0754-D826-439F-B6A6-E04E32BE089C}" dt="2022-04-30T14:02:06.384" v="95"/>
          <ac:spMkLst>
            <pc:docMk/>
            <pc:sldMk cId="2195704005" sldId="327"/>
            <ac:spMk id="14340" creationId="{00000000-0000-0000-0000-000000000000}"/>
          </ac:spMkLst>
        </pc:spChg>
        <pc:spChg chg="mod">
          <ac:chgData name="Sai Lakkaraju" userId="67789ed4-6cf2-46dd-bb2a-c209225f1b65" providerId="ADAL" clId="{02BF0754-D826-439F-B6A6-E04E32BE089C}" dt="2022-04-30T14:02:56.030" v="105" actId="115"/>
          <ac:spMkLst>
            <pc:docMk/>
            <pc:sldMk cId="2195704005" sldId="327"/>
            <ac:spMk id="14344" creationId="{00000000-0000-0000-0000-000000000000}"/>
          </ac:spMkLst>
        </pc:spChg>
      </pc:sldChg>
      <pc:sldChg chg="addSp delSp modSp add mod">
        <pc:chgData name="Sai Lakkaraju" userId="67789ed4-6cf2-46dd-bb2a-c209225f1b65" providerId="ADAL" clId="{02BF0754-D826-439F-B6A6-E04E32BE089C}" dt="2022-04-30T14:03:38.995" v="110" actId="404"/>
        <pc:sldMkLst>
          <pc:docMk/>
          <pc:sldMk cId="1719498063" sldId="328"/>
        </pc:sldMkLst>
        <pc:spChg chg="add del mod">
          <ac:chgData name="Sai Lakkaraju" userId="67789ed4-6cf2-46dd-bb2a-c209225f1b65" providerId="ADAL" clId="{02BF0754-D826-439F-B6A6-E04E32BE089C}" dt="2022-04-30T14:03:26.661" v="107"/>
          <ac:spMkLst>
            <pc:docMk/>
            <pc:sldMk cId="1719498063" sldId="328"/>
            <ac:spMk id="2" creationId="{F75A01D0-2E65-46E9-B5D5-2CFD38FC7AEC}"/>
          </ac:spMkLst>
        </pc:spChg>
        <pc:spChg chg="add del mod">
          <ac:chgData name="Sai Lakkaraju" userId="67789ed4-6cf2-46dd-bb2a-c209225f1b65" providerId="ADAL" clId="{02BF0754-D826-439F-B6A6-E04E32BE089C}" dt="2022-04-30T14:03:26.661" v="107"/>
          <ac:spMkLst>
            <pc:docMk/>
            <pc:sldMk cId="1719498063" sldId="328"/>
            <ac:spMk id="3" creationId="{13FA5F03-CA0D-4426-8962-81C9F2309B9F}"/>
          </ac:spMkLst>
        </pc:spChg>
        <pc:spChg chg="mod">
          <ac:chgData name="Sai Lakkaraju" userId="67789ed4-6cf2-46dd-bb2a-c209225f1b65" providerId="ADAL" clId="{02BF0754-D826-439F-B6A6-E04E32BE089C}" dt="2022-04-30T14:03:26.661" v="107"/>
          <ac:spMkLst>
            <pc:docMk/>
            <pc:sldMk cId="1719498063" sldId="328"/>
            <ac:spMk id="14340" creationId="{00000000-0000-0000-0000-000000000000}"/>
          </ac:spMkLst>
        </pc:spChg>
        <pc:spChg chg="mod">
          <ac:chgData name="Sai Lakkaraju" userId="67789ed4-6cf2-46dd-bb2a-c209225f1b65" providerId="ADAL" clId="{02BF0754-D826-439F-B6A6-E04E32BE089C}" dt="2022-04-30T14:03:38.995" v="110" actId="404"/>
          <ac:spMkLst>
            <pc:docMk/>
            <pc:sldMk cId="1719498063" sldId="328"/>
            <ac:spMk id="14344" creationId="{00000000-0000-0000-0000-000000000000}"/>
          </ac:spMkLst>
        </pc:spChg>
      </pc:sldChg>
      <pc:sldChg chg="addSp delSp modSp add mod modNotesTx">
        <pc:chgData name="Sai Lakkaraju" userId="67789ed4-6cf2-46dd-bb2a-c209225f1b65" providerId="ADAL" clId="{02BF0754-D826-439F-B6A6-E04E32BE089C}" dt="2022-04-30T14:11:48.744" v="188" actId="20577"/>
        <pc:sldMkLst>
          <pc:docMk/>
          <pc:sldMk cId="101328839" sldId="329"/>
        </pc:sldMkLst>
        <pc:spChg chg="add del mod">
          <ac:chgData name="Sai Lakkaraju" userId="67789ed4-6cf2-46dd-bb2a-c209225f1b65" providerId="ADAL" clId="{02BF0754-D826-439F-B6A6-E04E32BE089C}" dt="2022-04-30T14:06:44.389" v="111"/>
          <ac:spMkLst>
            <pc:docMk/>
            <pc:sldMk cId="101328839" sldId="329"/>
            <ac:spMk id="2" creationId="{F9943BAC-371D-4EB3-AFE5-D1165CA887F1}"/>
          </ac:spMkLst>
        </pc:spChg>
        <pc:spChg chg="add del mod">
          <ac:chgData name="Sai Lakkaraju" userId="67789ed4-6cf2-46dd-bb2a-c209225f1b65" providerId="ADAL" clId="{02BF0754-D826-439F-B6A6-E04E32BE089C}" dt="2022-04-30T14:06:44.389" v="111"/>
          <ac:spMkLst>
            <pc:docMk/>
            <pc:sldMk cId="101328839" sldId="329"/>
            <ac:spMk id="3" creationId="{AA5D5963-222A-47BE-ABF8-E6D84D45930C}"/>
          </ac:spMkLst>
        </pc:spChg>
        <pc:spChg chg="mod">
          <ac:chgData name="Sai Lakkaraju" userId="67789ed4-6cf2-46dd-bb2a-c209225f1b65" providerId="ADAL" clId="{02BF0754-D826-439F-B6A6-E04E32BE089C}" dt="2022-04-30T14:06:44.389" v="111"/>
          <ac:spMkLst>
            <pc:docMk/>
            <pc:sldMk cId="101328839" sldId="329"/>
            <ac:spMk id="14340" creationId="{00000000-0000-0000-0000-000000000000}"/>
          </ac:spMkLst>
        </pc:spChg>
        <pc:spChg chg="mod">
          <ac:chgData name="Sai Lakkaraju" userId="67789ed4-6cf2-46dd-bb2a-c209225f1b65" providerId="ADAL" clId="{02BF0754-D826-439F-B6A6-E04E32BE089C}" dt="2022-04-30T14:07:12.224" v="122" actId="14100"/>
          <ac:spMkLst>
            <pc:docMk/>
            <pc:sldMk cId="101328839" sldId="329"/>
            <ac:spMk id="14344" creationId="{00000000-0000-0000-0000-000000000000}"/>
          </ac:spMkLst>
        </pc:spChg>
      </pc:sldChg>
      <pc:sldChg chg="addSp delSp modSp add mod">
        <pc:chgData name="Sai Lakkaraju" userId="67789ed4-6cf2-46dd-bb2a-c209225f1b65" providerId="ADAL" clId="{02BF0754-D826-439F-B6A6-E04E32BE089C}" dt="2022-04-30T14:12:03.969" v="195" actId="27636"/>
        <pc:sldMkLst>
          <pc:docMk/>
          <pc:sldMk cId="3004120517" sldId="330"/>
        </pc:sldMkLst>
        <pc:spChg chg="add del mod">
          <ac:chgData name="Sai Lakkaraju" userId="67789ed4-6cf2-46dd-bb2a-c209225f1b65" providerId="ADAL" clId="{02BF0754-D826-439F-B6A6-E04E32BE089C}" dt="2022-04-30T14:11:58.990" v="190"/>
          <ac:spMkLst>
            <pc:docMk/>
            <pc:sldMk cId="3004120517" sldId="330"/>
            <ac:spMk id="2" creationId="{EB26A16C-CFDC-49E6-BD3F-EFE762010D21}"/>
          </ac:spMkLst>
        </pc:spChg>
        <pc:spChg chg="add del mod">
          <ac:chgData name="Sai Lakkaraju" userId="67789ed4-6cf2-46dd-bb2a-c209225f1b65" providerId="ADAL" clId="{02BF0754-D826-439F-B6A6-E04E32BE089C}" dt="2022-04-30T14:11:58.990" v="190"/>
          <ac:spMkLst>
            <pc:docMk/>
            <pc:sldMk cId="3004120517" sldId="330"/>
            <ac:spMk id="3" creationId="{2CFE72A0-2989-41D0-B163-6E08680AF488}"/>
          </ac:spMkLst>
        </pc:spChg>
        <pc:spChg chg="mod">
          <ac:chgData name="Sai Lakkaraju" userId="67789ed4-6cf2-46dd-bb2a-c209225f1b65" providerId="ADAL" clId="{02BF0754-D826-439F-B6A6-E04E32BE089C}" dt="2022-04-30T14:11:58.990" v="190"/>
          <ac:spMkLst>
            <pc:docMk/>
            <pc:sldMk cId="3004120517" sldId="330"/>
            <ac:spMk id="14340" creationId="{00000000-0000-0000-0000-000000000000}"/>
          </ac:spMkLst>
        </pc:spChg>
        <pc:spChg chg="mod">
          <ac:chgData name="Sai Lakkaraju" userId="67789ed4-6cf2-46dd-bb2a-c209225f1b65" providerId="ADAL" clId="{02BF0754-D826-439F-B6A6-E04E32BE089C}" dt="2022-04-30T14:12:03.969" v="195" actId="27636"/>
          <ac:spMkLst>
            <pc:docMk/>
            <pc:sldMk cId="3004120517" sldId="330"/>
            <ac:spMk id="14344" creationId="{00000000-0000-0000-0000-000000000000}"/>
          </ac:spMkLst>
        </pc:spChg>
      </pc:sldChg>
      <pc:sldChg chg="addSp delSp modSp add">
        <pc:chgData name="Sai Lakkaraju" userId="67789ed4-6cf2-46dd-bb2a-c209225f1b65" providerId="ADAL" clId="{02BF0754-D826-439F-B6A6-E04E32BE089C}" dt="2022-04-30T14:13:52.508" v="201"/>
        <pc:sldMkLst>
          <pc:docMk/>
          <pc:sldMk cId="2878479248" sldId="331"/>
        </pc:sldMkLst>
        <pc:spChg chg="add del mod">
          <ac:chgData name="Sai Lakkaraju" userId="67789ed4-6cf2-46dd-bb2a-c209225f1b65" providerId="ADAL" clId="{02BF0754-D826-439F-B6A6-E04E32BE089C}" dt="2022-04-30T14:13:52.508" v="201"/>
          <ac:spMkLst>
            <pc:docMk/>
            <pc:sldMk cId="2878479248" sldId="331"/>
            <ac:spMk id="2" creationId="{35DDFEA7-E422-4AEE-B464-065A8EF07009}"/>
          </ac:spMkLst>
        </pc:spChg>
        <pc:spChg chg="add del mod">
          <ac:chgData name="Sai Lakkaraju" userId="67789ed4-6cf2-46dd-bb2a-c209225f1b65" providerId="ADAL" clId="{02BF0754-D826-439F-B6A6-E04E32BE089C}" dt="2022-04-30T14:13:52.508" v="201"/>
          <ac:spMkLst>
            <pc:docMk/>
            <pc:sldMk cId="2878479248" sldId="331"/>
            <ac:spMk id="3" creationId="{731B71E8-29E6-4613-90B2-0BB3F94BAFF6}"/>
          </ac:spMkLst>
        </pc:spChg>
        <pc:spChg chg="mod">
          <ac:chgData name="Sai Lakkaraju" userId="67789ed4-6cf2-46dd-bb2a-c209225f1b65" providerId="ADAL" clId="{02BF0754-D826-439F-B6A6-E04E32BE089C}" dt="2022-04-30T14:13:52.508" v="201"/>
          <ac:spMkLst>
            <pc:docMk/>
            <pc:sldMk cId="2878479248" sldId="331"/>
            <ac:spMk id="80898" creationId="{00000000-0000-0000-0000-000000000000}"/>
          </ac:spMkLst>
        </pc:spChg>
        <pc:spChg chg="mod">
          <ac:chgData name="Sai Lakkaraju" userId="67789ed4-6cf2-46dd-bb2a-c209225f1b65" providerId="ADAL" clId="{02BF0754-D826-439F-B6A6-E04E32BE089C}" dt="2022-04-30T14:13:52.508" v="201"/>
          <ac:spMkLst>
            <pc:docMk/>
            <pc:sldMk cId="2878479248" sldId="331"/>
            <ac:spMk id="80899" creationId="{00000000-0000-0000-0000-000000000000}"/>
          </ac:spMkLst>
        </pc:spChg>
      </pc:sldChg>
    </pc:docChg>
  </pc:docChgLst>
  <pc:docChgLst>
    <pc:chgData name="Sai K. Lakkaraju" userId="67789ed4-6cf2-46dd-bb2a-c209225f1b65" providerId="ADAL" clId="{3AEABB10-8281-4FAD-B6A6-EAB247D7FD4D}"/>
    <pc:docChg chg="modSld">
      <pc:chgData name="Sai K. Lakkaraju" userId="67789ed4-6cf2-46dd-bb2a-c209225f1b65" providerId="ADAL" clId="{3AEABB10-8281-4FAD-B6A6-EAB247D7FD4D}" dt="2022-04-12T03:06:10.283" v="77" actId="20577"/>
      <pc:docMkLst>
        <pc:docMk/>
      </pc:docMkLst>
      <pc:sldChg chg="modSp mod">
        <pc:chgData name="Sai K. Lakkaraju" userId="67789ed4-6cf2-46dd-bb2a-c209225f1b65" providerId="ADAL" clId="{3AEABB10-8281-4FAD-B6A6-EAB247D7FD4D}" dt="2022-04-12T02:47:06.190" v="1" actId="20577"/>
        <pc:sldMkLst>
          <pc:docMk/>
          <pc:sldMk cId="715634170" sldId="256"/>
        </pc:sldMkLst>
        <pc:spChg chg="mod">
          <ac:chgData name="Sai K. Lakkaraju" userId="67789ed4-6cf2-46dd-bb2a-c209225f1b65" providerId="ADAL" clId="{3AEABB10-8281-4FAD-B6A6-EAB247D7FD4D}" dt="2022-04-12T02:47:06.190" v="1" actId="20577"/>
          <ac:spMkLst>
            <pc:docMk/>
            <pc:sldMk cId="715634170" sldId="256"/>
            <ac:spMk id="3" creationId="{94875C1C-3858-44F5-9117-CB658AFD44E3}"/>
          </ac:spMkLst>
        </pc:spChg>
      </pc:sldChg>
      <pc:sldChg chg="modNotesTx">
        <pc:chgData name="Sai K. Lakkaraju" userId="67789ed4-6cf2-46dd-bb2a-c209225f1b65" providerId="ADAL" clId="{3AEABB10-8281-4FAD-B6A6-EAB247D7FD4D}" dt="2022-04-12T03:06:10.283" v="77" actId="20577"/>
        <pc:sldMkLst>
          <pc:docMk/>
          <pc:sldMk cId="2000789401" sldId="322"/>
        </pc:sldMkLst>
      </pc:sldChg>
    </pc:docChg>
  </pc:docChgLst>
  <pc:docChgLst>
    <pc:chgData name="Sai K. Lakkaraju" userId="67789ed4-6cf2-46dd-bb2a-c209225f1b65" providerId="ADAL" clId="{D1FE7C1C-28A8-4A81-9AC4-F92CE3830520}"/>
    <pc:docChg chg="custSel modSld">
      <pc:chgData name="Sai K. Lakkaraju" userId="67789ed4-6cf2-46dd-bb2a-c209225f1b65" providerId="ADAL" clId="{D1FE7C1C-28A8-4A81-9AC4-F92CE3830520}" dt="2022-04-05T03:43:27.136" v="71" actId="20577"/>
      <pc:docMkLst>
        <pc:docMk/>
      </pc:docMkLst>
      <pc:sldChg chg="modNotesTx">
        <pc:chgData name="Sai K. Lakkaraju" userId="67789ed4-6cf2-46dd-bb2a-c209225f1b65" providerId="ADAL" clId="{D1FE7C1C-28A8-4A81-9AC4-F92CE3830520}" dt="2022-04-05T03:36:26.668" v="55" actId="20577"/>
        <pc:sldMkLst>
          <pc:docMk/>
          <pc:sldMk cId="0" sldId="312"/>
        </pc:sldMkLst>
      </pc:sldChg>
      <pc:sldChg chg="modSp mod">
        <pc:chgData name="Sai K. Lakkaraju" userId="67789ed4-6cf2-46dd-bb2a-c209225f1b65" providerId="ADAL" clId="{D1FE7C1C-28A8-4A81-9AC4-F92CE3830520}" dt="2022-04-05T03:43:27.136" v="71" actId="20577"/>
        <pc:sldMkLst>
          <pc:docMk/>
          <pc:sldMk cId="869297209" sldId="313"/>
        </pc:sldMkLst>
        <pc:spChg chg="mod">
          <ac:chgData name="Sai K. Lakkaraju" userId="67789ed4-6cf2-46dd-bb2a-c209225f1b65" providerId="ADAL" clId="{D1FE7C1C-28A8-4A81-9AC4-F92CE3830520}" dt="2022-04-05T03:43:27.136" v="71" actId="20577"/>
          <ac:spMkLst>
            <pc:docMk/>
            <pc:sldMk cId="869297209" sldId="313"/>
            <ac:spMk id="3" creationId="{E853B393-0F2E-4B7F-A349-A00432CBDA3B}"/>
          </ac:spMkLst>
        </pc:spChg>
      </pc:sldChg>
      <pc:sldChg chg="modNotesTx">
        <pc:chgData name="Sai K. Lakkaraju" userId="67789ed4-6cf2-46dd-bb2a-c209225f1b65" providerId="ADAL" clId="{D1FE7C1C-28A8-4A81-9AC4-F92CE3830520}" dt="2022-04-05T03:36:03.161" v="21" actId="20577"/>
        <pc:sldMkLst>
          <pc:docMk/>
          <pc:sldMk cId="0" sldId="33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2F1B1C-EF43-42DF-8D93-6D1AA054F092}" type="datetimeFigureOut">
              <a:rPr lang="en-AU" smtClean="0"/>
              <a:t>4/09/2023</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5D68BF-496A-42D2-A159-C1EBC09BAB5B}" type="slidenum">
              <a:rPr lang="en-AU" smtClean="0"/>
              <a:t>‹#›</a:t>
            </a:fld>
            <a:endParaRPr lang="en-AU"/>
          </a:p>
        </p:txBody>
      </p:sp>
    </p:spTree>
    <p:extLst>
      <p:ext uri="{BB962C8B-B14F-4D97-AF65-F5344CB8AC3E}">
        <p14:creationId xmlns:p14="http://schemas.microsoft.com/office/powerpoint/2010/main" val="173843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w3schools.com/TAgs/tryit.asp?filename=tryhtml5_picture"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5</a:t>
            </a:fld>
            <a:endParaRPr lang="en-US"/>
          </a:p>
        </p:txBody>
      </p:sp>
    </p:spTree>
    <p:extLst>
      <p:ext uri="{BB962C8B-B14F-4D97-AF65-F5344CB8AC3E}">
        <p14:creationId xmlns:p14="http://schemas.microsoft.com/office/powerpoint/2010/main" val="4193359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hlinkClick r:id="rId3"/>
              </a:rPr>
              <a:t>Tryit</a:t>
            </a:r>
            <a:r>
              <a:rPr lang="en-US" dirty="0">
                <a:hlinkClick r:id="rId3"/>
              </a:rPr>
              <a:t> Editor v3.7 (w3schools.com)</a:t>
            </a:r>
            <a:endParaRPr lang="en-US" dirty="0"/>
          </a:p>
        </p:txBody>
      </p:sp>
      <p:sp>
        <p:nvSpPr>
          <p:cNvPr id="4" name="Slide Number Placeholder 3"/>
          <p:cNvSpPr>
            <a:spLocks noGrp="1"/>
          </p:cNvSpPr>
          <p:nvPr>
            <p:ph type="sldNum" sz="quarter" idx="10"/>
          </p:nvPr>
        </p:nvSpPr>
        <p:spPr/>
        <p:txBody>
          <a:bodyPr/>
          <a:lstStyle/>
          <a:p>
            <a:fld id="{41DAE13F-53EE-44FD-9505-E953145094D6}" type="slidenum">
              <a:rPr lang="en-US" smtClean="0"/>
              <a:pPr/>
              <a:t>7</a:t>
            </a:fld>
            <a:endParaRPr lang="en-US"/>
          </a:p>
        </p:txBody>
      </p:sp>
    </p:spTree>
    <p:extLst>
      <p:ext uri="{BB962C8B-B14F-4D97-AF65-F5344CB8AC3E}">
        <p14:creationId xmlns:p14="http://schemas.microsoft.com/office/powerpoint/2010/main" val="2018477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8</a:t>
            </a:fld>
            <a:endParaRPr lang="en-US"/>
          </a:p>
        </p:txBody>
      </p:sp>
    </p:spTree>
    <p:extLst>
      <p:ext uri="{BB962C8B-B14F-4D97-AF65-F5344CB8AC3E}">
        <p14:creationId xmlns:p14="http://schemas.microsoft.com/office/powerpoint/2010/main" val="713958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9</a:t>
            </a:fld>
            <a:endParaRPr lang="en-US"/>
          </a:p>
        </p:txBody>
      </p:sp>
    </p:spTree>
    <p:extLst>
      <p:ext uri="{BB962C8B-B14F-4D97-AF65-F5344CB8AC3E}">
        <p14:creationId xmlns:p14="http://schemas.microsoft.com/office/powerpoint/2010/main" val="2567243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10</a:t>
            </a:fld>
            <a:endParaRPr lang="en-US"/>
          </a:p>
        </p:txBody>
      </p:sp>
    </p:spTree>
    <p:extLst>
      <p:ext uri="{BB962C8B-B14F-4D97-AF65-F5344CB8AC3E}">
        <p14:creationId xmlns:p14="http://schemas.microsoft.com/office/powerpoint/2010/main" val="1134185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Copy paste many col-01 to five and six times and show to students.</a:t>
            </a:r>
          </a:p>
        </p:txBody>
      </p:sp>
      <p:sp>
        <p:nvSpPr>
          <p:cNvPr id="4" name="Slide Number Placeholder 3"/>
          <p:cNvSpPr>
            <a:spLocks noGrp="1"/>
          </p:cNvSpPr>
          <p:nvPr>
            <p:ph type="sldNum" sz="quarter" idx="10"/>
          </p:nvPr>
        </p:nvSpPr>
        <p:spPr/>
        <p:txBody>
          <a:bodyPr/>
          <a:lstStyle/>
          <a:p>
            <a:fld id="{41DAE13F-53EE-44FD-9505-E953145094D6}" type="slidenum">
              <a:rPr lang="en-US" smtClean="0"/>
              <a:pPr/>
              <a:t>11</a:t>
            </a:fld>
            <a:endParaRPr lang="en-US"/>
          </a:p>
        </p:txBody>
      </p:sp>
    </p:spTree>
    <p:extLst>
      <p:ext uri="{BB962C8B-B14F-4D97-AF65-F5344CB8AC3E}">
        <p14:creationId xmlns:p14="http://schemas.microsoft.com/office/powerpoint/2010/main" val="25478963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12</a:t>
            </a:fld>
            <a:endParaRPr lang="en-US"/>
          </a:p>
        </p:txBody>
      </p:sp>
    </p:spTree>
    <p:extLst>
      <p:ext uri="{BB962C8B-B14F-4D97-AF65-F5344CB8AC3E}">
        <p14:creationId xmlns:p14="http://schemas.microsoft.com/office/powerpoint/2010/main" val="1080512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13</a:t>
            </a:fld>
            <a:endParaRPr lang="en-US"/>
          </a:p>
        </p:txBody>
      </p:sp>
    </p:spTree>
    <p:extLst>
      <p:ext uri="{BB962C8B-B14F-4D97-AF65-F5344CB8AC3E}">
        <p14:creationId xmlns:p14="http://schemas.microsoft.com/office/powerpoint/2010/main" val="820650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14</a:t>
            </a:fld>
            <a:endParaRPr lang="en-US"/>
          </a:p>
        </p:txBody>
      </p:sp>
    </p:spTree>
    <p:extLst>
      <p:ext uri="{BB962C8B-B14F-4D97-AF65-F5344CB8AC3E}">
        <p14:creationId xmlns:p14="http://schemas.microsoft.com/office/powerpoint/2010/main" val="1088332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16</a:t>
            </a:fld>
            <a:endParaRPr lang="en-US"/>
          </a:p>
        </p:txBody>
      </p:sp>
    </p:spTree>
    <p:extLst>
      <p:ext uri="{BB962C8B-B14F-4D97-AF65-F5344CB8AC3E}">
        <p14:creationId xmlns:p14="http://schemas.microsoft.com/office/powerpoint/2010/main" val="38140187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18</a:t>
            </a:fld>
            <a:endParaRPr lang="en-US"/>
          </a:p>
        </p:txBody>
      </p:sp>
    </p:spTree>
    <p:extLst>
      <p:ext uri="{BB962C8B-B14F-4D97-AF65-F5344CB8AC3E}">
        <p14:creationId xmlns:p14="http://schemas.microsoft.com/office/powerpoint/2010/main" val="23720659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19</a:t>
            </a:fld>
            <a:endParaRPr lang="en-US"/>
          </a:p>
        </p:txBody>
      </p:sp>
    </p:spTree>
    <p:extLst>
      <p:ext uri="{BB962C8B-B14F-4D97-AF65-F5344CB8AC3E}">
        <p14:creationId xmlns:p14="http://schemas.microsoft.com/office/powerpoint/2010/main" val="24700257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20</a:t>
            </a:fld>
            <a:endParaRPr lang="en-US"/>
          </a:p>
        </p:txBody>
      </p:sp>
    </p:spTree>
    <p:extLst>
      <p:ext uri="{BB962C8B-B14F-4D97-AF65-F5344CB8AC3E}">
        <p14:creationId xmlns:p14="http://schemas.microsoft.com/office/powerpoint/2010/main" val="42623859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r>
              <a:rPr lang="en-US" dirty="0"/>
              <a:t>https://www.w3schools.com/css/tryit.asp?filename=trycss3_flexbox_flex-wrap_wrap</a:t>
            </a:r>
          </a:p>
        </p:txBody>
      </p:sp>
      <p:sp>
        <p:nvSpPr>
          <p:cNvPr id="4" name="Slide Number Placeholder 3"/>
          <p:cNvSpPr>
            <a:spLocks noGrp="1"/>
          </p:cNvSpPr>
          <p:nvPr>
            <p:ph type="sldNum" sz="quarter" idx="10"/>
          </p:nvPr>
        </p:nvSpPr>
        <p:spPr/>
        <p:txBody>
          <a:bodyPr/>
          <a:lstStyle/>
          <a:p>
            <a:fld id="{41DAE13F-53EE-44FD-9505-E953145094D6}" type="slidenum">
              <a:rPr lang="en-US" smtClean="0"/>
              <a:pPr/>
              <a:t>21</a:t>
            </a:fld>
            <a:endParaRPr lang="en-US"/>
          </a:p>
        </p:txBody>
      </p:sp>
    </p:spTree>
    <p:extLst>
      <p:ext uri="{BB962C8B-B14F-4D97-AF65-F5344CB8AC3E}">
        <p14:creationId xmlns:p14="http://schemas.microsoft.com/office/powerpoint/2010/main" val="33268084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22</a:t>
            </a:fld>
            <a:endParaRPr lang="en-US"/>
          </a:p>
        </p:txBody>
      </p:sp>
    </p:spTree>
    <p:extLst>
      <p:ext uri="{BB962C8B-B14F-4D97-AF65-F5344CB8AC3E}">
        <p14:creationId xmlns:p14="http://schemas.microsoft.com/office/powerpoint/2010/main" val="13195347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pPr/>
              <a:t>23</a:t>
            </a:fld>
            <a:endParaRPr lang="zh-CN" altLang="en-US">
              <a:solidFill>
                <a:prstClr val="black"/>
              </a:solidFill>
            </a:endParaRPr>
          </a:p>
        </p:txBody>
      </p:sp>
    </p:spTree>
    <p:extLst>
      <p:ext uri="{BB962C8B-B14F-4D97-AF65-F5344CB8AC3E}">
        <p14:creationId xmlns:p14="http://schemas.microsoft.com/office/powerpoint/2010/main" val="8985204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DB22C-E7C2-4D9B-9C3E-B3770423D9D6}"/>
              </a:ext>
            </a:extLst>
          </p:cNvPr>
          <p:cNvSpPr>
            <a:spLocks noGrp="1"/>
          </p:cNvSpPr>
          <p:nvPr>
            <p:ph type="ctrTitle"/>
          </p:nvPr>
        </p:nvSpPr>
        <p:spPr>
          <a:xfrm>
            <a:off x="1524000" y="1122363"/>
            <a:ext cx="9144000" cy="2387600"/>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BFCEA447-2275-4903-97D5-0EF4EF2648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FF0323C-6842-42A1-AE34-80EECC9637D0}"/>
              </a:ext>
            </a:extLst>
          </p:cNvPr>
          <p:cNvSpPr>
            <a:spLocks noGrp="1"/>
          </p:cNvSpPr>
          <p:nvPr>
            <p:ph type="dt" sz="half" idx="10"/>
          </p:nvPr>
        </p:nvSpPr>
        <p:spPr/>
        <p:txBody>
          <a:bodyPr/>
          <a:lstStyle/>
          <a:p>
            <a:fld id="{E45AECDF-4D51-4BE2-A52E-75061839962F}" type="datetimeFigureOut">
              <a:rPr lang="en-US" smtClean="0"/>
              <a:t>04/09/2023</a:t>
            </a:fld>
            <a:endParaRPr lang="en-US"/>
          </a:p>
        </p:txBody>
      </p:sp>
      <p:sp>
        <p:nvSpPr>
          <p:cNvPr id="5" name="Footer Placeholder 4">
            <a:extLst>
              <a:ext uri="{FF2B5EF4-FFF2-40B4-BE49-F238E27FC236}">
                <a16:creationId xmlns:a16="http://schemas.microsoft.com/office/drawing/2014/main" id="{26CD285F-01C7-4064-AF1F-C986D71100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61DB0-E754-4632-BADF-5CEE7CA7B9C3}"/>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2984271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7E172-530A-4D1A-B2C5-91C70AE41676}"/>
              </a:ext>
            </a:extLst>
          </p:cNvPr>
          <p:cNvSpPr>
            <a:spLocks noGrp="1"/>
          </p:cNvSpPr>
          <p:nvPr>
            <p:ph type="title"/>
          </p:nvPr>
        </p:nvSpPr>
        <p:spPr>
          <a:xfrm>
            <a:off x="838200" y="365125"/>
            <a:ext cx="10515600" cy="930275"/>
          </a:xfrm>
        </p:spPr>
        <p:txBody>
          <a:bodyPr>
            <a:normAutofit/>
          </a:bodyPr>
          <a:lstStyle>
            <a:lvl1pPr>
              <a:defRPr sz="3600">
                <a:latin typeface="Bookman Old Style" panose="02050604050505020204"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134E0C8-7DCF-48A5-B01B-72B77AC44C68}"/>
              </a:ext>
            </a:extLst>
          </p:cNvPr>
          <p:cNvSpPr>
            <a:spLocks noGrp="1"/>
          </p:cNvSpPr>
          <p:nvPr>
            <p:ph idx="1"/>
          </p:nvPr>
        </p:nvSpPr>
        <p:spPr>
          <a:xfrm>
            <a:off x="838200" y="1600200"/>
            <a:ext cx="10515600" cy="4576763"/>
          </a:xfrm>
        </p:spPr>
        <p:txBody>
          <a:bodyPr/>
          <a:lstStyle>
            <a:lvl1pPr>
              <a:defRPr sz="2400">
                <a:latin typeface="Book Antiqua" panose="02040602050305030304" pitchFamily="18" charset="0"/>
              </a:defRPr>
            </a:lvl1pPr>
            <a:lvl2pPr>
              <a:defRPr sz="2000">
                <a:latin typeface="Book Antiqua" panose="02040602050305030304" pitchFamily="18" charset="0"/>
              </a:defRPr>
            </a:lvl2pPr>
            <a:lvl3pPr>
              <a:defRPr sz="1800">
                <a:latin typeface="Book Antiqua" panose="02040602050305030304" pitchFamily="18" charset="0"/>
              </a:defRPr>
            </a:lvl3pPr>
            <a:lvl4pPr>
              <a:defRPr sz="1800">
                <a:latin typeface="Book Antiqua" panose="02040602050305030304" pitchFamily="18" charset="0"/>
              </a:defRPr>
            </a:lvl4pPr>
            <a:lvl5pPr>
              <a:defRPr sz="1800">
                <a:latin typeface="Book Antiqua" panose="0204060205030503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15D8764-6F1E-416E-88F1-C40EC8969A40}"/>
              </a:ext>
            </a:extLst>
          </p:cNvPr>
          <p:cNvSpPr>
            <a:spLocks noGrp="1"/>
          </p:cNvSpPr>
          <p:nvPr>
            <p:ph type="dt" sz="half" idx="10"/>
          </p:nvPr>
        </p:nvSpPr>
        <p:spPr/>
        <p:txBody>
          <a:bodyPr/>
          <a:lstStyle/>
          <a:p>
            <a:fld id="{E45AECDF-4D51-4BE2-A52E-75061839962F}" type="datetimeFigureOut">
              <a:rPr lang="en-US" smtClean="0"/>
              <a:t>04/09/2023</a:t>
            </a:fld>
            <a:endParaRPr lang="en-US"/>
          </a:p>
        </p:txBody>
      </p:sp>
      <p:sp>
        <p:nvSpPr>
          <p:cNvPr id="5" name="Footer Placeholder 4">
            <a:extLst>
              <a:ext uri="{FF2B5EF4-FFF2-40B4-BE49-F238E27FC236}">
                <a16:creationId xmlns:a16="http://schemas.microsoft.com/office/drawing/2014/main" id="{A09A7AD7-758F-437C-8CE1-AFECB2DA02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9139AE-6A7F-4A3F-B55D-EF7BB338DD1B}"/>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492793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A45D9-8D6E-462F-AC5F-7BB4715F8AB3}"/>
              </a:ext>
            </a:extLst>
          </p:cNvPr>
          <p:cNvSpPr>
            <a:spLocks noGrp="1"/>
          </p:cNvSpPr>
          <p:nvPr>
            <p:ph type="title"/>
          </p:nvPr>
        </p:nvSpPr>
        <p:spPr>
          <a:xfrm>
            <a:off x="831850" y="1709738"/>
            <a:ext cx="10515600" cy="2852737"/>
          </a:xfrm>
        </p:spPr>
        <p:txBody>
          <a:bodyPr anchor="b">
            <a:normAutofit/>
          </a:bodyPr>
          <a:lstStyle>
            <a:lvl1pPr>
              <a:defRPr sz="4800">
                <a:latin typeface="Bookman Old Style" panose="02050604050505020204" pitchFamily="18"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9611C77-EC1B-4D70-9E27-37B2E6C53C9B}"/>
              </a:ext>
            </a:extLst>
          </p:cNvPr>
          <p:cNvSpPr>
            <a:spLocks noGrp="1"/>
          </p:cNvSpPr>
          <p:nvPr>
            <p:ph type="body" idx="1"/>
          </p:nvPr>
        </p:nvSpPr>
        <p:spPr>
          <a:xfrm>
            <a:off x="831850" y="4589463"/>
            <a:ext cx="10515600" cy="1500187"/>
          </a:xfrm>
        </p:spPr>
        <p:txBody>
          <a:bodyPr/>
          <a:lstStyle>
            <a:lvl1pPr marL="0" indent="0">
              <a:buNone/>
              <a:defRPr sz="2400">
                <a:solidFill>
                  <a:schemeClr val="tx1"/>
                </a:solidFill>
                <a:latin typeface="Book Antiqua" panose="0204060205030503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631775-49F7-4A48-B7C0-D9C11BD8F36E}"/>
              </a:ext>
            </a:extLst>
          </p:cNvPr>
          <p:cNvSpPr>
            <a:spLocks noGrp="1"/>
          </p:cNvSpPr>
          <p:nvPr>
            <p:ph type="dt" sz="half" idx="10"/>
          </p:nvPr>
        </p:nvSpPr>
        <p:spPr/>
        <p:txBody>
          <a:bodyPr/>
          <a:lstStyle/>
          <a:p>
            <a:fld id="{E45AECDF-4D51-4BE2-A52E-75061839962F}" type="datetimeFigureOut">
              <a:rPr lang="en-US" smtClean="0"/>
              <a:t>04/09/2023</a:t>
            </a:fld>
            <a:endParaRPr lang="en-US"/>
          </a:p>
        </p:txBody>
      </p:sp>
      <p:sp>
        <p:nvSpPr>
          <p:cNvPr id="5" name="Footer Placeholder 4">
            <a:extLst>
              <a:ext uri="{FF2B5EF4-FFF2-40B4-BE49-F238E27FC236}">
                <a16:creationId xmlns:a16="http://schemas.microsoft.com/office/drawing/2014/main" id="{9447C9EE-4580-41D5-B986-FDAE9A068E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141C14-7C63-4286-AD36-5C148DD01600}"/>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96163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7A15-60D4-4D51-8523-72BD3AF8B631}"/>
              </a:ext>
            </a:extLst>
          </p:cNvPr>
          <p:cNvSpPr>
            <a:spLocks noGrp="1"/>
          </p:cNvSpPr>
          <p:nvPr>
            <p:ph type="title"/>
          </p:nvPr>
        </p:nvSpPr>
        <p:spPr>
          <a:xfrm>
            <a:off x="838200" y="365125"/>
            <a:ext cx="10515600" cy="854075"/>
          </a:xfrm>
        </p:spPr>
        <p:txBody>
          <a:bodyPr>
            <a:normAutofit/>
          </a:bodyPr>
          <a:lstStyle>
            <a:lvl1pPr>
              <a:defRPr sz="3600">
                <a:latin typeface="Bookman Old Style" panose="02050604050505020204"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9B8C380-48F3-4C56-AD06-EB8A6D2663D5}"/>
              </a:ext>
            </a:extLst>
          </p:cNvPr>
          <p:cNvSpPr>
            <a:spLocks noGrp="1"/>
          </p:cNvSpPr>
          <p:nvPr>
            <p:ph sz="half" idx="1"/>
          </p:nvPr>
        </p:nvSpPr>
        <p:spPr>
          <a:xfrm>
            <a:off x="838200" y="1524000"/>
            <a:ext cx="5181600" cy="4652963"/>
          </a:xfrm>
        </p:spPr>
        <p:txBody>
          <a:bodyPr/>
          <a:lstStyle>
            <a:lvl1pPr>
              <a:defRPr sz="2400">
                <a:latin typeface="Book Antiqua" panose="02040602050305030304" pitchFamily="18" charset="0"/>
              </a:defRPr>
            </a:lvl1pPr>
            <a:lvl2pPr>
              <a:defRPr>
                <a:latin typeface="Book Antiqua" panose="02040602050305030304" pitchFamily="18" charset="0"/>
              </a:defRPr>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17E5B96-8801-48EC-8518-84940648E4B1}"/>
              </a:ext>
            </a:extLst>
          </p:cNvPr>
          <p:cNvSpPr>
            <a:spLocks noGrp="1"/>
          </p:cNvSpPr>
          <p:nvPr>
            <p:ph sz="half" idx="2"/>
          </p:nvPr>
        </p:nvSpPr>
        <p:spPr>
          <a:xfrm>
            <a:off x="6172200" y="1524000"/>
            <a:ext cx="5181600" cy="4652963"/>
          </a:xfrm>
        </p:spPr>
        <p:txBody>
          <a:bodyPr/>
          <a:lstStyle>
            <a:lvl1pPr>
              <a:defRPr sz="2400">
                <a:latin typeface="Book Antiqua" panose="02040602050305030304" pitchFamily="18" charset="0"/>
              </a:defRPr>
            </a:lvl1pPr>
            <a:lvl2pPr>
              <a:defRPr sz="2000">
                <a:latin typeface="Book Antiqua" panose="02040602050305030304" pitchFamily="18" charset="0"/>
              </a:defRPr>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51C1791-8B8D-451F-B33E-480EB0964ED6}"/>
              </a:ext>
            </a:extLst>
          </p:cNvPr>
          <p:cNvSpPr>
            <a:spLocks noGrp="1"/>
          </p:cNvSpPr>
          <p:nvPr>
            <p:ph type="dt" sz="half" idx="10"/>
          </p:nvPr>
        </p:nvSpPr>
        <p:spPr/>
        <p:txBody>
          <a:bodyPr/>
          <a:lstStyle/>
          <a:p>
            <a:fld id="{E45AECDF-4D51-4BE2-A52E-75061839962F}" type="datetimeFigureOut">
              <a:rPr lang="en-US" smtClean="0"/>
              <a:t>04/09/2023</a:t>
            </a:fld>
            <a:endParaRPr lang="en-US"/>
          </a:p>
        </p:txBody>
      </p:sp>
      <p:sp>
        <p:nvSpPr>
          <p:cNvPr id="6" name="Footer Placeholder 5">
            <a:extLst>
              <a:ext uri="{FF2B5EF4-FFF2-40B4-BE49-F238E27FC236}">
                <a16:creationId xmlns:a16="http://schemas.microsoft.com/office/drawing/2014/main" id="{CB850D6A-1B8C-41EC-8155-C991E24F4A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4E6DD7-BAF3-4453-8ADD-14B605AB97BD}"/>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2994168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AA53F-EFA9-4935-9BA6-ACD23B63F8C9}"/>
              </a:ext>
            </a:extLst>
          </p:cNvPr>
          <p:cNvSpPr>
            <a:spLocks noGrp="1"/>
          </p:cNvSpPr>
          <p:nvPr>
            <p:ph type="title"/>
          </p:nvPr>
        </p:nvSpPr>
        <p:spPr>
          <a:xfrm>
            <a:off x="838200" y="365125"/>
            <a:ext cx="10515600" cy="854075"/>
          </a:xfrm>
        </p:spPr>
        <p:txBody>
          <a:bodyPr>
            <a:normAutofit/>
          </a:bodyPr>
          <a:lstStyle>
            <a:lvl1pPr>
              <a:defRPr sz="3600">
                <a:latin typeface="Bookman Old Style" panose="02050604050505020204" pitchFamily="18" charset="0"/>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5DD2FFD-3B85-4820-9A85-46D1063768EA}"/>
              </a:ext>
            </a:extLst>
          </p:cNvPr>
          <p:cNvSpPr>
            <a:spLocks noGrp="1"/>
          </p:cNvSpPr>
          <p:nvPr>
            <p:ph type="dt" sz="half" idx="10"/>
          </p:nvPr>
        </p:nvSpPr>
        <p:spPr/>
        <p:txBody>
          <a:bodyPr/>
          <a:lstStyle/>
          <a:p>
            <a:fld id="{E45AECDF-4D51-4BE2-A52E-75061839962F}" type="datetimeFigureOut">
              <a:rPr lang="en-US" smtClean="0"/>
              <a:t>04/09/2023</a:t>
            </a:fld>
            <a:endParaRPr lang="en-US"/>
          </a:p>
        </p:txBody>
      </p:sp>
      <p:sp>
        <p:nvSpPr>
          <p:cNvPr id="4" name="Footer Placeholder 3">
            <a:extLst>
              <a:ext uri="{FF2B5EF4-FFF2-40B4-BE49-F238E27FC236}">
                <a16:creationId xmlns:a16="http://schemas.microsoft.com/office/drawing/2014/main" id="{40843DD0-9099-4073-9F4D-FA7CE1F1E5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AF83C7-3C4A-4E06-A6EC-CCE99DC6B719}"/>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2769618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655C52-F4AE-48FF-B7ED-E59B9B30B770}"/>
              </a:ext>
            </a:extLst>
          </p:cNvPr>
          <p:cNvSpPr>
            <a:spLocks noGrp="1"/>
          </p:cNvSpPr>
          <p:nvPr>
            <p:ph type="dt" sz="half" idx="10"/>
          </p:nvPr>
        </p:nvSpPr>
        <p:spPr/>
        <p:txBody>
          <a:bodyPr/>
          <a:lstStyle/>
          <a:p>
            <a:fld id="{E45AECDF-4D51-4BE2-A52E-75061839962F}" type="datetimeFigureOut">
              <a:rPr lang="en-US" smtClean="0"/>
              <a:t>04/09/2023</a:t>
            </a:fld>
            <a:endParaRPr lang="en-US"/>
          </a:p>
        </p:txBody>
      </p:sp>
      <p:sp>
        <p:nvSpPr>
          <p:cNvPr id="3" name="Footer Placeholder 2">
            <a:extLst>
              <a:ext uri="{FF2B5EF4-FFF2-40B4-BE49-F238E27FC236}">
                <a16:creationId xmlns:a16="http://schemas.microsoft.com/office/drawing/2014/main" id="{1170CF46-11FE-48D1-B8B9-CAECA0EDD1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C6CEEA-32CF-4EDC-B2A9-66DF66C74869}"/>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3044786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B7B79-C372-4208-9243-122D500E17BD}"/>
              </a:ext>
            </a:extLst>
          </p:cNvPr>
          <p:cNvSpPr>
            <a:spLocks noGrp="1"/>
          </p:cNvSpPr>
          <p:nvPr>
            <p:ph type="title"/>
          </p:nvPr>
        </p:nvSpPr>
        <p:spPr>
          <a:xfrm>
            <a:off x="839788" y="457200"/>
            <a:ext cx="3932237" cy="1600200"/>
          </a:xfrm>
        </p:spPr>
        <p:txBody>
          <a:bodyPr anchor="b"/>
          <a:lstStyle>
            <a:lvl1pPr>
              <a:defRPr sz="3200">
                <a:latin typeface="Bookman Old Style" panose="02050604050505020204"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16D3DEE-3AA0-40D2-B769-CFE4018E1A9A}"/>
              </a:ext>
            </a:extLst>
          </p:cNvPr>
          <p:cNvSpPr>
            <a:spLocks noGrp="1"/>
          </p:cNvSpPr>
          <p:nvPr>
            <p:ph idx="1"/>
          </p:nvPr>
        </p:nvSpPr>
        <p:spPr>
          <a:xfrm>
            <a:off x="5183188" y="987425"/>
            <a:ext cx="6172200" cy="4873625"/>
          </a:xfrm>
        </p:spPr>
        <p:txBody>
          <a:bodyPr/>
          <a:lstStyle>
            <a:lvl1pPr>
              <a:defRPr sz="2400">
                <a:latin typeface="Book Antiqua" panose="02040602050305030304" pitchFamily="18" charset="0"/>
              </a:defRPr>
            </a:lvl1pPr>
            <a:lvl2pPr>
              <a:defRPr sz="2000">
                <a:latin typeface="Book Antiqua" panose="02040602050305030304" pitchFamily="18" charset="0"/>
              </a:defRPr>
            </a:lvl2pPr>
            <a:lvl3pPr>
              <a:defRPr sz="1800">
                <a:latin typeface="Book Antiqua" panose="02040602050305030304" pitchFamily="18" charset="0"/>
              </a:defRPr>
            </a:lvl3pPr>
            <a:lvl4pPr>
              <a:defRPr sz="1800">
                <a:latin typeface="Book Antiqua" panose="02040602050305030304" pitchFamily="18" charset="0"/>
              </a:defRPr>
            </a:lvl4pPr>
            <a:lvl5pPr>
              <a:defRPr sz="1800">
                <a:latin typeface="Book Antiqua" panose="02040602050305030304" pitchFamily="18"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69934A8-77AF-408B-B458-B54836913E45}"/>
              </a:ext>
            </a:extLst>
          </p:cNvPr>
          <p:cNvSpPr>
            <a:spLocks noGrp="1"/>
          </p:cNvSpPr>
          <p:nvPr>
            <p:ph type="body" sz="half" idx="2"/>
          </p:nvPr>
        </p:nvSpPr>
        <p:spPr>
          <a:xfrm>
            <a:off x="839788" y="2057400"/>
            <a:ext cx="3932237" cy="3811588"/>
          </a:xfrm>
        </p:spPr>
        <p:txBody>
          <a:bodyPr/>
          <a:lstStyle>
            <a:lvl1pPr marL="0" indent="0">
              <a:buNone/>
              <a:defRPr sz="1600">
                <a:latin typeface="Book Antiqua" panose="0204060205030503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DBEAF5-DB43-4606-9EAD-D4DFF04E9AD0}"/>
              </a:ext>
            </a:extLst>
          </p:cNvPr>
          <p:cNvSpPr>
            <a:spLocks noGrp="1"/>
          </p:cNvSpPr>
          <p:nvPr>
            <p:ph type="dt" sz="half" idx="10"/>
          </p:nvPr>
        </p:nvSpPr>
        <p:spPr/>
        <p:txBody>
          <a:bodyPr/>
          <a:lstStyle/>
          <a:p>
            <a:fld id="{E45AECDF-4D51-4BE2-A52E-75061839962F}" type="datetimeFigureOut">
              <a:rPr lang="en-US" smtClean="0"/>
              <a:t>04/09/2023</a:t>
            </a:fld>
            <a:endParaRPr lang="en-US"/>
          </a:p>
        </p:txBody>
      </p:sp>
      <p:sp>
        <p:nvSpPr>
          <p:cNvPr id="6" name="Footer Placeholder 5">
            <a:extLst>
              <a:ext uri="{FF2B5EF4-FFF2-40B4-BE49-F238E27FC236}">
                <a16:creationId xmlns:a16="http://schemas.microsoft.com/office/drawing/2014/main" id="{2F9FE0FD-4B71-401F-8A4E-A66DEE7296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7D4E9A-31D9-4729-B33A-373227767EBE}"/>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936027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6BC55-C3D8-407B-834B-CECFFB5DE733}"/>
              </a:ext>
            </a:extLst>
          </p:cNvPr>
          <p:cNvSpPr>
            <a:spLocks noGrp="1"/>
          </p:cNvSpPr>
          <p:nvPr>
            <p:ph type="title"/>
          </p:nvPr>
        </p:nvSpPr>
        <p:spPr>
          <a:xfrm>
            <a:off x="839788" y="457200"/>
            <a:ext cx="3932237" cy="1600200"/>
          </a:xfrm>
        </p:spPr>
        <p:txBody>
          <a:bodyPr anchor="b">
            <a:normAutofit/>
          </a:bodyPr>
          <a:lstStyle>
            <a:lvl1pPr>
              <a:defRPr sz="2800">
                <a:latin typeface="Bookman Old Style" panose="02050604050505020204" pitchFamily="18" charset="0"/>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4226BAC-83CF-4F24-B598-08F19EA616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B4D9986-C85E-462F-86EC-A99E04E0C84C}"/>
              </a:ext>
            </a:extLst>
          </p:cNvPr>
          <p:cNvSpPr>
            <a:spLocks noGrp="1"/>
          </p:cNvSpPr>
          <p:nvPr>
            <p:ph type="body" sz="half" idx="2"/>
          </p:nvPr>
        </p:nvSpPr>
        <p:spPr>
          <a:xfrm>
            <a:off x="839788" y="2057400"/>
            <a:ext cx="3932237" cy="3811588"/>
          </a:xfrm>
        </p:spPr>
        <p:txBody>
          <a:bodyPr/>
          <a:lstStyle>
            <a:lvl1pPr marL="0" indent="0">
              <a:buNone/>
              <a:defRPr sz="1600">
                <a:latin typeface="Book Antiqua" panose="0204060205030503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1FD837-8440-405F-8CDC-D907FDE06860}"/>
              </a:ext>
            </a:extLst>
          </p:cNvPr>
          <p:cNvSpPr>
            <a:spLocks noGrp="1"/>
          </p:cNvSpPr>
          <p:nvPr>
            <p:ph type="dt" sz="half" idx="10"/>
          </p:nvPr>
        </p:nvSpPr>
        <p:spPr/>
        <p:txBody>
          <a:bodyPr/>
          <a:lstStyle/>
          <a:p>
            <a:fld id="{E45AECDF-4D51-4BE2-A52E-75061839962F}" type="datetimeFigureOut">
              <a:rPr lang="en-US" smtClean="0"/>
              <a:t>04/09/2023</a:t>
            </a:fld>
            <a:endParaRPr lang="en-US"/>
          </a:p>
        </p:txBody>
      </p:sp>
      <p:sp>
        <p:nvSpPr>
          <p:cNvPr id="6" name="Footer Placeholder 5">
            <a:extLst>
              <a:ext uri="{FF2B5EF4-FFF2-40B4-BE49-F238E27FC236}">
                <a16:creationId xmlns:a16="http://schemas.microsoft.com/office/drawing/2014/main" id="{BB8B99F4-866C-4C1F-8FDA-F5B6DE8A72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B63BB6-94D8-4898-AC43-C5544E5D6E32}"/>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1776557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9" name="Rectangle 7">
            <a:extLst>
              <a:ext uri="{FF2B5EF4-FFF2-40B4-BE49-F238E27FC236}">
                <a16:creationId xmlns:a16="http://schemas.microsoft.com/office/drawing/2014/main" id="{058A4960-2CF9-4F7B-B4C7-6C13F4FEF05D}"/>
              </a:ext>
            </a:extLst>
          </p:cNvPr>
          <p:cNvSpPr>
            <a:spLocks noChangeArrowheads="1"/>
          </p:cNvSpPr>
          <p:nvPr userDrawn="1"/>
        </p:nvSpPr>
        <p:spPr bwMode="auto">
          <a:xfrm>
            <a:off x="6501271" y="2133600"/>
            <a:ext cx="5538329" cy="3031720"/>
          </a:xfrm>
          <a:prstGeom prst="rect">
            <a:avLst/>
          </a:prstGeom>
          <a:solidFill>
            <a:srgbClr val="35363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2567" tIns="36284" rIns="72567" bIns="36284" numCol="1" anchor="t" anchorCtr="0" compatLnSpc="1">
            <a:prstTxWarp prst="textNoShape">
              <a:avLst/>
            </a:prstTxWarp>
          </a:bodyPr>
          <a:lstStyle/>
          <a:p>
            <a:endParaRPr lang="zh-CN" altLang="en-US" sz="1428"/>
          </a:p>
        </p:txBody>
      </p:sp>
      <p:sp>
        <p:nvSpPr>
          <p:cNvPr id="7" name="Freeform 8">
            <a:extLst>
              <a:ext uri="{FF2B5EF4-FFF2-40B4-BE49-F238E27FC236}">
                <a16:creationId xmlns:a16="http://schemas.microsoft.com/office/drawing/2014/main" id="{C0E71FB0-7939-4DDF-A383-231D84E07241}"/>
              </a:ext>
            </a:extLst>
          </p:cNvPr>
          <p:cNvSpPr>
            <a:spLocks/>
          </p:cNvSpPr>
          <p:nvPr userDrawn="1"/>
        </p:nvSpPr>
        <p:spPr bwMode="auto">
          <a:xfrm>
            <a:off x="136585" y="2152291"/>
            <a:ext cx="6694046" cy="3031721"/>
          </a:xfrm>
          <a:custGeom>
            <a:avLst/>
            <a:gdLst>
              <a:gd name="T0" fmla="*/ 4054 w 4054"/>
              <a:gd name="T1" fmla="*/ 804 h 1623"/>
              <a:gd name="T2" fmla="*/ 3860 w 4054"/>
              <a:gd name="T3" fmla="*/ 631 h 1623"/>
              <a:gd name="T4" fmla="*/ 3860 w 4054"/>
              <a:gd name="T5" fmla="*/ 0 h 1623"/>
              <a:gd name="T6" fmla="*/ 0 w 4054"/>
              <a:gd name="T7" fmla="*/ 0 h 1623"/>
              <a:gd name="T8" fmla="*/ 0 w 4054"/>
              <a:gd name="T9" fmla="*/ 1623 h 1623"/>
              <a:gd name="T10" fmla="*/ 3860 w 4054"/>
              <a:gd name="T11" fmla="*/ 1623 h 1623"/>
              <a:gd name="T12" fmla="*/ 3860 w 4054"/>
              <a:gd name="T13" fmla="*/ 976 h 1623"/>
              <a:gd name="T14" fmla="*/ 4054 w 4054"/>
              <a:gd name="T15" fmla="*/ 804 h 1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54" h="1623">
                <a:moveTo>
                  <a:pt x="4054" y="804"/>
                </a:moveTo>
                <a:lnTo>
                  <a:pt x="3860" y="631"/>
                </a:lnTo>
                <a:lnTo>
                  <a:pt x="3860" y="0"/>
                </a:lnTo>
                <a:lnTo>
                  <a:pt x="0" y="0"/>
                </a:lnTo>
                <a:lnTo>
                  <a:pt x="0" y="1623"/>
                </a:lnTo>
                <a:lnTo>
                  <a:pt x="3860" y="1623"/>
                </a:lnTo>
                <a:lnTo>
                  <a:pt x="3860" y="976"/>
                </a:lnTo>
                <a:lnTo>
                  <a:pt x="4054" y="804"/>
                </a:lnTo>
                <a:close/>
              </a:path>
            </a:pathLst>
          </a:custGeom>
          <a:gradFill>
            <a:gsLst>
              <a:gs pos="0">
                <a:srgbClr val="FFFF00">
                  <a:alpha val="30000"/>
                </a:srgbClr>
              </a:gs>
              <a:gs pos="50000">
                <a:srgbClr val="FFFF00">
                  <a:alpha val="52000"/>
                </a:srgbClr>
              </a:gs>
              <a:gs pos="100000">
                <a:schemeClr val="accent1">
                  <a:tint val="23500"/>
                  <a:satMod val="160000"/>
                </a:schemeClr>
              </a:gs>
            </a:gsLst>
            <a:lin ang="54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2567" tIns="36284" rIns="72567" bIns="36284" numCol="1" anchor="t" anchorCtr="0" compatLnSpc="1">
            <a:prstTxWarp prst="textNoShape">
              <a:avLst/>
            </a:prstTxWarp>
          </a:bodyPr>
          <a:lstStyle/>
          <a:p>
            <a:endParaRPr lang="zh-CN" altLang="en-US" sz="1428" dirty="0"/>
          </a:p>
        </p:txBody>
      </p:sp>
      <p:pic>
        <p:nvPicPr>
          <p:cNvPr id="6" name="Picture 5" descr="A picture containing object&#10;&#10;Description automatically generated">
            <a:extLst>
              <a:ext uri="{FF2B5EF4-FFF2-40B4-BE49-F238E27FC236}">
                <a16:creationId xmlns:a16="http://schemas.microsoft.com/office/drawing/2014/main" id="{EE829E3D-5DC5-4C91-B8B5-3B7110E1DE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44046" y="1438"/>
            <a:ext cx="7665790" cy="1827362"/>
          </a:xfrm>
          <a:prstGeom prst="rect">
            <a:avLst/>
          </a:prstGeom>
        </p:spPr>
      </p:pic>
      <p:sp>
        <p:nvSpPr>
          <p:cNvPr id="3" name="Text Placeholder 2">
            <a:extLst>
              <a:ext uri="{FF2B5EF4-FFF2-40B4-BE49-F238E27FC236}">
                <a16:creationId xmlns:a16="http://schemas.microsoft.com/office/drawing/2014/main" id="{DEF0205C-9ED4-4F7F-9D8A-6727FF2865C7}"/>
              </a:ext>
            </a:extLst>
          </p:cNvPr>
          <p:cNvSpPr>
            <a:spLocks noGrp="1"/>
          </p:cNvSpPr>
          <p:nvPr>
            <p:ph type="body" sz="quarter" idx="10"/>
          </p:nvPr>
        </p:nvSpPr>
        <p:spPr>
          <a:xfrm>
            <a:off x="914400" y="2971800"/>
            <a:ext cx="4776330" cy="685800"/>
          </a:xfrm>
        </p:spPr>
        <p:txBody>
          <a:bodyPr/>
          <a:lstStyle>
            <a:lvl1pPr>
              <a:defRPr>
                <a:latin typeface="Bookman Old Style" panose="02050604050505020204" pitchFamily="18" charset="0"/>
              </a:defRPr>
            </a:lvl1pPr>
          </a:lstStyle>
          <a:p>
            <a:pPr lvl="0"/>
            <a:r>
              <a:rPr lang="en-US"/>
              <a:t>Click to edit Master text styles</a:t>
            </a:r>
          </a:p>
        </p:txBody>
      </p:sp>
      <p:sp>
        <p:nvSpPr>
          <p:cNvPr id="5" name="Text Placeholder 4">
            <a:extLst>
              <a:ext uri="{FF2B5EF4-FFF2-40B4-BE49-F238E27FC236}">
                <a16:creationId xmlns:a16="http://schemas.microsoft.com/office/drawing/2014/main" id="{5DEB8F57-8DD4-44E9-AC18-A7A8C7131C9F}"/>
              </a:ext>
            </a:extLst>
          </p:cNvPr>
          <p:cNvSpPr>
            <a:spLocks noGrp="1"/>
          </p:cNvSpPr>
          <p:nvPr>
            <p:ph type="body" sz="quarter" idx="11"/>
          </p:nvPr>
        </p:nvSpPr>
        <p:spPr>
          <a:xfrm>
            <a:off x="7086600" y="2970663"/>
            <a:ext cx="4191000" cy="914400"/>
          </a:xfrm>
        </p:spPr>
        <p:txBody>
          <a:bodyPr>
            <a:normAutofit/>
          </a:bodyPr>
          <a:lstStyle>
            <a:lvl1pPr>
              <a:defRPr sz="2800">
                <a:solidFill>
                  <a:schemeClr val="bg1"/>
                </a:solidFill>
                <a:latin typeface="Bookman Old Style" panose="02050604050505020204" pitchFamily="18" charset="0"/>
              </a:defRPr>
            </a:lvl1pPr>
          </a:lstStyle>
          <a:p>
            <a:pPr lvl="0"/>
            <a:r>
              <a:rPr lang="en-US"/>
              <a:t>Click to edit Master text styles</a:t>
            </a:r>
          </a:p>
        </p:txBody>
      </p:sp>
    </p:spTree>
    <p:extLst>
      <p:ext uri="{BB962C8B-B14F-4D97-AF65-F5344CB8AC3E}">
        <p14:creationId xmlns:p14="http://schemas.microsoft.com/office/powerpoint/2010/main" val="2675387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2" fill="hold" grpId="0" nodeType="withEffect">
                                  <p:stCondLst>
                                    <p:cond delay="20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t="-4000" r="-2000" b="-3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8D7EAF-242D-4B80-9DDE-E75E2110C5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71D8C2-8A15-46F1-A685-6BDE75347A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3E8A7B-EC95-43F8-8F85-BA5FC1C306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5AECDF-4D51-4BE2-A52E-75061839962F}" type="datetimeFigureOut">
              <a:rPr lang="en-US" smtClean="0"/>
              <a:t>04/09/2023</a:t>
            </a:fld>
            <a:endParaRPr lang="en-US"/>
          </a:p>
        </p:txBody>
      </p:sp>
      <p:sp>
        <p:nvSpPr>
          <p:cNvPr id="5" name="Footer Placeholder 4">
            <a:extLst>
              <a:ext uri="{FF2B5EF4-FFF2-40B4-BE49-F238E27FC236}">
                <a16:creationId xmlns:a16="http://schemas.microsoft.com/office/drawing/2014/main" id="{7A938BF8-A7D3-44B9-9393-07DE8B8369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4D48635-2CA3-476A-A1E5-2809B06A12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D6110E-6F6A-430F-BA2C-264668399F0E}" type="slidenum">
              <a:rPr lang="en-US" smtClean="0"/>
              <a:t>‹#›</a:t>
            </a:fld>
            <a:endParaRPr lang="en-US"/>
          </a:p>
        </p:txBody>
      </p:sp>
      <p:pic>
        <p:nvPicPr>
          <p:cNvPr id="8" name="Picture 7" descr="A picture containing racket, holding, hitting, woman&#10;&#10;Description automatically generated">
            <a:extLst>
              <a:ext uri="{FF2B5EF4-FFF2-40B4-BE49-F238E27FC236}">
                <a16:creationId xmlns:a16="http://schemas.microsoft.com/office/drawing/2014/main" id="{1F5731C2-29BF-4169-8176-7D7E8F362DA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3297" y="0"/>
            <a:ext cx="12275297" cy="6811777"/>
          </a:xfrm>
          <a:prstGeom prst="rect">
            <a:avLst/>
          </a:prstGeom>
        </p:spPr>
      </p:pic>
    </p:spTree>
    <p:extLst>
      <p:ext uri="{BB962C8B-B14F-4D97-AF65-F5344CB8AC3E}">
        <p14:creationId xmlns:p14="http://schemas.microsoft.com/office/powerpoint/2010/main" val="2443031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1.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hyperlink" Target="https://www.w3schools.com/html/tryit.asp?filename=tryhtml_responsive_text" TargetMode="External"/><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hyperlink" Target="https://www.w3schools.com/css/tryit.asp?filename=tryresponsive_webpage" TargetMode="External"/><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hyperlink" Target="https://www.w3schools.com/css/tryit.asp?filename=tryresponsive_cols" TargetMode="Externa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image" Target="../media/image5.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hyperlink" Target="https://www.w3schools.com/cssref/playit.asp?filename=playcss_display&amp;preval=inline" TargetMode="External"/><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27.xml"/><Relationship Id="rId7" Type="http://schemas.openxmlformats.org/officeDocument/2006/relationships/hyperlink" Target="https://www.w3schools.com/cssref/playit.asp?filename=playcss_display&amp;preval=inline" TargetMode="Externa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hyperlink" Target="https://www.w3schools.com/html/tryit.asp?filename=tryhtml_responsive_media_query" TargetMode="External"/><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w3schools.com/css/tryit.asp?filename=tryresponsive_breakpoints"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7.pn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w3schools.com/css/tryit.asp?filename=tryresponsive_col-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tags" Target="../tags/tag33.xml"/><Relationship Id="rId7" Type="http://schemas.openxmlformats.org/officeDocument/2006/relationships/image" Target="../media/image9.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hyperlink" Target="https://www.w3schools.com/css/tryit.asp?filename=trycss_mediaqueries_hide" TargetMode="External"/><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10.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11.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hyperlink" Target="https://www.w3schools.com/css/css3_flexbox_container.asp" TargetMode="External"/><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3000" r="-2000" b="-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E85A57C-D93F-440A-A179-9167EF529797}"/>
              </a:ext>
            </a:extLst>
          </p:cNvPr>
          <p:cNvSpPr>
            <a:spLocks noGrp="1"/>
          </p:cNvSpPr>
          <p:nvPr>
            <p:ph type="body" sz="quarter" idx="10"/>
          </p:nvPr>
        </p:nvSpPr>
        <p:spPr/>
        <p:txBody>
          <a:bodyPr/>
          <a:lstStyle/>
          <a:p>
            <a:pPr marL="0" indent="0">
              <a:buNone/>
            </a:pPr>
            <a:r>
              <a:rPr lang="en-AU" dirty="0"/>
              <a:t>Web Development </a:t>
            </a:r>
          </a:p>
        </p:txBody>
      </p:sp>
      <p:sp>
        <p:nvSpPr>
          <p:cNvPr id="3" name="Text Placeholder 2">
            <a:extLst>
              <a:ext uri="{FF2B5EF4-FFF2-40B4-BE49-F238E27FC236}">
                <a16:creationId xmlns:a16="http://schemas.microsoft.com/office/drawing/2014/main" id="{94875C1C-3858-44F5-9117-CB658AFD44E3}"/>
              </a:ext>
            </a:extLst>
          </p:cNvPr>
          <p:cNvSpPr>
            <a:spLocks noGrp="1"/>
          </p:cNvSpPr>
          <p:nvPr>
            <p:ph type="body" sz="quarter" idx="11"/>
          </p:nvPr>
        </p:nvSpPr>
        <p:spPr/>
        <p:txBody>
          <a:bodyPr vert="horz" lIns="91440" tIns="45720" rIns="91440" bIns="45720" rtlCol="0">
            <a:normAutofit/>
          </a:bodyPr>
          <a:lstStyle/>
          <a:p>
            <a:pPr marL="0" indent="0">
              <a:buNone/>
            </a:pPr>
            <a:r>
              <a:rPr lang="en-AU" dirty="0">
                <a:solidFill>
                  <a:schemeClr val="tx1"/>
                </a:solidFill>
              </a:rPr>
              <a:t>Week #09</a:t>
            </a:r>
          </a:p>
        </p:txBody>
      </p:sp>
    </p:spTree>
    <p:extLst>
      <p:ext uri="{BB962C8B-B14F-4D97-AF65-F5344CB8AC3E}">
        <p14:creationId xmlns:p14="http://schemas.microsoft.com/office/powerpoint/2010/main" val="715634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45A79FF-DF8D-40F1-8046-76D58A40B613}"/>
              </a:ext>
            </a:extLst>
          </p:cNvPr>
          <p:cNvSpPr>
            <a:spLocks noGrp="1"/>
          </p:cNvSpPr>
          <p:nvPr>
            <p:ph type="title"/>
          </p:nvPr>
        </p:nvSpPr>
        <p:spPr/>
        <p:txBody>
          <a:bodyPr anchor="ctr">
            <a:normAutofit/>
          </a:bodyPr>
          <a:lstStyle/>
          <a:p>
            <a:pPr lvl="0"/>
            <a:r>
              <a:rPr lang="en-US" altLang="zh-CN" dirty="0">
                <a:solidFill>
                  <a:schemeClr val="bg1"/>
                </a:solidFill>
              </a:rPr>
              <a:t>This Weeks Lecture</a:t>
            </a:r>
          </a:p>
        </p:txBody>
      </p:sp>
      <p:sp>
        <p:nvSpPr>
          <p:cNvPr id="3" name="Subtitle 2"/>
          <p:cNvSpPr>
            <a:spLocks noGrp="1"/>
          </p:cNvSpPr>
          <p:nvPr>
            <p:ph idx="1"/>
          </p:nvPr>
        </p:nvSpPr>
        <p:spPr/>
        <p:txBody>
          <a:bodyPr>
            <a:normAutofit/>
          </a:bodyPr>
          <a:lstStyle/>
          <a:p>
            <a:pPr marL="342900" lvl="0" indent="-342900">
              <a:buFont typeface="Arial" panose="020B0604020202020204" pitchFamily="34" charset="0"/>
              <a:buChar char="•"/>
            </a:pPr>
            <a:endParaRPr lang="en-AU" baseline="30000"/>
          </a:p>
          <a:p>
            <a:pPr marL="342900" indent="-342900">
              <a:buFont typeface="Arial" pitchFamily="34" charset="0"/>
              <a:buChar char="•"/>
            </a:pPr>
            <a:r>
              <a:rPr lang="en-AU" dirty="0"/>
              <a:t>Responsive web design</a:t>
            </a:r>
            <a:endParaRPr lang="en-AU"/>
          </a:p>
          <a:p>
            <a:pPr marL="342900" indent="-342900">
              <a:buFont typeface="Arial" pitchFamily="34" charset="0"/>
              <a:buChar char="•"/>
            </a:pPr>
            <a:r>
              <a:rPr lang="en-AU" dirty="0"/>
              <a:t>Viewport</a:t>
            </a:r>
            <a:endParaRPr lang="en-AU"/>
          </a:p>
          <a:p>
            <a:pPr marL="342900" indent="-342900">
              <a:buFont typeface="Arial" pitchFamily="34" charset="0"/>
              <a:buChar char="•"/>
            </a:pPr>
            <a:r>
              <a:rPr lang="en-AU" dirty="0"/>
              <a:t>CSS Grid</a:t>
            </a:r>
            <a:endParaRPr lang="en-AU"/>
          </a:p>
          <a:p>
            <a:pPr marL="342900" indent="-342900">
              <a:buFont typeface="Arial" pitchFamily="34" charset="0"/>
              <a:buChar char="•"/>
            </a:pPr>
            <a:r>
              <a:rPr lang="en-AU" dirty="0"/>
              <a:t>CSS media queries</a:t>
            </a:r>
            <a:endParaRPr lang="en-AU"/>
          </a:p>
          <a:p>
            <a:pPr marL="342900" indent="-342900">
              <a:buFont typeface="Arial" pitchFamily="34" charset="0"/>
              <a:buChar char="•"/>
            </a:pPr>
            <a:r>
              <a:rPr lang="en-AU" dirty="0"/>
              <a:t>Flexbox</a:t>
            </a:r>
            <a:endParaRPr lang="en-AU"/>
          </a:p>
          <a:p>
            <a:pPr marL="342900" indent="-342900">
              <a:buFont typeface="Arial" pitchFamily="34" charset="0"/>
              <a:buChar char="•"/>
            </a:pPr>
            <a:endParaRPr lang="en-AU"/>
          </a:p>
        </p:txBody>
      </p:sp>
    </p:spTree>
    <p:extLst>
      <p:ext uri="{BB962C8B-B14F-4D97-AF65-F5344CB8AC3E}">
        <p14:creationId xmlns:p14="http://schemas.microsoft.com/office/powerpoint/2010/main" val="2183107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C0179-BC9C-458D-AC3C-5B46723108FC}"/>
              </a:ext>
            </a:extLst>
          </p:cNvPr>
          <p:cNvSpPr>
            <a:spLocks noGrp="1"/>
          </p:cNvSpPr>
          <p:nvPr>
            <p:ph type="title"/>
          </p:nvPr>
        </p:nvSpPr>
        <p:spPr/>
        <p:txBody>
          <a:bodyPr vert="horz" lIns="91440" tIns="45720" rIns="91440" bIns="45720" rtlCol="0" anchor="ctr">
            <a:normAutofit/>
          </a:bodyPr>
          <a:lstStyle/>
          <a:p>
            <a:r>
              <a:rPr lang="en-AU">
                <a:solidFill>
                  <a:schemeClr val="bg1"/>
                </a:solidFill>
              </a:rPr>
              <a:t>HTML Responsive Web Design</a:t>
            </a:r>
          </a:p>
        </p:txBody>
      </p:sp>
      <p:sp>
        <p:nvSpPr>
          <p:cNvPr id="3" name="Subtitle 2"/>
          <p:cNvSpPr>
            <a:spLocks noGrp="1"/>
          </p:cNvSpPr>
          <p:nvPr>
            <p:ph idx="1"/>
          </p:nvPr>
        </p:nvSpPr>
        <p:spPr/>
        <p:txBody>
          <a:bodyPr>
            <a:normAutofit/>
          </a:bodyPr>
          <a:lstStyle/>
          <a:p>
            <a:r>
              <a:rPr lang="en-AU" dirty="0"/>
              <a:t>Responsive web design is about creating web pages that look good on all devices!</a:t>
            </a:r>
          </a:p>
          <a:p>
            <a:endParaRPr lang="en-AU" dirty="0"/>
          </a:p>
          <a:p>
            <a:r>
              <a:rPr lang="en-AU" dirty="0"/>
              <a:t>A responsive web design will automatically adjust for different screen sizes and viewports.</a:t>
            </a:r>
          </a:p>
          <a:p>
            <a:endParaRPr lang="en-AU" dirty="0"/>
          </a:p>
          <a:p>
            <a:r>
              <a:rPr lang="en-AU" dirty="0"/>
              <a:t>Responsive Web Design is about using HTML and CSS to automatically resize, hide, shrink, or enlarge, a website, to make it look good on all devices (desktops, tablets, and phones)</a:t>
            </a:r>
          </a:p>
        </p:txBody>
      </p:sp>
    </p:spTree>
    <p:extLst>
      <p:ext uri="{BB962C8B-B14F-4D97-AF65-F5344CB8AC3E}">
        <p14:creationId xmlns:p14="http://schemas.microsoft.com/office/powerpoint/2010/main" val="3521356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a:solidFill>
                  <a:schemeClr val="bg1"/>
                </a:solidFill>
              </a:rPr>
              <a:t>Setting The Viewport</a:t>
            </a:r>
          </a:p>
        </p:txBody>
      </p:sp>
      <p:sp>
        <p:nvSpPr>
          <p:cNvPr id="10" name="Content Placeholder 9">
            <a:extLst>
              <a:ext uri="{FF2B5EF4-FFF2-40B4-BE49-F238E27FC236}">
                <a16:creationId xmlns:a16="http://schemas.microsoft.com/office/drawing/2014/main" id="{274A846C-B1CE-46E5-AB54-66E4A34ACC5F}"/>
              </a:ext>
            </a:extLst>
          </p:cNvPr>
          <p:cNvSpPr>
            <a:spLocks noGrp="1"/>
          </p:cNvSpPr>
          <p:nvPr>
            <p:ph idx="1"/>
          </p:nvPr>
        </p:nvSpPr>
        <p:spPr/>
        <p:txBody>
          <a:bodyPr/>
          <a:lstStyle/>
          <a:p>
            <a:r>
              <a:rPr lang="en-US" sz="2400" dirty="0"/>
              <a:t>The viewport is the user's visible area of a web page.</a:t>
            </a:r>
          </a:p>
          <a:p>
            <a:endParaRPr lang="en-US" sz="2400" dirty="0"/>
          </a:p>
          <a:p>
            <a:r>
              <a:rPr lang="en-US" sz="2400" dirty="0"/>
              <a:t>This will set the viewport of your page, which will give the browser instructions on how to control the page's dimensions and scaling.</a:t>
            </a:r>
          </a:p>
          <a:p>
            <a:endParaRPr lang="en-US" sz="2400" dirty="0"/>
          </a:p>
          <a:p>
            <a:r>
              <a:rPr lang="en-AU" sz="1600" dirty="0">
                <a:solidFill>
                  <a:srgbClr val="0000CD"/>
                </a:solidFill>
                <a:latin typeface="Consolas" panose="020B0609020204030204" pitchFamily="49" charset="0"/>
              </a:rPr>
              <a:t>&lt;</a:t>
            </a:r>
            <a:r>
              <a:rPr lang="en-AU" sz="1600" dirty="0">
                <a:solidFill>
                  <a:srgbClr val="A52A2A"/>
                </a:solidFill>
                <a:latin typeface="Consolas" panose="020B0609020204030204" pitchFamily="49" charset="0"/>
              </a:rPr>
              <a:t>meta</a:t>
            </a:r>
            <a:r>
              <a:rPr lang="en-AU" sz="1600" dirty="0">
                <a:solidFill>
                  <a:srgbClr val="FF0000"/>
                </a:solidFill>
                <a:latin typeface="Consolas" panose="020B0609020204030204" pitchFamily="49" charset="0"/>
              </a:rPr>
              <a:t> name</a:t>
            </a:r>
            <a:r>
              <a:rPr lang="en-AU" sz="1600" dirty="0">
                <a:solidFill>
                  <a:srgbClr val="0000CD"/>
                </a:solidFill>
                <a:latin typeface="Consolas" panose="020B0609020204030204" pitchFamily="49" charset="0"/>
              </a:rPr>
              <a:t>="viewport"</a:t>
            </a:r>
            <a:r>
              <a:rPr lang="en-AU" sz="1600" dirty="0">
                <a:solidFill>
                  <a:srgbClr val="FF0000"/>
                </a:solidFill>
                <a:latin typeface="Consolas" panose="020B0609020204030204" pitchFamily="49" charset="0"/>
              </a:rPr>
              <a:t> content</a:t>
            </a:r>
            <a:r>
              <a:rPr lang="en-AU" sz="1600" dirty="0">
                <a:solidFill>
                  <a:srgbClr val="0000CD"/>
                </a:solidFill>
                <a:latin typeface="Consolas" panose="020B0609020204030204" pitchFamily="49" charset="0"/>
              </a:rPr>
              <a:t>="width=device-width, initial-scale=1.0"&gt;</a:t>
            </a:r>
            <a:endParaRPr lang="en-AU" sz="1600" dirty="0"/>
          </a:p>
          <a:p>
            <a:endParaRPr lang="en-US" sz="2400" dirty="0"/>
          </a:p>
          <a:p>
            <a:endParaRPr lang="en-AU" dirty="0"/>
          </a:p>
        </p:txBody>
      </p:sp>
    </p:spTree>
    <p:extLst>
      <p:ext uri="{BB962C8B-B14F-4D97-AF65-F5344CB8AC3E}">
        <p14:creationId xmlns:p14="http://schemas.microsoft.com/office/powerpoint/2010/main" val="39798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Responsive Images</a:t>
            </a:r>
          </a:p>
        </p:txBody>
      </p:sp>
      <p:sp>
        <p:nvSpPr>
          <p:cNvPr id="11267" name="Rectangle 3"/>
          <p:cNvSpPr>
            <a:spLocks noGrp="1" noChangeArrowheads="1"/>
          </p:cNvSpPr>
          <p:nvPr>
            <p:ph idx="1"/>
            <p:custDataLst>
              <p:tags r:id="rId3"/>
            </p:custDataLst>
          </p:nvPr>
        </p:nvSpPr>
        <p:spPr/>
        <p:txBody>
          <a:bodyPr/>
          <a:lstStyle/>
          <a:p>
            <a:pPr lvl="0"/>
            <a:endParaRPr lang="en-AU" dirty="0"/>
          </a:p>
          <a:p>
            <a:r>
              <a:rPr lang="en-AU" dirty="0"/>
              <a:t>Responsive images are images that scale nicely to fit any browser size.</a:t>
            </a:r>
          </a:p>
          <a:p>
            <a:endParaRPr lang="en-AU" dirty="0"/>
          </a:p>
          <a:p>
            <a:r>
              <a:rPr lang="en-AU" dirty="0"/>
              <a:t>Using the width Property</a:t>
            </a:r>
          </a:p>
          <a:p>
            <a:pPr lvl="1"/>
            <a:r>
              <a:rPr lang="en-AU" dirty="0"/>
              <a:t>If the CSS width property is set to 100%, the image will be responsive and scale up and down</a:t>
            </a:r>
          </a:p>
          <a:p>
            <a:pPr lvl="1"/>
            <a:endParaRPr lang="en-AU" dirty="0"/>
          </a:p>
          <a:p>
            <a:r>
              <a:rPr lang="en-AU" sz="2400" dirty="0">
                <a:solidFill>
                  <a:srgbClr val="0000CD"/>
                </a:solidFill>
                <a:latin typeface="Consolas" panose="020B0609020204030204" pitchFamily="49" charset="0"/>
              </a:rPr>
              <a:t>&lt;</a:t>
            </a:r>
            <a:r>
              <a:rPr lang="en-AU" sz="2400" dirty="0">
                <a:solidFill>
                  <a:srgbClr val="A52A2A"/>
                </a:solidFill>
                <a:latin typeface="Consolas" panose="020B0609020204030204" pitchFamily="49" charset="0"/>
              </a:rPr>
              <a:t>img</a:t>
            </a:r>
            <a:r>
              <a:rPr lang="en-AU" sz="2400" dirty="0">
                <a:solidFill>
                  <a:srgbClr val="FF0000"/>
                </a:solidFill>
                <a:latin typeface="Consolas" panose="020B0609020204030204" pitchFamily="49" charset="0"/>
              </a:rPr>
              <a:t> src</a:t>
            </a:r>
            <a:r>
              <a:rPr lang="en-AU" sz="2400" dirty="0">
                <a:solidFill>
                  <a:srgbClr val="0000CD"/>
                </a:solidFill>
                <a:latin typeface="Consolas" panose="020B0609020204030204" pitchFamily="49" charset="0"/>
              </a:rPr>
              <a:t>="img_girl.jpg"</a:t>
            </a:r>
            <a:r>
              <a:rPr lang="en-AU" sz="2400" dirty="0">
                <a:solidFill>
                  <a:srgbClr val="FF0000"/>
                </a:solidFill>
                <a:latin typeface="Consolas" panose="020B0609020204030204" pitchFamily="49" charset="0"/>
              </a:rPr>
              <a:t> style</a:t>
            </a:r>
            <a:r>
              <a:rPr lang="en-AU" sz="2400" dirty="0">
                <a:solidFill>
                  <a:srgbClr val="0000CD"/>
                </a:solidFill>
                <a:latin typeface="Consolas" panose="020B0609020204030204" pitchFamily="49" charset="0"/>
              </a:rPr>
              <a:t>="</a:t>
            </a:r>
            <a:r>
              <a:rPr lang="en-AU" sz="2400" b="1" dirty="0">
                <a:solidFill>
                  <a:srgbClr val="0000CD"/>
                </a:solidFill>
                <a:latin typeface="Consolas" panose="020B0609020204030204" pitchFamily="49" charset="0"/>
              </a:rPr>
              <a:t>width:100%</a:t>
            </a:r>
            <a:r>
              <a:rPr lang="en-AU" sz="2400" dirty="0">
                <a:solidFill>
                  <a:srgbClr val="0000CD"/>
                </a:solidFill>
                <a:latin typeface="Consolas" panose="020B0609020204030204" pitchFamily="49" charset="0"/>
              </a:rPr>
              <a:t>;"&gt;</a:t>
            </a:r>
          </a:p>
          <a:p>
            <a:endParaRPr lang="en-AU" dirty="0"/>
          </a:p>
          <a:p>
            <a:pPr lvl="1"/>
            <a:endParaRPr lang="en-AU" dirty="0"/>
          </a:p>
          <a:p>
            <a:pPr lvl="0"/>
            <a:endParaRPr lang="en-AU" dirty="0"/>
          </a:p>
        </p:txBody>
      </p:sp>
    </p:spTree>
    <p:custDataLst>
      <p:tags r:id="rId1"/>
    </p:custDataLst>
    <p:extLst>
      <p:ext uri="{BB962C8B-B14F-4D97-AF65-F5344CB8AC3E}">
        <p14:creationId xmlns:p14="http://schemas.microsoft.com/office/powerpoint/2010/main" val="636588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91440" tIns="45720" rIns="91440" bIns="45720" rtlCol="0" anchor="ctr">
            <a:normAutofit fontScale="90000"/>
          </a:bodyPr>
          <a:lstStyle/>
          <a:p>
            <a:r>
              <a:rPr lang="en-AU" dirty="0">
                <a:solidFill>
                  <a:schemeClr val="bg1"/>
                </a:solidFill>
              </a:rPr>
              <a:t>Using the max-width Property</a:t>
            </a:r>
            <a:br>
              <a:rPr lang="en-AU" dirty="0">
                <a:solidFill>
                  <a:schemeClr val="bg1"/>
                </a:solidFill>
              </a:rPr>
            </a:br>
            <a:endParaRPr lang="en-AU" dirty="0">
              <a:solidFill>
                <a:schemeClr val="bg1"/>
              </a:solidFill>
            </a:endParaRPr>
          </a:p>
        </p:txBody>
      </p:sp>
      <p:sp>
        <p:nvSpPr>
          <p:cNvPr id="2" name="Content Placeholder 1"/>
          <p:cNvSpPr>
            <a:spLocks noGrp="1"/>
          </p:cNvSpPr>
          <p:nvPr>
            <p:ph idx="1"/>
          </p:nvPr>
        </p:nvSpPr>
        <p:spPr/>
        <p:txBody>
          <a:bodyPr/>
          <a:lstStyle/>
          <a:p>
            <a:r>
              <a:rPr lang="en-AU" dirty="0"/>
              <a:t>In previous example, the image can be scaled up to be larger than its original size. A better solution, in many cases, will be to use the </a:t>
            </a:r>
            <a:r>
              <a:rPr lang="en-AU" dirty="0">
                <a:solidFill>
                  <a:srgbClr val="FF0000"/>
                </a:solidFill>
              </a:rPr>
              <a:t>max-width</a:t>
            </a:r>
            <a:r>
              <a:rPr lang="en-AU" dirty="0"/>
              <a:t> property instead.</a:t>
            </a:r>
          </a:p>
          <a:p>
            <a:endParaRPr lang="en-AU" dirty="0"/>
          </a:p>
          <a:p>
            <a:r>
              <a:rPr lang="en-AU" dirty="0"/>
              <a:t>If the max-width property is set to 100%, the image will scale down if it has to, </a:t>
            </a:r>
            <a:r>
              <a:rPr lang="en-AU" dirty="0">
                <a:solidFill>
                  <a:srgbClr val="FF0000"/>
                </a:solidFill>
              </a:rPr>
              <a:t>but never scale up </a:t>
            </a:r>
            <a:r>
              <a:rPr lang="en-AU" dirty="0"/>
              <a:t>to be larger than its original size</a:t>
            </a:r>
          </a:p>
          <a:p>
            <a:endParaRPr lang="en-AU" dirty="0"/>
          </a:p>
          <a:p>
            <a:r>
              <a:rPr lang="en-AU" sz="2400" dirty="0">
                <a:solidFill>
                  <a:srgbClr val="0000CD"/>
                </a:solidFill>
                <a:latin typeface="Consolas" panose="020B0609020204030204" pitchFamily="49" charset="0"/>
              </a:rPr>
              <a:t>&lt;</a:t>
            </a:r>
            <a:r>
              <a:rPr lang="en-AU" sz="2400" dirty="0">
                <a:solidFill>
                  <a:srgbClr val="A52A2A"/>
                </a:solidFill>
                <a:latin typeface="Consolas" panose="020B0609020204030204" pitchFamily="49" charset="0"/>
              </a:rPr>
              <a:t>img</a:t>
            </a:r>
            <a:r>
              <a:rPr lang="en-AU" sz="2400" dirty="0">
                <a:solidFill>
                  <a:srgbClr val="FF0000"/>
                </a:solidFill>
                <a:latin typeface="Consolas" panose="020B0609020204030204" pitchFamily="49" charset="0"/>
              </a:rPr>
              <a:t> src</a:t>
            </a:r>
            <a:r>
              <a:rPr lang="en-AU" sz="2400" dirty="0">
                <a:solidFill>
                  <a:srgbClr val="0000CD"/>
                </a:solidFill>
                <a:latin typeface="Consolas" panose="020B0609020204030204" pitchFamily="49" charset="0"/>
              </a:rPr>
              <a:t>="img_girl.jpg"</a:t>
            </a:r>
            <a:r>
              <a:rPr lang="en-AU" sz="2400" dirty="0">
                <a:solidFill>
                  <a:srgbClr val="FF0000"/>
                </a:solidFill>
                <a:latin typeface="Consolas" panose="020B0609020204030204" pitchFamily="49" charset="0"/>
              </a:rPr>
              <a:t> style</a:t>
            </a:r>
            <a:r>
              <a:rPr lang="en-AU" sz="2400" dirty="0">
                <a:solidFill>
                  <a:srgbClr val="0000CD"/>
                </a:solidFill>
                <a:latin typeface="Consolas" panose="020B0609020204030204" pitchFamily="49" charset="0"/>
              </a:rPr>
              <a:t>="</a:t>
            </a:r>
            <a:r>
              <a:rPr lang="en-AU" sz="2400" b="1" dirty="0">
                <a:solidFill>
                  <a:srgbClr val="0000CD"/>
                </a:solidFill>
                <a:latin typeface="Consolas" panose="020B0609020204030204" pitchFamily="49" charset="0"/>
              </a:rPr>
              <a:t>max-width:100%;</a:t>
            </a:r>
            <a:r>
              <a:rPr lang="en-AU" sz="2400" dirty="0" err="1">
                <a:solidFill>
                  <a:srgbClr val="0000CD"/>
                </a:solidFill>
                <a:latin typeface="Consolas" panose="020B0609020204030204" pitchFamily="49" charset="0"/>
              </a:rPr>
              <a:t>height:auto</a:t>
            </a:r>
            <a:r>
              <a:rPr lang="en-AU" sz="2400" dirty="0">
                <a:solidFill>
                  <a:srgbClr val="0000CD"/>
                </a:solidFill>
                <a:latin typeface="Consolas" panose="020B0609020204030204" pitchFamily="49" charset="0"/>
              </a:rPr>
              <a:t>;"&gt;</a:t>
            </a:r>
          </a:p>
          <a:p>
            <a:endParaRPr lang="en-AU" dirty="0"/>
          </a:p>
        </p:txBody>
      </p:sp>
    </p:spTree>
    <p:extLst>
      <p:ext uri="{BB962C8B-B14F-4D97-AF65-F5344CB8AC3E}">
        <p14:creationId xmlns:p14="http://schemas.microsoft.com/office/powerpoint/2010/main" val="3777817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8850" name="Rectangle 2"/>
          <p:cNvSpPr>
            <a:spLocks noGrp="1" noChangeArrowheads="1"/>
          </p:cNvSpPr>
          <p:nvPr>
            <p:ph type="title"/>
            <p:custDataLst>
              <p:tags r:id="rId2"/>
            </p:custDataLst>
          </p:nvPr>
        </p:nvSpPr>
        <p:spPr/>
        <p:txBody>
          <a:bodyPr vert="horz" lIns="91440" tIns="45720" rIns="91440" bIns="45720" rtlCol="0" anchor="ctr">
            <a:normAutofit fontScale="90000"/>
          </a:bodyPr>
          <a:lstStyle/>
          <a:p>
            <a:r>
              <a:rPr lang="en-AU" dirty="0">
                <a:solidFill>
                  <a:schemeClr val="bg1"/>
                </a:solidFill>
              </a:rPr>
              <a:t>Show Different Images Depending on Browser Width</a:t>
            </a:r>
          </a:p>
        </p:txBody>
      </p:sp>
      <p:sp>
        <p:nvSpPr>
          <p:cNvPr id="78851" name="Rectangle 3"/>
          <p:cNvSpPr>
            <a:spLocks noGrp="1" noChangeArrowheads="1"/>
          </p:cNvSpPr>
          <p:nvPr>
            <p:ph idx="1"/>
            <p:custDataLst>
              <p:tags r:id="rId3"/>
            </p:custDataLst>
          </p:nvPr>
        </p:nvSpPr>
        <p:spPr/>
        <p:txBody>
          <a:bodyPr/>
          <a:lstStyle/>
          <a:p>
            <a:r>
              <a:rPr lang="en-AU" dirty="0"/>
              <a:t>The HTML &lt;picture&gt; element allows you to define different images for different browser window sizes.</a:t>
            </a:r>
          </a:p>
          <a:p>
            <a:r>
              <a:rPr lang="en-AU" dirty="0"/>
              <a:t>Resize the browser window to see how the image below change depending on the width</a:t>
            </a:r>
          </a:p>
          <a:p>
            <a:r>
              <a:rPr lang="en-AU" sz="2800" dirty="0">
                <a:solidFill>
                  <a:srgbClr val="0000CD"/>
                </a:solidFill>
                <a:latin typeface="Arabic Typesetting" panose="03020402040406030203" pitchFamily="66" charset="-78"/>
                <a:cs typeface="Arabic Typesetting" panose="03020402040406030203" pitchFamily="66" charset="-78"/>
              </a:rPr>
              <a:t>&lt;</a:t>
            </a:r>
            <a:r>
              <a:rPr lang="en-AU" sz="2800" dirty="0">
                <a:solidFill>
                  <a:srgbClr val="A52A2A"/>
                </a:solidFill>
                <a:latin typeface="Arabic Typesetting" panose="03020402040406030203" pitchFamily="66" charset="-78"/>
                <a:cs typeface="Arabic Typesetting" panose="03020402040406030203" pitchFamily="66" charset="-78"/>
              </a:rPr>
              <a:t>picture</a:t>
            </a:r>
            <a:r>
              <a:rPr lang="en-AU" sz="2800" dirty="0">
                <a:solidFill>
                  <a:srgbClr val="0000CD"/>
                </a:solidFill>
                <a:latin typeface="Arabic Typesetting" panose="03020402040406030203" pitchFamily="66" charset="-78"/>
                <a:cs typeface="Arabic Typesetting" panose="03020402040406030203" pitchFamily="66" charset="-78"/>
              </a:rPr>
              <a:t>&gt;</a:t>
            </a:r>
            <a:r>
              <a:rPr lang="en-AU" sz="2800" dirty="0">
                <a:latin typeface="Arabic Typesetting" panose="03020402040406030203" pitchFamily="66" charset="-78"/>
                <a:cs typeface="Arabic Typesetting" panose="03020402040406030203" pitchFamily="66" charset="-78"/>
              </a:rPr>
              <a:t/>
            </a:r>
            <a:br>
              <a:rPr lang="en-AU" sz="2800" dirty="0">
                <a:latin typeface="Arabic Typesetting" panose="03020402040406030203" pitchFamily="66" charset="-78"/>
                <a:cs typeface="Arabic Typesetting" panose="03020402040406030203" pitchFamily="66" charset="-78"/>
              </a:rPr>
            </a:br>
            <a:r>
              <a:rPr lang="en-AU" sz="2800" dirty="0">
                <a:solidFill>
                  <a:srgbClr val="000000"/>
                </a:solidFill>
                <a:latin typeface="Arabic Typesetting" panose="03020402040406030203" pitchFamily="66" charset="-78"/>
                <a:cs typeface="Arabic Typesetting" panose="03020402040406030203" pitchFamily="66" charset="-78"/>
              </a:rPr>
              <a:t>  </a:t>
            </a:r>
            <a:r>
              <a:rPr lang="en-AU" sz="2800" dirty="0">
                <a:solidFill>
                  <a:srgbClr val="0000CD"/>
                </a:solidFill>
                <a:latin typeface="Arabic Typesetting" panose="03020402040406030203" pitchFamily="66" charset="-78"/>
                <a:cs typeface="Arabic Typesetting" panose="03020402040406030203" pitchFamily="66" charset="-78"/>
              </a:rPr>
              <a:t>&lt;</a:t>
            </a:r>
            <a:r>
              <a:rPr lang="en-AU" sz="2800" dirty="0">
                <a:solidFill>
                  <a:srgbClr val="A52A2A"/>
                </a:solidFill>
                <a:latin typeface="Arabic Typesetting" panose="03020402040406030203" pitchFamily="66" charset="-78"/>
                <a:cs typeface="Arabic Typesetting" panose="03020402040406030203" pitchFamily="66" charset="-78"/>
              </a:rPr>
              <a:t>source</a:t>
            </a:r>
            <a:r>
              <a:rPr lang="en-AU" sz="2800" dirty="0">
                <a:solidFill>
                  <a:srgbClr val="FF0000"/>
                </a:solidFill>
                <a:latin typeface="Arabic Typesetting" panose="03020402040406030203" pitchFamily="66" charset="-78"/>
                <a:cs typeface="Arabic Typesetting" panose="03020402040406030203" pitchFamily="66" charset="-78"/>
              </a:rPr>
              <a:t> </a:t>
            </a:r>
            <a:r>
              <a:rPr lang="en-AU" sz="2800" dirty="0" err="1">
                <a:solidFill>
                  <a:srgbClr val="FF0000"/>
                </a:solidFill>
                <a:latin typeface="Arabic Typesetting" panose="03020402040406030203" pitchFamily="66" charset="-78"/>
                <a:cs typeface="Arabic Typesetting" panose="03020402040406030203" pitchFamily="66" charset="-78"/>
              </a:rPr>
              <a:t>srcset</a:t>
            </a:r>
            <a:r>
              <a:rPr lang="en-AU" sz="2800" dirty="0">
                <a:solidFill>
                  <a:srgbClr val="0000CD"/>
                </a:solidFill>
                <a:latin typeface="Arabic Typesetting" panose="03020402040406030203" pitchFamily="66" charset="-78"/>
                <a:cs typeface="Arabic Typesetting" panose="03020402040406030203" pitchFamily="66" charset="-78"/>
              </a:rPr>
              <a:t>="img_smallflower.jpg"</a:t>
            </a:r>
            <a:r>
              <a:rPr lang="en-AU" sz="2800" dirty="0">
                <a:solidFill>
                  <a:srgbClr val="FF0000"/>
                </a:solidFill>
                <a:latin typeface="Arabic Typesetting" panose="03020402040406030203" pitchFamily="66" charset="-78"/>
                <a:cs typeface="Arabic Typesetting" panose="03020402040406030203" pitchFamily="66" charset="-78"/>
              </a:rPr>
              <a:t> media</a:t>
            </a:r>
            <a:r>
              <a:rPr lang="en-AU" sz="2800" dirty="0">
                <a:solidFill>
                  <a:srgbClr val="0000CD"/>
                </a:solidFill>
                <a:latin typeface="Arabic Typesetting" panose="03020402040406030203" pitchFamily="66" charset="-78"/>
                <a:cs typeface="Arabic Typesetting" panose="03020402040406030203" pitchFamily="66" charset="-78"/>
              </a:rPr>
              <a:t>="(max-width: 600px)"&gt;</a:t>
            </a:r>
            <a:r>
              <a:rPr lang="en-AU" sz="2800" dirty="0">
                <a:latin typeface="Arabic Typesetting" panose="03020402040406030203" pitchFamily="66" charset="-78"/>
                <a:cs typeface="Arabic Typesetting" panose="03020402040406030203" pitchFamily="66" charset="-78"/>
              </a:rPr>
              <a:t/>
            </a:r>
            <a:br>
              <a:rPr lang="en-AU" sz="2800" dirty="0">
                <a:latin typeface="Arabic Typesetting" panose="03020402040406030203" pitchFamily="66" charset="-78"/>
                <a:cs typeface="Arabic Typesetting" panose="03020402040406030203" pitchFamily="66" charset="-78"/>
              </a:rPr>
            </a:br>
            <a:r>
              <a:rPr lang="en-AU" sz="2800" dirty="0">
                <a:solidFill>
                  <a:srgbClr val="000000"/>
                </a:solidFill>
                <a:latin typeface="Arabic Typesetting" panose="03020402040406030203" pitchFamily="66" charset="-78"/>
                <a:cs typeface="Arabic Typesetting" panose="03020402040406030203" pitchFamily="66" charset="-78"/>
              </a:rPr>
              <a:t>  </a:t>
            </a:r>
            <a:r>
              <a:rPr lang="en-AU" sz="2800" dirty="0">
                <a:solidFill>
                  <a:srgbClr val="0000CD"/>
                </a:solidFill>
                <a:latin typeface="Arabic Typesetting" panose="03020402040406030203" pitchFamily="66" charset="-78"/>
                <a:cs typeface="Arabic Typesetting" panose="03020402040406030203" pitchFamily="66" charset="-78"/>
              </a:rPr>
              <a:t>&lt;</a:t>
            </a:r>
            <a:r>
              <a:rPr lang="en-AU" sz="2800" dirty="0">
                <a:solidFill>
                  <a:srgbClr val="A52A2A"/>
                </a:solidFill>
                <a:latin typeface="Arabic Typesetting" panose="03020402040406030203" pitchFamily="66" charset="-78"/>
                <a:cs typeface="Arabic Typesetting" panose="03020402040406030203" pitchFamily="66" charset="-78"/>
              </a:rPr>
              <a:t>source</a:t>
            </a:r>
            <a:r>
              <a:rPr lang="en-AU" sz="2800" dirty="0">
                <a:solidFill>
                  <a:srgbClr val="FF0000"/>
                </a:solidFill>
                <a:latin typeface="Arabic Typesetting" panose="03020402040406030203" pitchFamily="66" charset="-78"/>
                <a:cs typeface="Arabic Typesetting" panose="03020402040406030203" pitchFamily="66" charset="-78"/>
              </a:rPr>
              <a:t> </a:t>
            </a:r>
            <a:r>
              <a:rPr lang="en-AU" sz="2800" dirty="0" err="1">
                <a:solidFill>
                  <a:srgbClr val="FF0000"/>
                </a:solidFill>
                <a:latin typeface="Arabic Typesetting" panose="03020402040406030203" pitchFamily="66" charset="-78"/>
                <a:cs typeface="Arabic Typesetting" panose="03020402040406030203" pitchFamily="66" charset="-78"/>
              </a:rPr>
              <a:t>srcset</a:t>
            </a:r>
            <a:r>
              <a:rPr lang="en-AU" sz="2800" dirty="0">
                <a:solidFill>
                  <a:srgbClr val="0000CD"/>
                </a:solidFill>
                <a:latin typeface="Arabic Typesetting" panose="03020402040406030203" pitchFamily="66" charset="-78"/>
                <a:cs typeface="Arabic Typesetting" panose="03020402040406030203" pitchFamily="66" charset="-78"/>
              </a:rPr>
              <a:t>="img_flowers.jpg"</a:t>
            </a:r>
            <a:r>
              <a:rPr lang="en-AU" sz="2800" dirty="0">
                <a:solidFill>
                  <a:srgbClr val="FF0000"/>
                </a:solidFill>
                <a:latin typeface="Arabic Typesetting" panose="03020402040406030203" pitchFamily="66" charset="-78"/>
                <a:cs typeface="Arabic Typesetting" panose="03020402040406030203" pitchFamily="66" charset="-78"/>
              </a:rPr>
              <a:t> media</a:t>
            </a:r>
            <a:r>
              <a:rPr lang="en-AU" sz="2800" dirty="0">
                <a:solidFill>
                  <a:srgbClr val="0000CD"/>
                </a:solidFill>
                <a:latin typeface="Arabic Typesetting" panose="03020402040406030203" pitchFamily="66" charset="-78"/>
                <a:cs typeface="Arabic Typesetting" panose="03020402040406030203" pitchFamily="66" charset="-78"/>
              </a:rPr>
              <a:t>="(max-width: 1500px)"&gt;</a:t>
            </a:r>
            <a:r>
              <a:rPr lang="en-AU" sz="2800" dirty="0">
                <a:latin typeface="Arabic Typesetting" panose="03020402040406030203" pitchFamily="66" charset="-78"/>
                <a:cs typeface="Arabic Typesetting" panose="03020402040406030203" pitchFamily="66" charset="-78"/>
              </a:rPr>
              <a:t/>
            </a:r>
            <a:br>
              <a:rPr lang="en-AU" sz="2800" dirty="0">
                <a:latin typeface="Arabic Typesetting" panose="03020402040406030203" pitchFamily="66" charset="-78"/>
                <a:cs typeface="Arabic Typesetting" panose="03020402040406030203" pitchFamily="66" charset="-78"/>
              </a:rPr>
            </a:br>
            <a:r>
              <a:rPr lang="en-AU" sz="2800" dirty="0">
                <a:solidFill>
                  <a:srgbClr val="000000"/>
                </a:solidFill>
                <a:latin typeface="Arabic Typesetting" panose="03020402040406030203" pitchFamily="66" charset="-78"/>
                <a:cs typeface="Arabic Typesetting" panose="03020402040406030203" pitchFamily="66" charset="-78"/>
              </a:rPr>
              <a:t>  </a:t>
            </a:r>
            <a:r>
              <a:rPr lang="en-AU" sz="2800" dirty="0">
                <a:solidFill>
                  <a:srgbClr val="0000CD"/>
                </a:solidFill>
                <a:latin typeface="Arabic Typesetting" panose="03020402040406030203" pitchFamily="66" charset="-78"/>
                <a:cs typeface="Arabic Typesetting" panose="03020402040406030203" pitchFamily="66" charset="-78"/>
              </a:rPr>
              <a:t>&lt;</a:t>
            </a:r>
            <a:r>
              <a:rPr lang="en-AU" sz="2800" dirty="0">
                <a:solidFill>
                  <a:srgbClr val="A52A2A"/>
                </a:solidFill>
                <a:latin typeface="Arabic Typesetting" panose="03020402040406030203" pitchFamily="66" charset="-78"/>
                <a:cs typeface="Arabic Typesetting" panose="03020402040406030203" pitchFamily="66" charset="-78"/>
              </a:rPr>
              <a:t>source</a:t>
            </a:r>
            <a:r>
              <a:rPr lang="en-AU" sz="2800" dirty="0">
                <a:solidFill>
                  <a:srgbClr val="FF0000"/>
                </a:solidFill>
                <a:latin typeface="Arabic Typesetting" panose="03020402040406030203" pitchFamily="66" charset="-78"/>
                <a:cs typeface="Arabic Typesetting" panose="03020402040406030203" pitchFamily="66" charset="-78"/>
              </a:rPr>
              <a:t> </a:t>
            </a:r>
            <a:r>
              <a:rPr lang="en-AU" sz="2800" dirty="0" err="1">
                <a:solidFill>
                  <a:srgbClr val="FF0000"/>
                </a:solidFill>
                <a:latin typeface="Arabic Typesetting" panose="03020402040406030203" pitchFamily="66" charset="-78"/>
                <a:cs typeface="Arabic Typesetting" panose="03020402040406030203" pitchFamily="66" charset="-78"/>
              </a:rPr>
              <a:t>srcset</a:t>
            </a:r>
            <a:r>
              <a:rPr lang="en-AU" sz="2800" dirty="0">
                <a:solidFill>
                  <a:srgbClr val="0000CD"/>
                </a:solidFill>
                <a:latin typeface="Arabic Typesetting" panose="03020402040406030203" pitchFamily="66" charset="-78"/>
                <a:cs typeface="Arabic Typesetting" panose="03020402040406030203" pitchFamily="66" charset="-78"/>
              </a:rPr>
              <a:t>="flowers.jpg"&gt;</a:t>
            </a:r>
            <a:r>
              <a:rPr lang="en-AU" sz="2800" dirty="0">
                <a:latin typeface="Arabic Typesetting" panose="03020402040406030203" pitchFamily="66" charset="-78"/>
                <a:cs typeface="Arabic Typesetting" panose="03020402040406030203" pitchFamily="66" charset="-78"/>
              </a:rPr>
              <a:t/>
            </a:r>
            <a:br>
              <a:rPr lang="en-AU" sz="2800" dirty="0">
                <a:latin typeface="Arabic Typesetting" panose="03020402040406030203" pitchFamily="66" charset="-78"/>
                <a:cs typeface="Arabic Typesetting" panose="03020402040406030203" pitchFamily="66" charset="-78"/>
              </a:rPr>
            </a:br>
            <a:r>
              <a:rPr lang="en-AU" sz="2800" dirty="0">
                <a:solidFill>
                  <a:srgbClr val="000000"/>
                </a:solidFill>
                <a:latin typeface="Arabic Typesetting" panose="03020402040406030203" pitchFamily="66" charset="-78"/>
                <a:cs typeface="Arabic Typesetting" panose="03020402040406030203" pitchFamily="66" charset="-78"/>
              </a:rPr>
              <a:t>  </a:t>
            </a:r>
            <a:r>
              <a:rPr lang="en-AU" sz="2800" dirty="0">
                <a:solidFill>
                  <a:srgbClr val="0000CD"/>
                </a:solidFill>
                <a:latin typeface="Arabic Typesetting" panose="03020402040406030203" pitchFamily="66" charset="-78"/>
                <a:cs typeface="Arabic Typesetting" panose="03020402040406030203" pitchFamily="66" charset="-78"/>
              </a:rPr>
              <a:t>&lt;</a:t>
            </a:r>
            <a:r>
              <a:rPr lang="en-AU" sz="2800" dirty="0">
                <a:solidFill>
                  <a:srgbClr val="A52A2A"/>
                </a:solidFill>
                <a:latin typeface="Arabic Typesetting" panose="03020402040406030203" pitchFamily="66" charset="-78"/>
                <a:cs typeface="Arabic Typesetting" panose="03020402040406030203" pitchFamily="66" charset="-78"/>
              </a:rPr>
              <a:t>img</a:t>
            </a:r>
            <a:r>
              <a:rPr lang="en-AU" sz="2800" dirty="0">
                <a:solidFill>
                  <a:srgbClr val="FF0000"/>
                </a:solidFill>
                <a:latin typeface="Arabic Typesetting" panose="03020402040406030203" pitchFamily="66" charset="-78"/>
                <a:cs typeface="Arabic Typesetting" panose="03020402040406030203" pitchFamily="66" charset="-78"/>
              </a:rPr>
              <a:t> src</a:t>
            </a:r>
            <a:r>
              <a:rPr lang="en-AU" sz="2800" dirty="0">
                <a:solidFill>
                  <a:srgbClr val="0000CD"/>
                </a:solidFill>
                <a:latin typeface="Arabic Typesetting" panose="03020402040406030203" pitchFamily="66" charset="-78"/>
                <a:cs typeface="Arabic Typesetting" panose="03020402040406030203" pitchFamily="66" charset="-78"/>
              </a:rPr>
              <a:t>="img_smallflower.jpg"</a:t>
            </a:r>
            <a:r>
              <a:rPr lang="en-AU" sz="2800" dirty="0">
                <a:solidFill>
                  <a:srgbClr val="FF0000"/>
                </a:solidFill>
                <a:latin typeface="Arabic Typesetting" panose="03020402040406030203" pitchFamily="66" charset="-78"/>
                <a:cs typeface="Arabic Typesetting" panose="03020402040406030203" pitchFamily="66" charset="-78"/>
              </a:rPr>
              <a:t> alt</a:t>
            </a:r>
            <a:r>
              <a:rPr lang="en-AU" sz="2800" dirty="0">
                <a:solidFill>
                  <a:srgbClr val="0000CD"/>
                </a:solidFill>
                <a:latin typeface="Arabic Typesetting" panose="03020402040406030203" pitchFamily="66" charset="-78"/>
                <a:cs typeface="Arabic Typesetting" panose="03020402040406030203" pitchFamily="66" charset="-78"/>
              </a:rPr>
              <a:t>="Flowers"&gt;</a:t>
            </a:r>
            <a:r>
              <a:rPr lang="en-AU" sz="2800" dirty="0">
                <a:latin typeface="Arabic Typesetting" panose="03020402040406030203" pitchFamily="66" charset="-78"/>
                <a:cs typeface="Arabic Typesetting" panose="03020402040406030203" pitchFamily="66" charset="-78"/>
              </a:rPr>
              <a:t/>
            </a:r>
            <a:br>
              <a:rPr lang="en-AU" sz="2800" dirty="0">
                <a:latin typeface="Arabic Typesetting" panose="03020402040406030203" pitchFamily="66" charset="-78"/>
                <a:cs typeface="Arabic Typesetting" panose="03020402040406030203" pitchFamily="66" charset="-78"/>
              </a:rPr>
            </a:br>
            <a:r>
              <a:rPr lang="en-AU" sz="2800" dirty="0">
                <a:solidFill>
                  <a:srgbClr val="0000CD"/>
                </a:solidFill>
                <a:latin typeface="Arabic Typesetting" panose="03020402040406030203" pitchFamily="66" charset="-78"/>
                <a:cs typeface="Arabic Typesetting" panose="03020402040406030203" pitchFamily="66" charset="-78"/>
              </a:rPr>
              <a:t>&lt;</a:t>
            </a:r>
            <a:r>
              <a:rPr lang="en-AU" sz="2800" dirty="0">
                <a:solidFill>
                  <a:srgbClr val="A52A2A"/>
                </a:solidFill>
                <a:latin typeface="Arabic Typesetting" panose="03020402040406030203" pitchFamily="66" charset="-78"/>
                <a:cs typeface="Arabic Typesetting" panose="03020402040406030203" pitchFamily="66" charset="-78"/>
              </a:rPr>
              <a:t>/picture</a:t>
            </a:r>
            <a:r>
              <a:rPr lang="en-AU" sz="2800" dirty="0">
                <a:solidFill>
                  <a:srgbClr val="0000CD"/>
                </a:solidFill>
                <a:latin typeface="Arabic Typesetting" panose="03020402040406030203" pitchFamily="66" charset="-78"/>
                <a:cs typeface="Arabic Typesetting" panose="03020402040406030203" pitchFamily="66" charset="-78"/>
              </a:rPr>
              <a:t>&gt;</a:t>
            </a:r>
            <a:endParaRPr lang="en-AU" sz="2800" baseline="30000" dirty="0">
              <a:latin typeface="Arabic Typesetting" panose="03020402040406030203" pitchFamily="66" charset="-78"/>
              <a:cs typeface="Arabic Typesetting" panose="03020402040406030203" pitchFamily="66" charset="-78"/>
            </a:endParaRPr>
          </a:p>
          <a:p>
            <a:endParaRPr lang="en-AU" dirty="0"/>
          </a:p>
        </p:txBody>
      </p:sp>
    </p:spTree>
    <p:custDataLst>
      <p:tags r:id="rId1"/>
    </p:custDataLst>
    <p:extLst>
      <p:ext uri="{BB962C8B-B14F-4D97-AF65-F5344CB8AC3E}">
        <p14:creationId xmlns:p14="http://schemas.microsoft.com/office/powerpoint/2010/main" val="1796800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40" name="Rectangle 4"/>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Responsive Text Size</a:t>
            </a:r>
          </a:p>
        </p:txBody>
      </p:sp>
      <p:sp>
        <p:nvSpPr>
          <p:cNvPr id="14344" name="Rectangle 8"/>
          <p:cNvSpPr>
            <a:spLocks noGrp="1" noChangeArrowheads="1"/>
          </p:cNvSpPr>
          <p:nvPr>
            <p:ph idx="1"/>
            <p:custDataLst>
              <p:tags r:id="rId3"/>
            </p:custDataLst>
          </p:nvPr>
        </p:nvSpPr>
        <p:spPr/>
        <p:txBody>
          <a:bodyPr/>
          <a:lstStyle/>
          <a:p>
            <a:r>
              <a:rPr lang="en-AU" dirty="0"/>
              <a:t>The text size can be set with a "</a:t>
            </a:r>
            <a:r>
              <a:rPr lang="en-AU" dirty="0" err="1"/>
              <a:t>vw</a:t>
            </a:r>
            <a:r>
              <a:rPr lang="en-AU" dirty="0"/>
              <a:t>" unit, which means the "viewport width".</a:t>
            </a:r>
          </a:p>
          <a:p>
            <a:r>
              <a:rPr lang="en-AU" dirty="0"/>
              <a:t>That way the text size will follow the size of the browser window</a:t>
            </a:r>
          </a:p>
          <a:p>
            <a:r>
              <a:rPr lang="en-AU" sz="2400" dirty="0">
                <a:solidFill>
                  <a:srgbClr val="0000CD"/>
                </a:solidFill>
                <a:latin typeface="Consolas" panose="020B0609020204030204" pitchFamily="49" charset="0"/>
              </a:rPr>
              <a:t>&lt;</a:t>
            </a:r>
            <a:r>
              <a:rPr lang="en-AU" sz="2400" dirty="0">
                <a:solidFill>
                  <a:srgbClr val="A52A2A"/>
                </a:solidFill>
                <a:latin typeface="Consolas" panose="020B0609020204030204" pitchFamily="49" charset="0"/>
              </a:rPr>
              <a:t>h1</a:t>
            </a:r>
            <a:r>
              <a:rPr lang="en-AU" sz="2400" dirty="0">
                <a:solidFill>
                  <a:srgbClr val="FF0000"/>
                </a:solidFill>
                <a:latin typeface="Consolas" panose="020B0609020204030204" pitchFamily="49" charset="0"/>
              </a:rPr>
              <a:t> style</a:t>
            </a:r>
            <a:r>
              <a:rPr lang="en-AU" sz="2400" dirty="0">
                <a:solidFill>
                  <a:srgbClr val="0000CD"/>
                </a:solidFill>
                <a:latin typeface="Consolas" panose="020B0609020204030204" pitchFamily="49" charset="0"/>
              </a:rPr>
              <a:t>="</a:t>
            </a:r>
            <a:r>
              <a:rPr lang="en-AU" sz="2400" b="1" dirty="0">
                <a:solidFill>
                  <a:srgbClr val="0000CD"/>
                </a:solidFill>
                <a:latin typeface="Consolas" panose="020B0609020204030204" pitchFamily="49" charset="0"/>
              </a:rPr>
              <a:t>font-size:10vw</a:t>
            </a:r>
            <a:r>
              <a:rPr lang="en-AU" sz="2400" dirty="0">
                <a:solidFill>
                  <a:srgbClr val="0000CD"/>
                </a:solidFill>
                <a:latin typeface="Consolas" panose="020B0609020204030204" pitchFamily="49" charset="0"/>
              </a:rPr>
              <a:t>"&gt;</a:t>
            </a:r>
            <a:r>
              <a:rPr lang="en-AU" sz="2400" dirty="0">
                <a:solidFill>
                  <a:srgbClr val="000000"/>
                </a:solidFill>
                <a:latin typeface="Consolas" panose="020B0609020204030204" pitchFamily="49" charset="0"/>
              </a:rPr>
              <a:t>Hello World</a:t>
            </a:r>
            <a:r>
              <a:rPr lang="en-AU" sz="2400" dirty="0">
                <a:solidFill>
                  <a:srgbClr val="0000CD"/>
                </a:solidFill>
                <a:latin typeface="Consolas" panose="020B0609020204030204" pitchFamily="49" charset="0"/>
              </a:rPr>
              <a:t>&lt;</a:t>
            </a:r>
            <a:r>
              <a:rPr lang="en-AU" sz="2400" dirty="0">
                <a:solidFill>
                  <a:srgbClr val="A52A2A"/>
                </a:solidFill>
                <a:latin typeface="Consolas" panose="020B0609020204030204" pitchFamily="49" charset="0"/>
              </a:rPr>
              <a:t>/h1</a:t>
            </a:r>
            <a:r>
              <a:rPr lang="en-AU" sz="2400" dirty="0">
                <a:solidFill>
                  <a:srgbClr val="0000CD"/>
                </a:solidFill>
                <a:latin typeface="Consolas" panose="020B0609020204030204" pitchFamily="49" charset="0"/>
              </a:rPr>
              <a:t>&gt;</a:t>
            </a:r>
          </a:p>
          <a:p>
            <a:endParaRPr lang="en-AU" dirty="0"/>
          </a:p>
          <a:p>
            <a:r>
              <a:rPr lang="en-AU" dirty="0"/>
              <a:t>Note: Viewport is the browser window size. 1vw = 1% of viewport width. If the viewport is 50cm wide, 1vw is 0.5cm.</a:t>
            </a:r>
          </a:p>
          <a:p>
            <a:r>
              <a:rPr lang="en-AU" dirty="0"/>
              <a:t>Checkout: </a:t>
            </a:r>
            <a:r>
              <a:rPr lang="en-AU" sz="2000" dirty="0">
                <a:hlinkClick r:id="rId6"/>
              </a:rPr>
              <a:t>https://www.w3schools.com/html/tryit.asp?filename=tryhtml_responsive_text</a:t>
            </a:r>
            <a:endParaRPr lang="en-AU" dirty="0"/>
          </a:p>
          <a:p>
            <a:endParaRPr lang="en-AU" dirty="0"/>
          </a:p>
        </p:txBody>
      </p:sp>
    </p:spTree>
    <p:custDataLst>
      <p:tags r:id="rId1"/>
    </p:custDataLst>
    <p:extLst>
      <p:ext uri="{BB962C8B-B14F-4D97-AF65-F5344CB8AC3E}">
        <p14:creationId xmlns:p14="http://schemas.microsoft.com/office/powerpoint/2010/main" val="3511593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40" name="Rectangle 4"/>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Responsive Grid-View</a:t>
            </a:r>
          </a:p>
        </p:txBody>
      </p:sp>
      <p:sp>
        <p:nvSpPr>
          <p:cNvPr id="14344" name="Rectangle 8"/>
          <p:cNvSpPr>
            <a:spLocks noGrp="1" noChangeArrowheads="1"/>
          </p:cNvSpPr>
          <p:nvPr>
            <p:ph idx="1"/>
            <p:custDataLst>
              <p:tags r:id="rId3"/>
            </p:custDataLst>
          </p:nvPr>
        </p:nvSpPr>
        <p:spPr/>
        <p:txBody>
          <a:bodyPr>
            <a:normAutofit lnSpcReduction="10000"/>
          </a:bodyPr>
          <a:lstStyle/>
          <a:p>
            <a:r>
              <a:rPr lang="en-AU" dirty="0"/>
              <a:t>Many web pages are based on a </a:t>
            </a:r>
            <a:r>
              <a:rPr lang="en-AU" u="sng" dirty="0"/>
              <a:t>grid-view</a:t>
            </a:r>
            <a:r>
              <a:rPr lang="en-AU" dirty="0"/>
              <a:t>, which means that the page is divided into columns</a:t>
            </a:r>
          </a:p>
          <a:p>
            <a:endParaRPr lang="en-AU" dirty="0"/>
          </a:p>
          <a:p>
            <a:r>
              <a:rPr lang="en-AU" dirty="0"/>
              <a:t>Using a</a:t>
            </a:r>
            <a:r>
              <a:rPr lang="en-AU" u="sng" dirty="0"/>
              <a:t> grid-view </a:t>
            </a:r>
            <a:r>
              <a:rPr lang="en-AU" dirty="0"/>
              <a:t>is very helpful when designing web pages. It makes it easier to place elements on the page.</a:t>
            </a:r>
          </a:p>
          <a:p>
            <a:endParaRPr lang="en-AU" dirty="0"/>
          </a:p>
          <a:p>
            <a:r>
              <a:rPr lang="en-AU" i="1" u="sng" dirty="0"/>
              <a:t>A responsive grid-view often has 12 columns</a:t>
            </a:r>
            <a:r>
              <a:rPr lang="en-AU" dirty="0"/>
              <a:t>, and has a total width of 100%, and will shrink and expand as you resize the browser window.</a:t>
            </a:r>
          </a:p>
          <a:p>
            <a:endParaRPr lang="en-AU" dirty="0"/>
          </a:p>
          <a:p>
            <a:r>
              <a:rPr lang="en-AU" dirty="0"/>
              <a:t>First ensure that all HTML elements have the </a:t>
            </a:r>
            <a:r>
              <a:rPr lang="en-AU" dirty="0">
                <a:solidFill>
                  <a:srgbClr val="FF0000"/>
                </a:solidFill>
              </a:rPr>
              <a:t>box-sizing</a:t>
            </a:r>
            <a:r>
              <a:rPr lang="en-AU" dirty="0"/>
              <a:t> property set to </a:t>
            </a:r>
            <a:r>
              <a:rPr lang="en-AU" dirty="0">
                <a:solidFill>
                  <a:srgbClr val="FF0000"/>
                </a:solidFill>
              </a:rPr>
              <a:t>border-box</a:t>
            </a:r>
            <a:r>
              <a:rPr lang="en-AU" dirty="0"/>
              <a:t>. This makes sure that the padding and border are included in the total width and height of the elements.</a:t>
            </a:r>
          </a:p>
          <a:p>
            <a:endParaRPr lang="en-AU" dirty="0"/>
          </a:p>
        </p:txBody>
      </p:sp>
    </p:spTree>
    <p:custDataLst>
      <p:tags r:id="rId1"/>
    </p:custDataLst>
    <p:extLst>
      <p:ext uri="{BB962C8B-B14F-4D97-AF65-F5344CB8AC3E}">
        <p14:creationId xmlns:p14="http://schemas.microsoft.com/office/powerpoint/2010/main" val="2195704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40" name="Rectangle 4"/>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Responsive Grid-View …</a:t>
            </a:r>
          </a:p>
        </p:txBody>
      </p:sp>
      <p:sp>
        <p:nvSpPr>
          <p:cNvPr id="14344" name="Rectangle 8"/>
          <p:cNvSpPr>
            <a:spLocks noGrp="1" noChangeArrowheads="1"/>
          </p:cNvSpPr>
          <p:nvPr>
            <p:ph idx="1"/>
            <p:custDataLst>
              <p:tags r:id="rId3"/>
            </p:custDataLst>
          </p:nvPr>
        </p:nvSpPr>
        <p:spPr/>
        <p:txBody>
          <a:bodyPr/>
          <a:lstStyle/>
          <a:p>
            <a:r>
              <a:rPr lang="en-AU" dirty="0"/>
              <a:t>Add the following code in your CSS:</a:t>
            </a:r>
          </a:p>
          <a:p>
            <a:r>
              <a:rPr lang="en-AU" sz="2400" dirty="0">
                <a:solidFill>
                  <a:srgbClr val="A52A2A"/>
                </a:solidFill>
                <a:latin typeface="Consolas" panose="020B0609020204030204" pitchFamily="49" charset="0"/>
              </a:rPr>
              <a:t>* </a:t>
            </a:r>
            <a:r>
              <a:rPr lang="en-AU" sz="2400" dirty="0">
                <a:solidFill>
                  <a:srgbClr val="000000"/>
                </a:solidFill>
                <a:latin typeface="Consolas" panose="020B0609020204030204" pitchFamily="49" charset="0"/>
              </a:rPr>
              <a:t>{</a:t>
            </a:r>
            <a:r>
              <a:rPr lang="en-AU" sz="2400" dirty="0">
                <a:solidFill>
                  <a:srgbClr val="FF0000"/>
                </a:solidFill>
                <a:latin typeface="Consolas" panose="020B0609020204030204" pitchFamily="49" charset="0"/>
              </a:rPr>
              <a:t/>
            </a:r>
            <a:br>
              <a:rPr lang="en-AU" sz="2400" dirty="0">
                <a:solidFill>
                  <a:srgbClr val="FF0000"/>
                </a:solidFill>
                <a:latin typeface="Consolas" panose="020B0609020204030204" pitchFamily="49" charset="0"/>
              </a:rPr>
            </a:br>
            <a:r>
              <a:rPr lang="en-AU" sz="2400" dirty="0">
                <a:solidFill>
                  <a:srgbClr val="FF0000"/>
                </a:solidFill>
                <a:latin typeface="Consolas" panose="020B0609020204030204" pitchFamily="49" charset="0"/>
              </a:rPr>
              <a:t>  box-sizing</a:t>
            </a:r>
            <a:r>
              <a:rPr lang="en-AU" sz="2400" dirty="0">
                <a:solidFill>
                  <a:srgbClr val="000000"/>
                </a:solidFill>
                <a:latin typeface="Consolas" panose="020B0609020204030204" pitchFamily="49" charset="0"/>
              </a:rPr>
              <a:t>:</a:t>
            </a:r>
            <a:r>
              <a:rPr lang="en-AU" sz="2400" dirty="0">
                <a:solidFill>
                  <a:srgbClr val="0000CD"/>
                </a:solidFill>
                <a:latin typeface="Consolas" panose="020B0609020204030204" pitchFamily="49" charset="0"/>
              </a:rPr>
              <a:t> border-box</a:t>
            </a:r>
            <a:r>
              <a:rPr lang="en-AU" sz="2400" dirty="0">
                <a:solidFill>
                  <a:srgbClr val="000000"/>
                </a:solidFill>
                <a:latin typeface="Consolas" panose="020B0609020204030204" pitchFamily="49" charset="0"/>
              </a:rPr>
              <a:t>;</a:t>
            </a:r>
            <a:r>
              <a:rPr lang="en-AU" sz="2400" dirty="0">
                <a:solidFill>
                  <a:srgbClr val="FF0000"/>
                </a:solidFill>
                <a:latin typeface="Consolas" panose="020B0609020204030204" pitchFamily="49" charset="0"/>
              </a:rPr>
              <a:t/>
            </a:r>
            <a:br>
              <a:rPr lang="en-AU" sz="2400" dirty="0">
                <a:solidFill>
                  <a:srgbClr val="FF0000"/>
                </a:solidFill>
                <a:latin typeface="Consolas" panose="020B0609020204030204" pitchFamily="49" charset="0"/>
              </a:rPr>
            </a:br>
            <a:r>
              <a:rPr lang="en-AU" sz="2400" dirty="0">
                <a:solidFill>
                  <a:srgbClr val="000000"/>
                </a:solidFill>
                <a:latin typeface="Consolas" panose="020B0609020204030204" pitchFamily="49" charset="0"/>
              </a:rPr>
              <a:t>}</a:t>
            </a:r>
          </a:p>
          <a:p>
            <a:endParaRPr lang="en-AU" dirty="0"/>
          </a:p>
          <a:p>
            <a:endParaRPr lang="en-AU" dirty="0"/>
          </a:p>
          <a:p>
            <a:r>
              <a:rPr lang="en-AU" dirty="0"/>
              <a:t>The following example shows a simple responsive web page, with two columns:</a:t>
            </a:r>
          </a:p>
          <a:p>
            <a:r>
              <a:rPr lang="en-AU" sz="2000" dirty="0">
                <a:hlinkClick r:id="rId6"/>
              </a:rPr>
              <a:t>https://www.w3schools.com/css/tryit.asp?filename=tryresponsive_webpage</a:t>
            </a:r>
            <a:endParaRPr lang="en-AU" sz="2000" dirty="0"/>
          </a:p>
          <a:p>
            <a:endParaRPr lang="en-AU" dirty="0"/>
          </a:p>
        </p:txBody>
      </p:sp>
    </p:spTree>
    <p:custDataLst>
      <p:tags r:id="rId1"/>
    </p:custDataLst>
    <p:extLst>
      <p:ext uri="{BB962C8B-B14F-4D97-AF65-F5344CB8AC3E}">
        <p14:creationId xmlns:p14="http://schemas.microsoft.com/office/powerpoint/2010/main" val="1719498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40" name="Rectangle 4"/>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Responsive Grid-View …</a:t>
            </a:r>
          </a:p>
        </p:txBody>
      </p:sp>
      <p:sp>
        <p:nvSpPr>
          <p:cNvPr id="14344" name="Rectangle 8"/>
          <p:cNvSpPr>
            <a:spLocks noGrp="1" noChangeArrowheads="1"/>
          </p:cNvSpPr>
          <p:nvPr>
            <p:ph idx="1"/>
            <p:custDataLst>
              <p:tags r:id="rId3"/>
            </p:custDataLst>
          </p:nvPr>
        </p:nvSpPr>
        <p:spPr>
          <a:xfrm>
            <a:off x="381000" y="1295400"/>
            <a:ext cx="11353800" cy="4881563"/>
          </a:xfrm>
        </p:spPr>
        <p:txBody>
          <a:bodyPr>
            <a:normAutofit lnSpcReduction="10000"/>
          </a:bodyPr>
          <a:lstStyle/>
          <a:p>
            <a:r>
              <a:rPr lang="en-AU" sz="2000" dirty="0"/>
              <a:t>The previous example is fine if the web page only contains two columns.</a:t>
            </a:r>
          </a:p>
          <a:p>
            <a:endParaRPr lang="en-AU" sz="2000" dirty="0"/>
          </a:p>
          <a:p>
            <a:r>
              <a:rPr lang="en-AU" sz="2000" dirty="0"/>
              <a:t>However, we want to use a responsive grid-view with 12 columns, to have more control over the web page.</a:t>
            </a:r>
          </a:p>
          <a:p>
            <a:endParaRPr lang="en-AU" sz="2000" dirty="0"/>
          </a:p>
          <a:p>
            <a:r>
              <a:rPr lang="en-AU" sz="2000" dirty="0"/>
              <a:t>First we must calculate the percentage for one column: 100% / 12 columns = 8.33%.</a:t>
            </a:r>
          </a:p>
          <a:p>
            <a:endParaRPr lang="en-AU" sz="2000" dirty="0"/>
          </a:p>
          <a:p>
            <a:r>
              <a:rPr lang="en-AU" sz="2000" dirty="0"/>
              <a:t>Then we make one class for each of the 12 columns, class="col-" and a number defining how many columns the section should span: </a:t>
            </a:r>
            <a:r>
              <a:rPr lang="en-AU" sz="2000" dirty="0">
                <a:hlinkClick r:id="rId6"/>
              </a:rPr>
              <a:t>https://www.w3schools.com/css/tryit.asp?filename=tryresponsive_cols</a:t>
            </a:r>
            <a:endParaRPr lang="en-AU" sz="2000" dirty="0"/>
          </a:p>
          <a:p>
            <a:endParaRPr lang="en-AU" sz="2000" dirty="0"/>
          </a:p>
          <a:p>
            <a:r>
              <a:rPr lang="en-AU" sz="2000" dirty="0"/>
              <a:t>All these columns should be floating to the left, and have a padding of 15px</a:t>
            </a:r>
          </a:p>
          <a:p>
            <a:r>
              <a:rPr lang="en-AU" sz="2000" dirty="0"/>
              <a:t>Each row should be wrapped in a &lt;div&gt;. The number of columns inside a row should always add up to 12</a:t>
            </a:r>
          </a:p>
        </p:txBody>
      </p:sp>
    </p:spTree>
    <p:custDataLst>
      <p:tags r:id="rId1"/>
    </p:custDataLst>
    <p:extLst>
      <p:ext uri="{BB962C8B-B14F-4D97-AF65-F5344CB8AC3E}">
        <p14:creationId xmlns:p14="http://schemas.microsoft.com/office/powerpoint/2010/main" val="101328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40" name="Rectangle 4"/>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Responsive Grid-View …</a:t>
            </a:r>
          </a:p>
        </p:txBody>
      </p:sp>
      <p:sp>
        <p:nvSpPr>
          <p:cNvPr id="14344" name="Rectangle 8"/>
          <p:cNvSpPr>
            <a:spLocks noGrp="1" noChangeArrowheads="1"/>
          </p:cNvSpPr>
          <p:nvPr>
            <p:ph idx="1"/>
            <p:custDataLst>
              <p:tags r:id="rId3"/>
            </p:custDataLst>
          </p:nvPr>
        </p:nvSpPr>
        <p:spPr/>
        <p:txBody>
          <a:bodyPr>
            <a:normAutofit lnSpcReduction="10000"/>
          </a:bodyPr>
          <a:lstStyle/>
          <a:p>
            <a:r>
              <a:rPr lang="en-AU" dirty="0"/>
              <a:t>The columns inside a row are all floating to the left, and are therefore taken out of the flow of the page, and other elements will be placed as if the columns do not exist. To prevent this, we will add a style that clears the flow:</a:t>
            </a:r>
          </a:p>
          <a:p>
            <a:r>
              <a:rPr lang="en-AU" sz="2400" dirty="0">
                <a:solidFill>
                  <a:srgbClr val="A52A2A"/>
                </a:solidFill>
                <a:latin typeface="Consolas" panose="020B0609020204030204" pitchFamily="49" charset="0"/>
              </a:rPr>
              <a:t>.row::after </a:t>
            </a:r>
            <a:r>
              <a:rPr lang="en-AU" sz="2400" dirty="0">
                <a:solidFill>
                  <a:srgbClr val="000000"/>
                </a:solidFill>
                <a:latin typeface="Consolas" panose="020B0609020204030204" pitchFamily="49" charset="0"/>
              </a:rPr>
              <a:t>{</a:t>
            </a:r>
            <a:r>
              <a:rPr lang="en-AU" sz="2400" dirty="0">
                <a:solidFill>
                  <a:srgbClr val="FF0000"/>
                </a:solidFill>
                <a:latin typeface="Consolas" panose="020B0609020204030204" pitchFamily="49" charset="0"/>
              </a:rPr>
              <a:t/>
            </a:r>
            <a:br>
              <a:rPr lang="en-AU" sz="2400" dirty="0">
                <a:solidFill>
                  <a:srgbClr val="FF0000"/>
                </a:solidFill>
                <a:latin typeface="Consolas" panose="020B0609020204030204" pitchFamily="49" charset="0"/>
              </a:rPr>
            </a:br>
            <a:r>
              <a:rPr lang="en-AU" sz="2400" dirty="0">
                <a:solidFill>
                  <a:srgbClr val="FF0000"/>
                </a:solidFill>
                <a:latin typeface="Consolas" panose="020B0609020204030204" pitchFamily="49" charset="0"/>
              </a:rPr>
              <a:t>  content</a:t>
            </a:r>
            <a:r>
              <a:rPr lang="en-AU" sz="2400" dirty="0">
                <a:solidFill>
                  <a:srgbClr val="000000"/>
                </a:solidFill>
                <a:latin typeface="Consolas" panose="020B0609020204030204" pitchFamily="49" charset="0"/>
              </a:rPr>
              <a:t>:</a:t>
            </a:r>
            <a:r>
              <a:rPr lang="en-AU" sz="2400" dirty="0">
                <a:solidFill>
                  <a:srgbClr val="0000CD"/>
                </a:solidFill>
                <a:latin typeface="Consolas" panose="020B0609020204030204" pitchFamily="49" charset="0"/>
              </a:rPr>
              <a:t> ""</a:t>
            </a:r>
            <a:r>
              <a:rPr lang="en-AU" sz="2400" dirty="0">
                <a:solidFill>
                  <a:srgbClr val="000000"/>
                </a:solidFill>
                <a:latin typeface="Consolas" panose="020B0609020204030204" pitchFamily="49" charset="0"/>
              </a:rPr>
              <a:t>;</a:t>
            </a:r>
            <a:r>
              <a:rPr lang="en-AU" sz="2400" dirty="0">
                <a:solidFill>
                  <a:srgbClr val="FF0000"/>
                </a:solidFill>
                <a:latin typeface="Consolas" panose="020B0609020204030204" pitchFamily="49" charset="0"/>
              </a:rPr>
              <a:t/>
            </a:r>
            <a:br>
              <a:rPr lang="en-AU" sz="2400" dirty="0">
                <a:solidFill>
                  <a:srgbClr val="FF0000"/>
                </a:solidFill>
                <a:latin typeface="Consolas" panose="020B0609020204030204" pitchFamily="49" charset="0"/>
              </a:rPr>
            </a:br>
            <a:r>
              <a:rPr lang="en-AU" sz="2400" dirty="0">
                <a:solidFill>
                  <a:srgbClr val="FF0000"/>
                </a:solidFill>
                <a:latin typeface="Consolas" panose="020B0609020204030204" pitchFamily="49" charset="0"/>
              </a:rPr>
              <a:t>  clear</a:t>
            </a:r>
            <a:r>
              <a:rPr lang="en-AU" sz="2400" dirty="0">
                <a:solidFill>
                  <a:srgbClr val="000000"/>
                </a:solidFill>
                <a:latin typeface="Consolas" panose="020B0609020204030204" pitchFamily="49" charset="0"/>
              </a:rPr>
              <a:t>:</a:t>
            </a:r>
            <a:r>
              <a:rPr lang="en-AU" sz="2400" dirty="0">
                <a:solidFill>
                  <a:srgbClr val="0000CD"/>
                </a:solidFill>
                <a:latin typeface="Consolas" panose="020B0609020204030204" pitchFamily="49" charset="0"/>
              </a:rPr>
              <a:t> both</a:t>
            </a:r>
            <a:r>
              <a:rPr lang="en-AU" sz="2400" dirty="0">
                <a:solidFill>
                  <a:srgbClr val="000000"/>
                </a:solidFill>
                <a:latin typeface="Consolas" panose="020B0609020204030204" pitchFamily="49" charset="0"/>
              </a:rPr>
              <a:t>;</a:t>
            </a:r>
            <a:r>
              <a:rPr lang="en-AU" sz="2400" dirty="0">
                <a:solidFill>
                  <a:srgbClr val="FF0000"/>
                </a:solidFill>
                <a:latin typeface="Consolas" panose="020B0609020204030204" pitchFamily="49" charset="0"/>
              </a:rPr>
              <a:t/>
            </a:r>
            <a:br>
              <a:rPr lang="en-AU" sz="2400" dirty="0">
                <a:solidFill>
                  <a:srgbClr val="FF0000"/>
                </a:solidFill>
                <a:latin typeface="Consolas" panose="020B0609020204030204" pitchFamily="49" charset="0"/>
              </a:rPr>
            </a:br>
            <a:r>
              <a:rPr lang="en-AU" sz="2400" dirty="0">
                <a:solidFill>
                  <a:srgbClr val="FF0000"/>
                </a:solidFill>
                <a:latin typeface="Consolas" panose="020B0609020204030204" pitchFamily="49" charset="0"/>
              </a:rPr>
              <a:t>  display</a:t>
            </a:r>
            <a:r>
              <a:rPr lang="en-AU" sz="2400" dirty="0">
                <a:solidFill>
                  <a:srgbClr val="000000"/>
                </a:solidFill>
                <a:latin typeface="Consolas" panose="020B0609020204030204" pitchFamily="49" charset="0"/>
              </a:rPr>
              <a:t>:</a:t>
            </a:r>
            <a:r>
              <a:rPr lang="en-AU" sz="2400" dirty="0">
                <a:solidFill>
                  <a:srgbClr val="0000CD"/>
                </a:solidFill>
                <a:latin typeface="Consolas" panose="020B0609020204030204" pitchFamily="49" charset="0"/>
              </a:rPr>
              <a:t> table</a:t>
            </a:r>
            <a:r>
              <a:rPr lang="en-AU" sz="2400" dirty="0">
                <a:solidFill>
                  <a:srgbClr val="000000"/>
                </a:solidFill>
                <a:latin typeface="Consolas" panose="020B0609020204030204" pitchFamily="49" charset="0"/>
              </a:rPr>
              <a:t>;</a:t>
            </a:r>
            <a:r>
              <a:rPr lang="en-AU" sz="2400" dirty="0">
                <a:solidFill>
                  <a:srgbClr val="FF0000"/>
                </a:solidFill>
                <a:latin typeface="Consolas" panose="020B0609020204030204" pitchFamily="49" charset="0"/>
              </a:rPr>
              <a:t/>
            </a:r>
            <a:br>
              <a:rPr lang="en-AU" sz="2400" dirty="0">
                <a:solidFill>
                  <a:srgbClr val="FF0000"/>
                </a:solidFill>
                <a:latin typeface="Consolas" panose="020B0609020204030204" pitchFamily="49" charset="0"/>
              </a:rPr>
            </a:br>
            <a:r>
              <a:rPr lang="en-AU" sz="2400" dirty="0">
                <a:solidFill>
                  <a:srgbClr val="000000"/>
                </a:solidFill>
                <a:latin typeface="Consolas" panose="020B0609020204030204" pitchFamily="49" charset="0"/>
              </a:rPr>
              <a:t>}</a:t>
            </a:r>
          </a:p>
          <a:p>
            <a:endParaRPr lang="en-AU" dirty="0"/>
          </a:p>
          <a:p>
            <a:r>
              <a:rPr lang="en-AU" dirty="0"/>
              <a:t>Notice that the webpage in the example does not look good when you resize the browser window to a very small width. In the slides you will learn how to fix that</a:t>
            </a:r>
          </a:p>
        </p:txBody>
      </p:sp>
    </p:spTree>
    <p:custDataLst>
      <p:tags r:id="rId1"/>
    </p:custDataLst>
    <p:extLst>
      <p:ext uri="{BB962C8B-B14F-4D97-AF65-F5344CB8AC3E}">
        <p14:creationId xmlns:p14="http://schemas.microsoft.com/office/powerpoint/2010/main" val="3004120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089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Media Queries</a:t>
            </a:r>
          </a:p>
        </p:txBody>
      </p:sp>
      <p:sp>
        <p:nvSpPr>
          <p:cNvPr id="80899" name="Rectangle 3"/>
          <p:cNvSpPr>
            <a:spLocks noGrp="1" noChangeArrowheads="1"/>
          </p:cNvSpPr>
          <p:nvPr>
            <p:ph idx="1"/>
            <p:custDataLst>
              <p:tags r:id="rId3"/>
            </p:custDataLst>
          </p:nvPr>
        </p:nvSpPr>
        <p:spPr/>
        <p:txBody>
          <a:bodyPr>
            <a:normAutofit/>
          </a:bodyPr>
          <a:lstStyle/>
          <a:p>
            <a:r>
              <a:rPr lang="en-AU" sz="2000" dirty="0"/>
              <a:t>In addition to resize text and images, it is also common to use media queries in responsive web pages.</a:t>
            </a:r>
          </a:p>
          <a:p>
            <a:endParaRPr lang="en-AU" sz="2000" dirty="0"/>
          </a:p>
          <a:p>
            <a:r>
              <a:rPr lang="en-AU" sz="2000" dirty="0"/>
              <a:t>Media query is a CSS technique introduced in CSS3.</a:t>
            </a:r>
          </a:p>
          <a:p>
            <a:endParaRPr lang="en-AU" sz="2000" dirty="0"/>
          </a:p>
          <a:p>
            <a:r>
              <a:rPr lang="en-AU" sz="2000" dirty="0"/>
              <a:t>It uses the </a:t>
            </a:r>
            <a:r>
              <a:rPr lang="en-AU" sz="2000" dirty="0">
                <a:solidFill>
                  <a:srgbClr val="FF0000"/>
                </a:solidFill>
              </a:rPr>
              <a:t>@media </a:t>
            </a:r>
            <a:r>
              <a:rPr lang="en-AU" sz="2000" dirty="0"/>
              <a:t>rule to include a block of CSS properties only if a certain condition is true.</a:t>
            </a:r>
          </a:p>
          <a:p>
            <a:r>
              <a:rPr lang="en-AU" sz="2000" dirty="0"/>
              <a:t>With media queries you can define completely different styles for different browser sizes.</a:t>
            </a:r>
          </a:p>
          <a:p>
            <a:r>
              <a:rPr lang="en-AU" sz="2000" dirty="0"/>
              <a:t>Example: If the browser window is 600px or smaller, the background </a:t>
            </a:r>
            <a:r>
              <a:rPr lang="en-AU" sz="2000" dirty="0" err="1"/>
              <a:t>color</a:t>
            </a:r>
            <a:r>
              <a:rPr lang="en-AU" sz="2000" dirty="0"/>
              <a:t> will be </a:t>
            </a:r>
            <a:r>
              <a:rPr lang="en-AU" sz="2000" dirty="0" err="1"/>
              <a:t>lightblue</a:t>
            </a:r>
            <a:r>
              <a:rPr lang="en-AU" sz="2000" dirty="0"/>
              <a:t>:</a:t>
            </a:r>
          </a:p>
          <a:p>
            <a:endParaRPr lang="en-AU" sz="2000" dirty="0">
              <a:hlinkClick r:id="rId6"/>
            </a:endParaRPr>
          </a:p>
          <a:p>
            <a:endParaRPr lang="en-AU" sz="2000" dirty="0"/>
          </a:p>
          <a:p>
            <a:pPr lvl="0"/>
            <a:endParaRPr lang="en-AU" sz="2000" dirty="0"/>
          </a:p>
        </p:txBody>
      </p:sp>
      <p:pic>
        <p:nvPicPr>
          <p:cNvPr id="3" name="Picture 2"/>
          <p:cNvPicPr>
            <a:picLocks noChangeAspect="1"/>
          </p:cNvPicPr>
          <p:nvPr/>
        </p:nvPicPr>
        <p:blipFill>
          <a:blip r:embed="rId7"/>
          <a:stretch>
            <a:fillRect/>
          </a:stretch>
        </p:blipFill>
        <p:spPr>
          <a:xfrm>
            <a:off x="4295774" y="5085184"/>
            <a:ext cx="4908349" cy="1584176"/>
          </a:xfrm>
          <a:prstGeom prst="rect">
            <a:avLst/>
          </a:prstGeom>
        </p:spPr>
      </p:pic>
    </p:spTree>
    <p:custDataLst>
      <p:tags r:id="rId1"/>
    </p:custDataLst>
    <p:extLst>
      <p:ext uri="{BB962C8B-B14F-4D97-AF65-F5344CB8AC3E}">
        <p14:creationId xmlns:p14="http://schemas.microsoft.com/office/powerpoint/2010/main" val="1182703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089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Media Queries</a:t>
            </a:r>
          </a:p>
        </p:txBody>
      </p:sp>
      <p:sp>
        <p:nvSpPr>
          <p:cNvPr id="80899" name="Rectangle 3"/>
          <p:cNvSpPr>
            <a:spLocks noGrp="1" noChangeArrowheads="1"/>
          </p:cNvSpPr>
          <p:nvPr>
            <p:ph idx="1"/>
            <p:custDataLst>
              <p:tags r:id="rId3"/>
            </p:custDataLst>
          </p:nvPr>
        </p:nvSpPr>
        <p:spPr/>
        <p:txBody>
          <a:bodyPr/>
          <a:lstStyle/>
          <a:p>
            <a:r>
              <a:rPr lang="en-AU" dirty="0"/>
              <a:t>Example: resize the browser window to see that the three div elements below will display horizontally on large screens and stacked vertically on small screens:</a:t>
            </a:r>
          </a:p>
          <a:p>
            <a:r>
              <a:rPr lang="en-AU" dirty="0">
                <a:hlinkClick r:id="rId6"/>
              </a:rPr>
              <a:t>https://www.w3schools.com/html/tryit.asp?filename=tryhtml_responsive_media_query</a:t>
            </a:r>
            <a:endParaRPr lang="en-AU" dirty="0"/>
          </a:p>
          <a:p>
            <a:endParaRPr lang="en-AU" dirty="0"/>
          </a:p>
          <a:p>
            <a:endParaRPr lang="en-AU" dirty="0">
              <a:hlinkClick r:id="rId7"/>
            </a:endParaRPr>
          </a:p>
          <a:p>
            <a:endParaRPr lang="en-AU" dirty="0"/>
          </a:p>
          <a:p>
            <a:pPr lvl="0"/>
            <a:endParaRPr lang="en-AU" dirty="0"/>
          </a:p>
        </p:txBody>
      </p:sp>
    </p:spTree>
    <p:custDataLst>
      <p:tags r:id="rId1"/>
    </p:custDataLst>
    <p:extLst>
      <p:ext uri="{BB962C8B-B14F-4D97-AF65-F5344CB8AC3E}">
        <p14:creationId xmlns:p14="http://schemas.microsoft.com/office/powerpoint/2010/main" val="2878479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91440" tIns="45720" rIns="91440" bIns="45720" rtlCol="0" anchor="ctr">
            <a:normAutofit/>
          </a:bodyPr>
          <a:lstStyle/>
          <a:p>
            <a:r>
              <a:rPr lang="en-AU" dirty="0">
                <a:solidFill>
                  <a:schemeClr val="bg1"/>
                </a:solidFill>
              </a:rPr>
              <a:t>Add a Breakpoint</a:t>
            </a:r>
          </a:p>
        </p:txBody>
      </p:sp>
      <p:sp>
        <p:nvSpPr>
          <p:cNvPr id="2" name="Content Placeholder 1"/>
          <p:cNvSpPr>
            <a:spLocks noGrp="1"/>
          </p:cNvSpPr>
          <p:nvPr>
            <p:ph idx="1"/>
          </p:nvPr>
        </p:nvSpPr>
        <p:spPr>
          <a:xfrm>
            <a:off x="609600" y="1371946"/>
            <a:ext cx="7315200" cy="4576763"/>
          </a:xfrm>
        </p:spPr>
        <p:txBody>
          <a:bodyPr>
            <a:normAutofit/>
          </a:bodyPr>
          <a:lstStyle/>
          <a:p>
            <a:r>
              <a:rPr lang="en-AU" sz="2000" dirty="0"/>
              <a:t>Earlier in slide 12, we made a web page with rows and columns, and it was responsive, but it did not look good on a small screen.</a:t>
            </a:r>
          </a:p>
          <a:p>
            <a:endParaRPr lang="en-AU" sz="2000" dirty="0"/>
          </a:p>
          <a:p>
            <a:r>
              <a:rPr lang="en-AU" sz="2000" dirty="0"/>
              <a:t>Media queries can help with that. We can add a breakpoint where certain parts of the design will behave differently on each side of the breakpoint.</a:t>
            </a:r>
          </a:p>
          <a:p>
            <a:endParaRPr lang="en-AU" sz="2000" dirty="0"/>
          </a:p>
          <a:p>
            <a:r>
              <a:rPr lang="en-AU" sz="2000" dirty="0"/>
              <a:t>Use a media query to add a breakpoint at 768px:</a:t>
            </a:r>
          </a:p>
          <a:p>
            <a:r>
              <a:rPr lang="en-AU" sz="1800" dirty="0">
                <a:hlinkClick r:id="rId2"/>
              </a:rPr>
              <a:t>https://www.w3schools.com/css/tryit.asp?filename=tryresponsive_breakpoints</a:t>
            </a:r>
            <a:endParaRPr lang="en-AU" sz="1800" dirty="0"/>
          </a:p>
          <a:p>
            <a:endParaRPr lang="en-AU" sz="2000" dirty="0"/>
          </a:p>
          <a:p>
            <a:pPr lvl="0"/>
            <a:endParaRPr lang="en-AU" sz="2000" dirty="0"/>
          </a:p>
        </p:txBody>
      </p:sp>
      <p:pic>
        <p:nvPicPr>
          <p:cNvPr id="4" name="Picture 3"/>
          <p:cNvPicPr>
            <a:picLocks noChangeAspect="1"/>
          </p:cNvPicPr>
          <p:nvPr/>
        </p:nvPicPr>
        <p:blipFill>
          <a:blip r:embed="rId3"/>
          <a:stretch>
            <a:fillRect/>
          </a:stretch>
        </p:blipFill>
        <p:spPr>
          <a:xfrm>
            <a:off x="8328248" y="1070880"/>
            <a:ext cx="3872880" cy="4518360"/>
          </a:xfrm>
          <a:prstGeom prst="rect">
            <a:avLst/>
          </a:prstGeom>
        </p:spPr>
      </p:pic>
    </p:spTree>
    <p:extLst>
      <p:ext uri="{BB962C8B-B14F-4D97-AF65-F5344CB8AC3E}">
        <p14:creationId xmlns:p14="http://schemas.microsoft.com/office/powerpoint/2010/main" val="332051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Always Design for Mobile First</a:t>
            </a:r>
          </a:p>
        </p:txBody>
      </p:sp>
      <p:sp>
        <p:nvSpPr>
          <p:cNvPr id="48131" name="Rectangle 3"/>
          <p:cNvSpPr>
            <a:spLocks noGrp="1" noChangeArrowheads="1"/>
          </p:cNvSpPr>
          <p:nvPr>
            <p:ph idx="1"/>
            <p:custDataLst>
              <p:tags r:id="rId3"/>
            </p:custDataLst>
          </p:nvPr>
        </p:nvSpPr>
        <p:spPr>
          <a:xfrm>
            <a:off x="381000" y="1437175"/>
            <a:ext cx="6841976" cy="4576763"/>
          </a:xfrm>
        </p:spPr>
        <p:txBody>
          <a:bodyPr>
            <a:normAutofit/>
          </a:bodyPr>
          <a:lstStyle/>
          <a:p>
            <a:r>
              <a:rPr lang="en-AU" sz="2000" dirty="0"/>
              <a:t>Mobile First means designing for mobile before designing for desktop or any other device (This will make the page display faster on smaller devices).</a:t>
            </a:r>
          </a:p>
          <a:p>
            <a:endParaRPr lang="en-AU" sz="2000" dirty="0"/>
          </a:p>
          <a:p>
            <a:r>
              <a:rPr lang="en-AU" sz="2000" dirty="0"/>
              <a:t>This means that we must make some changes in our CSS.</a:t>
            </a:r>
          </a:p>
          <a:p>
            <a:endParaRPr lang="en-AU" sz="2000" dirty="0"/>
          </a:p>
          <a:p>
            <a:r>
              <a:rPr lang="en-AU" sz="2000" dirty="0"/>
              <a:t>Instead of changing styles when the width gets smaller than 768px, we should change the design when the width gets larger than 768px. This will make our design Mobile First:</a:t>
            </a:r>
          </a:p>
          <a:p>
            <a:pPr lvl="0"/>
            <a:endParaRPr lang="en-AU" sz="2000" dirty="0"/>
          </a:p>
        </p:txBody>
      </p:sp>
      <p:pic>
        <p:nvPicPr>
          <p:cNvPr id="2" name="Picture 1"/>
          <p:cNvPicPr>
            <a:picLocks noChangeAspect="1"/>
          </p:cNvPicPr>
          <p:nvPr/>
        </p:nvPicPr>
        <p:blipFill>
          <a:blip r:embed="rId6"/>
          <a:stretch>
            <a:fillRect/>
          </a:stretch>
        </p:blipFill>
        <p:spPr>
          <a:xfrm>
            <a:off x="7680176" y="1124743"/>
            <a:ext cx="4392487" cy="5201629"/>
          </a:xfrm>
          <a:prstGeom prst="rect">
            <a:avLst/>
          </a:prstGeom>
        </p:spPr>
      </p:pic>
    </p:spTree>
    <p:custDataLst>
      <p:tags r:id="rId1"/>
    </p:custDataLst>
    <p:extLst>
      <p:ext uri="{BB962C8B-B14F-4D97-AF65-F5344CB8AC3E}">
        <p14:creationId xmlns:p14="http://schemas.microsoft.com/office/powerpoint/2010/main" val="3037762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91440" tIns="45720" rIns="91440" bIns="45720" rtlCol="0" anchor="ctr">
            <a:normAutofit/>
          </a:bodyPr>
          <a:lstStyle/>
          <a:p>
            <a:r>
              <a:rPr lang="en-AU" dirty="0">
                <a:solidFill>
                  <a:schemeClr val="bg1"/>
                </a:solidFill>
              </a:rPr>
              <a:t>Another Breakpoint</a:t>
            </a:r>
          </a:p>
        </p:txBody>
      </p:sp>
      <p:sp>
        <p:nvSpPr>
          <p:cNvPr id="2" name="Content Placeholder 1"/>
          <p:cNvSpPr>
            <a:spLocks noGrp="1"/>
          </p:cNvSpPr>
          <p:nvPr>
            <p:ph idx="1"/>
          </p:nvPr>
        </p:nvSpPr>
        <p:spPr>
          <a:xfrm>
            <a:off x="838200" y="1295400"/>
            <a:ext cx="10515600" cy="4881563"/>
          </a:xfrm>
        </p:spPr>
        <p:txBody>
          <a:bodyPr/>
          <a:lstStyle/>
          <a:p>
            <a:r>
              <a:rPr lang="en-AU" dirty="0"/>
              <a:t>You can add as many breakpoints as you like.</a:t>
            </a:r>
          </a:p>
          <a:p>
            <a:r>
              <a:rPr lang="en-AU" dirty="0"/>
              <a:t>We will also insert a breakpoint between tablets and mobile phones.</a:t>
            </a:r>
          </a:p>
          <a:p>
            <a:endParaRPr lang="en-AU" dirty="0"/>
          </a:p>
          <a:p>
            <a:endParaRPr lang="en-AU" dirty="0"/>
          </a:p>
          <a:p>
            <a:endParaRPr lang="en-AU" dirty="0"/>
          </a:p>
          <a:p>
            <a:endParaRPr lang="en-AU" dirty="0"/>
          </a:p>
          <a:p>
            <a:endParaRPr lang="en-AU" dirty="0"/>
          </a:p>
          <a:p>
            <a:r>
              <a:rPr lang="en-AU" dirty="0"/>
              <a:t>We do this by adding one more media query (at 600px), and a set of new classes for devices larger than 600px (but smaller than 768px):</a:t>
            </a:r>
          </a:p>
          <a:p>
            <a:r>
              <a:rPr lang="en-AU" dirty="0">
                <a:hlinkClick r:id="rId2"/>
              </a:rPr>
              <a:t>https://www.w3schools.com/css/tryit.asp?filename=tryresponsive_col-s</a:t>
            </a:r>
            <a:endParaRPr lang="en-AU" dirty="0"/>
          </a:p>
          <a:p>
            <a:endParaRPr lang="en-AU" dirty="0"/>
          </a:p>
          <a:p>
            <a:endParaRPr lang="en-AU" dirty="0"/>
          </a:p>
          <a:p>
            <a:endParaRPr lang="en-AU" dirty="0"/>
          </a:p>
          <a:p>
            <a:endParaRPr lang="en-AU" dirty="0"/>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2286000" y="2362200"/>
            <a:ext cx="6534695" cy="1882359"/>
          </a:xfrm>
          <a:prstGeom prst="rect">
            <a:avLst/>
          </a:prstGeom>
        </p:spPr>
      </p:pic>
    </p:spTree>
    <p:extLst>
      <p:ext uri="{BB962C8B-B14F-4D97-AF65-F5344CB8AC3E}">
        <p14:creationId xmlns:p14="http://schemas.microsoft.com/office/powerpoint/2010/main" val="2546598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Hide Elements With Media Queries</a:t>
            </a:r>
          </a:p>
        </p:txBody>
      </p:sp>
      <p:sp>
        <p:nvSpPr>
          <p:cNvPr id="50179" name="Rectangle 3"/>
          <p:cNvSpPr>
            <a:spLocks noGrp="1" noChangeArrowheads="1"/>
          </p:cNvSpPr>
          <p:nvPr>
            <p:ph idx="1"/>
            <p:custDataLst>
              <p:tags r:id="rId3"/>
            </p:custDataLst>
          </p:nvPr>
        </p:nvSpPr>
        <p:spPr/>
        <p:txBody>
          <a:bodyPr/>
          <a:lstStyle/>
          <a:p>
            <a:r>
              <a:rPr lang="en-AU" dirty="0"/>
              <a:t>Another common use of media queries, is to hide elements on different screen sizes:</a:t>
            </a:r>
          </a:p>
          <a:p>
            <a:endParaRPr lang="en-AU" dirty="0"/>
          </a:p>
          <a:p>
            <a:endParaRPr lang="en-AU" dirty="0"/>
          </a:p>
          <a:p>
            <a:endParaRPr lang="en-AU" dirty="0"/>
          </a:p>
          <a:p>
            <a:endParaRPr lang="en-AU" dirty="0"/>
          </a:p>
          <a:p>
            <a:endParaRPr lang="en-AU" dirty="0">
              <a:hlinkClick r:id="rId6"/>
            </a:endParaRPr>
          </a:p>
          <a:p>
            <a:r>
              <a:rPr lang="en-AU" sz="2000" dirty="0">
                <a:hlinkClick r:id="rId6"/>
              </a:rPr>
              <a:t>https://www.w3schools.com/css/tryit.asp?filename=trycss_mediaqueries_hide</a:t>
            </a:r>
            <a:endParaRPr lang="en-AU" sz="2000" dirty="0"/>
          </a:p>
          <a:p>
            <a:endParaRPr lang="en-AU" dirty="0"/>
          </a:p>
          <a:p>
            <a:endParaRPr lang="en-US" dirty="0"/>
          </a:p>
        </p:txBody>
      </p:sp>
      <p:pic>
        <p:nvPicPr>
          <p:cNvPr id="2" name="Picture 1"/>
          <p:cNvPicPr>
            <a:picLocks noChangeAspect="1"/>
          </p:cNvPicPr>
          <p:nvPr/>
        </p:nvPicPr>
        <p:blipFill>
          <a:blip r:embed="rId7">
            <a:clrChange>
              <a:clrFrom>
                <a:srgbClr val="FFFFFF"/>
              </a:clrFrom>
              <a:clrTo>
                <a:srgbClr val="FFFFFF">
                  <a:alpha val="0"/>
                </a:srgbClr>
              </a:clrTo>
            </a:clrChange>
            <a:extLst>
              <a:ext uri="{BEBA8EAE-BF5A-486C-A8C5-ECC9F3942E4B}">
                <a14:imgProps xmlns:a14="http://schemas.microsoft.com/office/drawing/2010/main">
                  <a14:imgLayer r:embed="rId8">
                    <a14:imgEffect>
                      <a14:colorTemperature colorTemp="8800"/>
                    </a14:imgEffect>
                    <a14:imgEffect>
                      <a14:saturation sat="66000"/>
                    </a14:imgEffect>
                  </a14:imgLayer>
                </a14:imgProps>
              </a:ext>
            </a:extLst>
          </a:blip>
          <a:stretch>
            <a:fillRect/>
          </a:stretch>
        </p:blipFill>
        <p:spPr>
          <a:xfrm>
            <a:off x="2057400" y="2362200"/>
            <a:ext cx="7632848" cy="1857730"/>
          </a:xfrm>
          <a:prstGeom prst="rect">
            <a:avLst/>
          </a:prstGeom>
        </p:spPr>
      </p:pic>
    </p:spTree>
    <p:custDataLst>
      <p:tags r:id="rId1"/>
    </p:custDataLst>
    <p:extLst>
      <p:ext uri="{BB962C8B-B14F-4D97-AF65-F5344CB8AC3E}">
        <p14:creationId xmlns:p14="http://schemas.microsoft.com/office/powerpoint/2010/main" val="2760156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Change Font Size With Media Queries</a:t>
            </a:r>
          </a:p>
        </p:txBody>
      </p:sp>
      <p:sp>
        <p:nvSpPr>
          <p:cNvPr id="50179" name="Rectangle 3"/>
          <p:cNvSpPr>
            <a:spLocks noGrp="1" noChangeArrowheads="1"/>
          </p:cNvSpPr>
          <p:nvPr>
            <p:ph idx="1"/>
            <p:custDataLst>
              <p:tags r:id="rId3"/>
            </p:custDataLst>
          </p:nvPr>
        </p:nvSpPr>
        <p:spPr/>
        <p:txBody>
          <a:bodyPr/>
          <a:lstStyle/>
          <a:p>
            <a:r>
              <a:rPr lang="en-AU" dirty="0"/>
              <a:t>You can also use media queries to change the font size of an element on different screen sizes:</a:t>
            </a:r>
          </a:p>
          <a:p>
            <a:endParaRPr lang="en-AU" dirty="0"/>
          </a:p>
          <a:p>
            <a:endParaRPr lang="en-AU" dirty="0"/>
          </a:p>
        </p:txBody>
      </p:sp>
      <p:pic>
        <p:nvPicPr>
          <p:cNvPr id="2" name="Picture 1"/>
          <p:cNvPicPr>
            <a:picLocks noChangeAspect="1"/>
          </p:cNvPicPr>
          <p:nvPr/>
        </p:nvPicPr>
        <p:blipFill>
          <a:blip r:embed="rId6"/>
          <a:stretch>
            <a:fillRect/>
          </a:stretch>
        </p:blipFill>
        <p:spPr>
          <a:xfrm>
            <a:off x="2236048" y="2438400"/>
            <a:ext cx="7719903" cy="3425924"/>
          </a:xfrm>
          <a:prstGeom prst="rect">
            <a:avLst/>
          </a:prstGeom>
        </p:spPr>
      </p:pic>
    </p:spTree>
    <p:custDataLst>
      <p:tags r:id="rId1"/>
    </p:custDataLst>
    <p:extLst>
      <p:ext uri="{BB962C8B-B14F-4D97-AF65-F5344CB8AC3E}">
        <p14:creationId xmlns:p14="http://schemas.microsoft.com/office/powerpoint/2010/main" val="563133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CSS Flexbox</a:t>
            </a:r>
          </a:p>
        </p:txBody>
      </p:sp>
      <p:sp>
        <p:nvSpPr>
          <p:cNvPr id="55299" name="Rectangle 3"/>
          <p:cNvSpPr>
            <a:spLocks noGrp="1" noChangeArrowheads="1"/>
          </p:cNvSpPr>
          <p:nvPr>
            <p:ph idx="1"/>
            <p:custDataLst>
              <p:tags r:id="rId3"/>
            </p:custDataLst>
          </p:nvPr>
        </p:nvSpPr>
        <p:spPr>
          <a:xfrm>
            <a:off x="838200" y="1295400"/>
            <a:ext cx="10515600" cy="4881563"/>
          </a:xfrm>
        </p:spPr>
        <p:txBody>
          <a:bodyPr>
            <a:normAutofit/>
          </a:bodyPr>
          <a:lstStyle/>
          <a:p>
            <a:r>
              <a:rPr lang="en-AU" sz="2000" dirty="0"/>
              <a:t>The Flexible Box Layout Module, makes it easier to design flexible responsive layout structure without using float or positioning.</a:t>
            </a:r>
          </a:p>
          <a:p>
            <a:endParaRPr lang="en-AU" sz="2000" dirty="0"/>
          </a:p>
          <a:p>
            <a:r>
              <a:rPr lang="en-AU" sz="2000" dirty="0"/>
              <a:t>To start using the Flexbox model, you need to first define a flex container.</a:t>
            </a:r>
          </a:p>
          <a:p>
            <a:endParaRPr lang="en-AU" dirty="0"/>
          </a:p>
          <a:p>
            <a:endParaRPr lang="en-AU" dirty="0"/>
          </a:p>
          <a:p>
            <a:r>
              <a:rPr lang="en-AU" sz="2000" dirty="0"/>
              <a:t>The element above represents a flex container (the blue area) with three flex items.</a:t>
            </a:r>
          </a:p>
          <a:p>
            <a:r>
              <a:rPr lang="en-AU" sz="2000" dirty="0"/>
              <a:t>&lt;div class="flex-container"&gt;</a:t>
            </a:r>
            <a:br>
              <a:rPr lang="en-AU" sz="2000" dirty="0"/>
            </a:br>
            <a:r>
              <a:rPr lang="en-AU" sz="2000" dirty="0"/>
              <a:t>  &lt;div&gt;1&lt;/div&gt;</a:t>
            </a:r>
            <a:br>
              <a:rPr lang="en-AU" sz="2000" dirty="0"/>
            </a:br>
            <a:r>
              <a:rPr lang="en-AU" sz="2000" dirty="0"/>
              <a:t>  &lt;div&gt;2&lt;/div&gt;</a:t>
            </a:r>
            <a:br>
              <a:rPr lang="en-AU" sz="2000" dirty="0"/>
            </a:br>
            <a:r>
              <a:rPr lang="en-AU" sz="2000" dirty="0"/>
              <a:t>  &lt;div&gt;3&lt;/div&gt;</a:t>
            </a:r>
            <a:br>
              <a:rPr lang="en-AU" sz="2000" dirty="0"/>
            </a:br>
            <a:r>
              <a:rPr lang="en-AU" sz="2000" dirty="0"/>
              <a:t>&lt;/div&gt;</a:t>
            </a:r>
          </a:p>
        </p:txBody>
      </p:sp>
      <p:pic>
        <p:nvPicPr>
          <p:cNvPr id="2" name="Picture 1"/>
          <p:cNvPicPr>
            <a:picLocks noChangeAspect="1"/>
          </p:cNvPicPr>
          <p:nvPr/>
        </p:nvPicPr>
        <p:blipFill>
          <a:blip r:embed="rId6"/>
          <a:stretch>
            <a:fillRect/>
          </a:stretch>
        </p:blipFill>
        <p:spPr>
          <a:xfrm>
            <a:off x="2590800" y="2819400"/>
            <a:ext cx="6362700" cy="609600"/>
          </a:xfrm>
          <a:prstGeom prst="rect">
            <a:avLst/>
          </a:prstGeom>
        </p:spPr>
      </p:pic>
    </p:spTree>
    <p:custDataLst>
      <p:tags r:id="rId1"/>
    </p:custDataLst>
    <p:extLst>
      <p:ext uri="{BB962C8B-B14F-4D97-AF65-F5344CB8AC3E}">
        <p14:creationId xmlns:p14="http://schemas.microsoft.com/office/powerpoint/2010/main" val="1292798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CSS Flex Container</a:t>
            </a:r>
          </a:p>
        </p:txBody>
      </p:sp>
      <p:sp>
        <p:nvSpPr>
          <p:cNvPr id="55299" name="Rectangle 3"/>
          <p:cNvSpPr>
            <a:spLocks noGrp="1" noChangeArrowheads="1"/>
          </p:cNvSpPr>
          <p:nvPr>
            <p:ph idx="1"/>
            <p:custDataLst>
              <p:tags r:id="rId3"/>
            </p:custDataLst>
          </p:nvPr>
        </p:nvSpPr>
        <p:spPr/>
        <p:txBody>
          <a:bodyPr>
            <a:normAutofit fontScale="92500" lnSpcReduction="20000"/>
          </a:bodyPr>
          <a:lstStyle/>
          <a:p>
            <a:endParaRPr lang="en-AU" dirty="0"/>
          </a:p>
          <a:p>
            <a:r>
              <a:rPr lang="en-AU" dirty="0"/>
              <a:t>The flex container becomes flexible by setting the display property to flex:</a:t>
            </a:r>
          </a:p>
          <a:p>
            <a:r>
              <a:rPr lang="en-AU" sz="2400" dirty="0">
                <a:solidFill>
                  <a:srgbClr val="A52A2A"/>
                </a:solidFill>
                <a:latin typeface="Consolas" panose="020B0609020204030204" pitchFamily="49" charset="0"/>
              </a:rPr>
              <a:t>.flex-container </a:t>
            </a:r>
            <a:r>
              <a:rPr lang="en-AU" sz="2400" dirty="0">
                <a:solidFill>
                  <a:srgbClr val="000000"/>
                </a:solidFill>
                <a:latin typeface="Consolas" panose="020B0609020204030204" pitchFamily="49" charset="0"/>
              </a:rPr>
              <a:t>{</a:t>
            </a:r>
            <a:r>
              <a:rPr lang="en-AU" sz="2400" dirty="0">
                <a:solidFill>
                  <a:srgbClr val="FF0000"/>
                </a:solidFill>
                <a:latin typeface="Consolas" panose="020B0609020204030204" pitchFamily="49" charset="0"/>
              </a:rPr>
              <a:t/>
            </a:r>
            <a:br>
              <a:rPr lang="en-AU" sz="2400" dirty="0">
                <a:solidFill>
                  <a:srgbClr val="FF0000"/>
                </a:solidFill>
                <a:latin typeface="Consolas" panose="020B0609020204030204" pitchFamily="49" charset="0"/>
              </a:rPr>
            </a:br>
            <a:r>
              <a:rPr lang="en-AU" sz="2400" dirty="0">
                <a:solidFill>
                  <a:srgbClr val="FF0000"/>
                </a:solidFill>
                <a:latin typeface="Consolas" panose="020B0609020204030204" pitchFamily="49" charset="0"/>
              </a:rPr>
              <a:t>  display</a:t>
            </a:r>
            <a:r>
              <a:rPr lang="en-AU" sz="2400" dirty="0">
                <a:solidFill>
                  <a:srgbClr val="000000"/>
                </a:solidFill>
                <a:latin typeface="Consolas" panose="020B0609020204030204" pitchFamily="49" charset="0"/>
              </a:rPr>
              <a:t>:</a:t>
            </a:r>
            <a:r>
              <a:rPr lang="en-AU" sz="2400" dirty="0">
                <a:solidFill>
                  <a:srgbClr val="0000CD"/>
                </a:solidFill>
                <a:latin typeface="Consolas" panose="020B0609020204030204" pitchFamily="49" charset="0"/>
              </a:rPr>
              <a:t> flex</a:t>
            </a:r>
            <a:r>
              <a:rPr lang="en-AU" sz="2400" dirty="0">
                <a:solidFill>
                  <a:srgbClr val="000000"/>
                </a:solidFill>
                <a:latin typeface="Consolas" panose="020B0609020204030204" pitchFamily="49" charset="0"/>
              </a:rPr>
              <a:t>;</a:t>
            </a:r>
            <a:r>
              <a:rPr lang="en-AU" sz="2400" dirty="0">
                <a:solidFill>
                  <a:srgbClr val="FF0000"/>
                </a:solidFill>
                <a:latin typeface="Consolas" panose="020B0609020204030204" pitchFamily="49" charset="0"/>
              </a:rPr>
              <a:t/>
            </a:r>
            <a:br>
              <a:rPr lang="en-AU" sz="2400" dirty="0">
                <a:solidFill>
                  <a:srgbClr val="FF0000"/>
                </a:solidFill>
                <a:latin typeface="Consolas" panose="020B0609020204030204" pitchFamily="49" charset="0"/>
              </a:rPr>
            </a:br>
            <a:r>
              <a:rPr lang="en-AU" sz="2400" dirty="0">
                <a:solidFill>
                  <a:srgbClr val="000000"/>
                </a:solidFill>
                <a:latin typeface="Consolas" panose="020B0609020204030204" pitchFamily="49" charset="0"/>
              </a:rPr>
              <a:t>}</a:t>
            </a:r>
          </a:p>
          <a:p>
            <a:r>
              <a:rPr lang="en-AU" dirty="0"/>
              <a:t>The flex container properties are:</a:t>
            </a:r>
          </a:p>
          <a:p>
            <a:pPr lvl="1"/>
            <a:r>
              <a:rPr lang="en-AU" dirty="0"/>
              <a:t>flex-direction</a:t>
            </a:r>
          </a:p>
          <a:p>
            <a:pPr lvl="1"/>
            <a:r>
              <a:rPr lang="en-AU" dirty="0"/>
              <a:t>flex-wrap</a:t>
            </a:r>
          </a:p>
          <a:p>
            <a:pPr lvl="1"/>
            <a:r>
              <a:rPr lang="en-AU" dirty="0"/>
              <a:t>flex-flow</a:t>
            </a:r>
          </a:p>
          <a:p>
            <a:pPr lvl="1"/>
            <a:r>
              <a:rPr lang="en-AU" dirty="0"/>
              <a:t>justify-content</a:t>
            </a:r>
          </a:p>
          <a:p>
            <a:pPr lvl="1"/>
            <a:r>
              <a:rPr lang="en-AU" dirty="0"/>
              <a:t>align-items</a:t>
            </a:r>
          </a:p>
          <a:p>
            <a:pPr lvl="1"/>
            <a:r>
              <a:rPr lang="en-AU" dirty="0"/>
              <a:t>align-content</a:t>
            </a:r>
          </a:p>
          <a:p>
            <a:endParaRPr lang="en-AU" dirty="0"/>
          </a:p>
          <a:p>
            <a:r>
              <a:rPr lang="en-AU" dirty="0"/>
              <a:t>Checkout: </a:t>
            </a:r>
            <a:r>
              <a:rPr lang="en-AU" dirty="0">
                <a:hlinkClick r:id="rId6"/>
              </a:rPr>
              <a:t>https://www.w3schools.com/css/css3_flexbox_container.asp</a:t>
            </a:r>
            <a:endParaRPr lang="en-AU" dirty="0"/>
          </a:p>
          <a:p>
            <a:endParaRPr lang="en-AU" dirty="0"/>
          </a:p>
        </p:txBody>
      </p:sp>
    </p:spTree>
    <p:custDataLst>
      <p:tags r:id="rId1"/>
    </p:custDataLst>
    <p:extLst>
      <p:ext uri="{BB962C8B-B14F-4D97-AF65-F5344CB8AC3E}">
        <p14:creationId xmlns:p14="http://schemas.microsoft.com/office/powerpoint/2010/main" val="2217160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US" dirty="0">
                <a:solidFill>
                  <a:schemeClr val="bg1"/>
                </a:solidFill>
              </a:rPr>
              <a:t>Summary</a:t>
            </a:r>
          </a:p>
        </p:txBody>
      </p:sp>
      <p:sp>
        <p:nvSpPr>
          <p:cNvPr id="55299" name="Rectangle 3"/>
          <p:cNvSpPr>
            <a:spLocks noGrp="1" noChangeArrowheads="1"/>
          </p:cNvSpPr>
          <p:nvPr>
            <p:ph idx="1"/>
            <p:custDataLst>
              <p:tags r:id="rId3"/>
            </p:custDataLst>
          </p:nvPr>
        </p:nvSpPr>
        <p:spPr/>
        <p:txBody>
          <a:bodyPr/>
          <a:lstStyle/>
          <a:p>
            <a:r>
              <a:rPr lang="en-AU" dirty="0"/>
              <a:t>Responsive web design</a:t>
            </a:r>
          </a:p>
          <a:p>
            <a:r>
              <a:rPr lang="en-AU" dirty="0"/>
              <a:t>Viewport</a:t>
            </a:r>
          </a:p>
          <a:p>
            <a:r>
              <a:rPr lang="en-AU" dirty="0"/>
              <a:t>CSS Grid</a:t>
            </a:r>
          </a:p>
          <a:p>
            <a:r>
              <a:rPr lang="en-AU" dirty="0"/>
              <a:t>CSS media queries</a:t>
            </a:r>
          </a:p>
          <a:p>
            <a:r>
              <a:rPr lang="en-AU" dirty="0"/>
              <a:t>Flexbox</a:t>
            </a:r>
          </a:p>
          <a:p>
            <a:pPr lvl="1"/>
            <a:endParaRPr lang="en-AU" dirty="0"/>
          </a:p>
        </p:txBody>
      </p:sp>
    </p:spTree>
    <p:custDataLst>
      <p:tags r:id="rId1"/>
    </p:custDataLst>
    <p:extLst>
      <p:ext uri="{BB962C8B-B14F-4D97-AF65-F5344CB8AC3E}">
        <p14:creationId xmlns:p14="http://schemas.microsoft.com/office/powerpoint/2010/main" val="3421247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8" name="Oval 11"/>
          <p:cNvSpPr/>
          <p:nvPr/>
        </p:nvSpPr>
        <p:spPr bwMode="auto">
          <a:xfrm>
            <a:off x="4080238" y="364573"/>
            <a:ext cx="2580175" cy="806429"/>
          </a:xfrm>
          <a:prstGeom prst="ellipse">
            <a:avLst/>
          </a:prstGeom>
          <a:noFill/>
          <a:ln w="25400" cap="flat" cmpd="sng" algn="ctr">
            <a:noFill/>
            <a:prstDash val="solid"/>
            <a:round/>
            <a:headEnd type="none" w="med" len="med"/>
            <a:tailEnd type="none" w="med" len="med"/>
          </a:ln>
          <a:effectLst/>
        </p:spPr>
        <p:txBody>
          <a:bodyPr vert="horz" wrap="square" lIns="96762" tIns="48381" rIns="96762" bIns="48381" numCol="1" rtlCol="0" anchor="t" anchorCtr="0" compatLnSpc="1">
            <a:prstTxWarp prst="textNoShape">
              <a:avLst/>
            </a:prstTxWarp>
          </a:bodyPr>
          <a:lstStyle/>
          <a:p>
            <a:pPr algn="ctr" defTabSz="1309187" fontAlgn="base">
              <a:spcBef>
                <a:spcPct val="0"/>
              </a:spcBef>
              <a:spcAft>
                <a:spcPct val="0"/>
              </a:spcAft>
              <a:defRPr/>
            </a:pPr>
            <a:endParaRPr lang="en-US" sz="8000" kern="0">
              <a:solidFill>
                <a:srgbClr val="000000"/>
              </a:solidFill>
              <a:latin typeface="微软雅黑"/>
              <a:ea typeface="微软雅黑"/>
              <a:sym typeface="Gill Sans" charset="0"/>
            </a:endParaRPr>
          </a:p>
        </p:txBody>
      </p:sp>
      <p:sp>
        <p:nvSpPr>
          <p:cNvPr id="8" name="Title 7">
            <a:extLst>
              <a:ext uri="{FF2B5EF4-FFF2-40B4-BE49-F238E27FC236}">
                <a16:creationId xmlns:a16="http://schemas.microsoft.com/office/drawing/2014/main" id="{86C29517-308D-4271-AF75-3DEAC020FD46}"/>
              </a:ext>
            </a:extLst>
          </p:cNvPr>
          <p:cNvSpPr>
            <a:spLocks noGrp="1"/>
          </p:cNvSpPr>
          <p:nvPr>
            <p:ph type="title"/>
          </p:nvPr>
        </p:nvSpPr>
        <p:spPr/>
        <p:txBody>
          <a:bodyPr vert="horz" lIns="91440" tIns="45720" rIns="91440" bIns="45720" rtlCol="0" anchor="ctr">
            <a:normAutofit/>
          </a:bodyPr>
          <a:lstStyle/>
          <a:p>
            <a:r>
              <a:rPr lang="en-US" altLang="zh-CN" dirty="0">
                <a:solidFill>
                  <a:schemeClr val="bg1"/>
                </a:solidFill>
              </a:rPr>
              <a:t>Next Weeks Lecture</a:t>
            </a:r>
            <a:endParaRPr lang="en-AU" dirty="0">
              <a:solidFill>
                <a:schemeClr val="bg1"/>
              </a:solidFill>
            </a:endParaRPr>
          </a:p>
        </p:txBody>
      </p:sp>
      <p:sp>
        <p:nvSpPr>
          <p:cNvPr id="5" name="Content Placeholder 4">
            <a:extLst>
              <a:ext uri="{FF2B5EF4-FFF2-40B4-BE49-F238E27FC236}">
                <a16:creationId xmlns:a16="http://schemas.microsoft.com/office/drawing/2014/main" id="{E6EFD255-BF09-446B-817C-07619E57C15D}"/>
              </a:ext>
            </a:extLst>
          </p:cNvPr>
          <p:cNvSpPr>
            <a:spLocks noGrp="1"/>
          </p:cNvSpPr>
          <p:nvPr>
            <p:ph idx="1"/>
          </p:nvPr>
        </p:nvSpPr>
        <p:spPr/>
        <p:txBody>
          <a:bodyPr/>
          <a:lstStyle/>
          <a:p>
            <a:r>
              <a:rPr lang="en-AU" dirty="0"/>
              <a:t>GitHub</a:t>
            </a:r>
          </a:p>
          <a:p>
            <a:r>
              <a:rPr lang="en-AU" dirty="0"/>
              <a:t>Bitbucket</a:t>
            </a:r>
          </a:p>
          <a:p>
            <a:r>
              <a:rPr lang="en-AU" dirty="0"/>
              <a:t>VS code</a:t>
            </a:r>
          </a:p>
          <a:p>
            <a:r>
              <a:rPr lang="en-AU" dirty="0"/>
              <a:t>GUI vs CLI–why not have both?</a:t>
            </a:r>
          </a:p>
          <a:p>
            <a:r>
              <a:rPr lang="en-AU" dirty="0"/>
              <a:t>Development web server</a:t>
            </a:r>
          </a:p>
          <a:p>
            <a:r>
              <a:rPr lang="en-AU" dirty="0"/>
              <a:t>Frameworks</a:t>
            </a:r>
          </a:p>
          <a:p>
            <a:r>
              <a:rPr lang="en-AU" dirty="0"/>
              <a:t>Quality assurance &amp; automation</a:t>
            </a:r>
          </a:p>
          <a:p>
            <a:r>
              <a:rPr lang="en-AU" dirty="0"/>
              <a:t>Additional reading</a:t>
            </a:r>
          </a:p>
          <a:p>
            <a:endParaRPr lang="en-AU" dirty="0"/>
          </a:p>
        </p:txBody>
      </p:sp>
    </p:spTree>
    <p:extLst>
      <p:ext uri="{BB962C8B-B14F-4D97-AF65-F5344CB8AC3E}">
        <p14:creationId xmlns:p14="http://schemas.microsoft.com/office/powerpoint/2010/main" val="194403597"/>
      </p:ext>
    </p:extLst>
  </p:cSld>
  <p:clrMapOvr>
    <a:masterClrMapping/>
  </p:clrMapOvr>
  <mc:AlternateContent xmlns:mc="http://schemas.openxmlformats.org/markup-compatibility/2006" xmlns:p14="http://schemas.microsoft.com/office/powerpoint/2010/main">
    <mc:Choice Requires="p14">
      <p:transition p14:dur="0" advTm="434"/>
    </mc:Choice>
    <mc:Fallback xmlns="">
      <p:transition advTm="434"/>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DVSECTIONID" val="hdjcmPjs29UmLRIrOw1CqQ"/>
</p:tagLst>
</file>

<file path=ppt/tags/tag2.xml><?xml version="1.0" encoding="utf-8"?>
<p:tagLst xmlns:a="http://schemas.openxmlformats.org/drawingml/2006/main" xmlns:r="http://schemas.openxmlformats.org/officeDocument/2006/relationships" xmlns:p="http://schemas.openxmlformats.org/presentationml/2006/main">
  <p:tag name="DVSHAPEID" val="8uOVskLPgAacLGzqLJ2dJ6"/>
</p:tagLst>
</file>

<file path=ppt/tags/tag3.xml><?xml version="1.0" encoding="utf-8"?>
<p:tagLst xmlns:a="http://schemas.openxmlformats.org/drawingml/2006/main" xmlns:r="http://schemas.openxmlformats.org/officeDocument/2006/relationships" xmlns:p="http://schemas.openxmlformats.org/presentationml/2006/main">
  <p:tag name="DVSHAPEID" val="paKY5CC4Ou6rtdni3pzWme"/>
</p:tagLst>
</file>

<file path=ppt/tags/tag4.xml><?xml version="1.0" encoding="utf-8"?>
<p:tagLst xmlns:a="http://schemas.openxmlformats.org/drawingml/2006/main" xmlns:r="http://schemas.openxmlformats.org/officeDocument/2006/relationships" xmlns:p="http://schemas.openxmlformats.org/presentationml/2006/main">
  <p:tag name="DVSECTIONID" val="3HPpWmQT6r2Glo9f8BgQms"/>
</p:tagLst>
</file>

<file path=ppt/tags/tag5.xml><?xml version="1.0" encoding="utf-8"?>
<p:tagLst xmlns:a="http://schemas.openxmlformats.org/drawingml/2006/main" xmlns:r="http://schemas.openxmlformats.org/officeDocument/2006/relationships" xmlns:p="http://schemas.openxmlformats.org/presentationml/2006/main">
  <p:tag name="DVSHAPEID" val="jxyUy99RnCcRgjMEiWJZXi"/>
</p:tagLst>
</file>

<file path=ppt/tags/tag6.xml><?xml version="1.0" encoding="utf-8"?>
<p:tagLst xmlns:a="http://schemas.openxmlformats.org/drawingml/2006/main" xmlns:r="http://schemas.openxmlformats.org/officeDocument/2006/relationships" xmlns:p="http://schemas.openxmlformats.org/presentationml/2006/main">
  <p:tag name="DVSHAPEID" val="A6pPjxKFowBUCm5UAC6LxZ"/>
</p:tagLst>
</file>

<file path=ppt/tags/tag7.xml><?xml version="1.0" encoding="utf-8"?>
<p:tagLst xmlns:a="http://schemas.openxmlformats.org/drawingml/2006/main" xmlns:r="http://schemas.openxmlformats.org/officeDocument/2006/relationships" xmlns:p="http://schemas.openxmlformats.org/presentationml/2006/main">
  <p:tag name="DVSECTIONID" val="DoTBfb5H0mwrSndSHM3GR2"/>
</p:tagLst>
</file>

<file path=ppt/tags/tag8.xml><?xml version="1.0" encoding="utf-8"?>
<p:tagLst xmlns:a="http://schemas.openxmlformats.org/drawingml/2006/main" xmlns:r="http://schemas.openxmlformats.org/officeDocument/2006/relationships" xmlns:p="http://schemas.openxmlformats.org/presentationml/2006/main">
  <p:tag name="DVSHAPEID" val="dSA3WS1WKx38U0oKhfVxUD"/>
</p:tagLst>
</file>

<file path=ppt/tags/tag9.xml><?xml version="1.0" encoding="utf-8"?>
<p:tagLst xmlns:a="http://schemas.openxmlformats.org/drawingml/2006/main" xmlns:r="http://schemas.openxmlformats.org/officeDocument/2006/relationships" xmlns:p="http://schemas.openxmlformats.org/presentationml/2006/main">
  <p:tag name="DVSHAPEID" val="RsYai1aBOtlPe8WMhL6J2l"/>
</p:tagLst>
</file>

<file path=ppt/tags/tag10.xml><?xml version="1.0" encoding="utf-8"?>
<p:tagLst xmlns:a="http://schemas.openxmlformats.org/drawingml/2006/main" xmlns:r="http://schemas.openxmlformats.org/officeDocument/2006/relationships" xmlns:p="http://schemas.openxmlformats.org/presentationml/2006/main">
  <p:tag name="DVSECTIONID" val="DoTBfb5H0mwrSndSHM3GR2"/>
</p:tagLst>
</file>

<file path=ppt/tags/tag11.xml><?xml version="1.0" encoding="utf-8"?>
<p:tagLst xmlns:a="http://schemas.openxmlformats.org/drawingml/2006/main" xmlns:r="http://schemas.openxmlformats.org/officeDocument/2006/relationships" xmlns:p="http://schemas.openxmlformats.org/presentationml/2006/main">
  <p:tag name="DVSHAPEID" val="dSA3WS1WKx38U0oKhfVxUD"/>
</p:tagLst>
</file>

<file path=ppt/tags/tag12.xml><?xml version="1.0" encoding="utf-8"?>
<p:tagLst xmlns:a="http://schemas.openxmlformats.org/drawingml/2006/main" xmlns:r="http://schemas.openxmlformats.org/officeDocument/2006/relationships" xmlns:p="http://schemas.openxmlformats.org/presentationml/2006/main">
  <p:tag name="DVSHAPEID" val="RsYai1aBOtlPe8WMhL6J2l"/>
</p:tagLst>
</file>

<file path=ppt/tags/tag13.xml><?xml version="1.0" encoding="utf-8"?>
<p:tagLst xmlns:a="http://schemas.openxmlformats.org/drawingml/2006/main" xmlns:r="http://schemas.openxmlformats.org/officeDocument/2006/relationships" xmlns:p="http://schemas.openxmlformats.org/presentationml/2006/main">
  <p:tag name="DVSECTIONID" val="DoTBfb5H0mwrSndSHM3GR2"/>
</p:tagLst>
</file>

<file path=ppt/tags/tag14.xml><?xml version="1.0" encoding="utf-8"?>
<p:tagLst xmlns:a="http://schemas.openxmlformats.org/drawingml/2006/main" xmlns:r="http://schemas.openxmlformats.org/officeDocument/2006/relationships" xmlns:p="http://schemas.openxmlformats.org/presentationml/2006/main">
  <p:tag name="DVSHAPEID" val="dSA3WS1WKx38U0oKhfVxUD"/>
</p:tagLst>
</file>

<file path=ppt/tags/tag15.xml><?xml version="1.0" encoding="utf-8"?>
<p:tagLst xmlns:a="http://schemas.openxmlformats.org/drawingml/2006/main" xmlns:r="http://schemas.openxmlformats.org/officeDocument/2006/relationships" xmlns:p="http://schemas.openxmlformats.org/presentationml/2006/main">
  <p:tag name="DVSHAPEID" val="RsYai1aBOtlPe8WMhL6J2l"/>
</p:tagLst>
</file>

<file path=ppt/tags/tag16.xml><?xml version="1.0" encoding="utf-8"?>
<p:tagLst xmlns:a="http://schemas.openxmlformats.org/drawingml/2006/main" xmlns:r="http://schemas.openxmlformats.org/officeDocument/2006/relationships" xmlns:p="http://schemas.openxmlformats.org/presentationml/2006/main">
  <p:tag name="DVSECTIONID" val="DoTBfb5H0mwrSndSHM3GR2"/>
</p:tagLst>
</file>

<file path=ppt/tags/tag17.xml><?xml version="1.0" encoding="utf-8"?>
<p:tagLst xmlns:a="http://schemas.openxmlformats.org/drawingml/2006/main" xmlns:r="http://schemas.openxmlformats.org/officeDocument/2006/relationships" xmlns:p="http://schemas.openxmlformats.org/presentationml/2006/main">
  <p:tag name="DVSHAPEID" val="dSA3WS1WKx38U0oKhfVxUD"/>
</p:tagLst>
</file>

<file path=ppt/tags/tag18.xml><?xml version="1.0" encoding="utf-8"?>
<p:tagLst xmlns:a="http://schemas.openxmlformats.org/drawingml/2006/main" xmlns:r="http://schemas.openxmlformats.org/officeDocument/2006/relationships" xmlns:p="http://schemas.openxmlformats.org/presentationml/2006/main">
  <p:tag name="DVSHAPEID" val="RsYai1aBOtlPe8WMhL6J2l"/>
</p:tagLst>
</file>

<file path=ppt/tags/tag19.xml><?xml version="1.0" encoding="utf-8"?>
<p:tagLst xmlns:a="http://schemas.openxmlformats.org/drawingml/2006/main" xmlns:r="http://schemas.openxmlformats.org/officeDocument/2006/relationships" xmlns:p="http://schemas.openxmlformats.org/presentationml/2006/main">
  <p:tag name="DVSECTIONID" val="DoTBfb5H0mwrSndSHM3GR2"/>
</p:tagLst>
</file>

<file path=ppt/tags/tag20.xml><?xml version="1.0" encoding="utf-8"?>
<p:tagLst xmlns:a="http://schemas.openxmlformats.org/drawingml/2006/main" xmlns:r="http://schemas.openxmlformats.org/officeDocument/2006/relationships" xmlns:p="http://schemas.openxmlformats.org/presentationml/2006/main">
  <p:tag name="DVSHAPEID" val="dSA3WS1WKx38U0oKhfVxUD"/>
</p:tagLst>
</file>

<file path=ppt/tags/tag21.xml><?xml version="1.0" encoding="utf-8"?>
<p:tagLst xmlns:a="http://schemas.openxmlformats.org/drawingml/2006/main" xmlns:r="http://schemas.openxmlformats.org/officeDocument/2006/relationships" xmlns:p="http://schemas.openxmlformats.org/presentationml/2006/main">
  <p:tag name="DVSHAPEID" val="RsYai1aBOtlPe8WMhL6J2l"/>
</p:tagLst>
</file>

<file path=ppt/tags/tag22.xml><?xml version="1.0" encoding="utf-8"?>
<p:tagLst xmlns:a="http://schemas.openxmlformats.org/drawingml/2006/main" xmlns:r="http://schemas.openxmlformats.org/officeDocument/2006/relationships" xmlns:p="http://schemas.openxmlformats.org/presentationml/2006/main">
  <p:tag name="DVSECTIONID" val="puY05NwHA2Pu3oMSc9Zw9K"/>
</p:tagLst>
</file>

<file path=ppt/tags/tag23.xml><?xml version="1.0" encoding="utf-8"?>
<p:tagLst xmlns:a="http://schemas.openxmlformats.org/drawingml/2006/main" xmlns:r="http://schemas.openxmlformats.org/officeDocument/2006/relationships" xmlns:p="http://schemas.openxmlformats.org/presentationml/2006/main">
  <p:tag name="DVSHAPEID" val="n0MVQiqRULVNVkpoze2NCz"/>
</p:tagLst>
</file>

<file path=ppt/tags/tag24.xml><?xml version="1.0" encoding="utf-8"?>
<p:tagLst xmlns:a="http://schemas.openxmlformats.org/drawingml/2006/main" xmlns:r="http://schemas.openxmlformats.org/officeDocument/2006/relationships" xmlns:p="http://schemas.openxmlformats.org/presentationml/2006/main">
  <p:tag name="DVSHAPEID" val="aXy3gxwz7BbCCUezb7FwxI"/>
</p:tagLst>
</file>

<file path=ppt/tags/tag25.xml><?xml version="1.0" encoding="utf-8"?>
<p:tagLst xmlns:a="http://schemas.openxmlformats.org/drawingml/2006/main" xmlns:r="http://schemas.openxmlformats.org/officeDocument/2006/relationships" xmlns:p="http://schemas.openxmlformats.org/presentationml/2006/main">
  <p:tag name="DVSECTIONID" val="puY05NwHA2Pu3oMSc9Zw9K"/>
</p:tagLst>
</file>

<file path=ppt/tags/tag26.xml><?xml version="1.0" encoding="utf-8"?>
<p:tagLst xmlns:a="http://schemas.openxmlformats.org/drawingml/2006/main" xmlns:r="http://schemas.openxmlformats.org/officeDocument/2006/relationships" xmlns:p="http://schemas.openxmlformats.org/presentationml/2006/main">
  <p:tag name="DVSHAPEID" val="n0MVQiqRULVNVkpoze2NCz"/>
</p:tagLst>
</file>

<file path=ppt/tags/tag27.xml><?xml version="1.0" encoding="utf-8"?>
<p:tagLst xmlns:a="http://schemas.openxmlformats.org/drawingml/2006/main" xmlns:r="http://schemas.openxmlformats.org/officeDocument/2006/relationships" xmlns:p="http://schemas.openxmlformats.org/presentationml/2006/main">
  <p:tag name="DVSHAPEID" val="aXy3gxwz7BbCCUezb7FwxI"/>
</p:tagLst>
</file>

<file path=ppt/tags/tag28.xml><?xml version="1.0" encoding="utf-8"?>
<p:tagLst xmlns:a="http://schemas.openxmlformats.org/drawingml/2006/main" xmlns:r="http://schemas.openxmlformats.org/officeDocument/2006/relationships" xmlns:p="http://schemas.openxmlformats.org/presentationml/2006/main">
  <p:tag name="DVSECTIONID" val="QRlLtgo7QPiFgsLEnW3m2F"/>
</p:tagLst>
</file>

<file path=ppt/tags/tag29.xml><?xml version="1.0" encoding="utf-8"?>
<p:tagLst xmlns:a="http://schemas.openxmlformats.org/drawingml/2006/main" xmlns:r="http://schemas.openxmlformats.org/officeDocument/2006/relationships" xmlns:p="http://schemas.openxmlformats.org/presentationml/2006/main">
  <p:tag name="DVSHAPEID" val="fdULg5IYw5T42kDeT80VGE"/>
</p:tagLst>
</file>

<file path=ppt/tags/tag30.xml><?xml version="1.0" encoding="utf-8"?>
<p:tagLst xmlns:a="http://schemas.openxmlformats.org/drawingml/2006/main" xmlns:r="http://schemas.openxmlformats.org/officeDocument/2006/relationships" xmlns:p="http://schemas.openxmlformats.org/presentationml/2006/main">
  <p:tag name="DVSHAPEID" val="OXgQHQTnfKeThTdVM22B7D"/>
</p:tagLst>
</file>

<file path=ppt/tags/tag31.xml><?xml version="1.0" encoding="utf-8"?>
<p:tagLst xmlns:a="http://schemas.openxmlformats.org/drawingml/2006/main" xmlns:r="http://schemas.openxmlformats.org/officeDocument/2006/relationships" xmlns:p="http://schemas.openxmlformats.org/presentationml/2006/main">
  <p:tag name="DVSECTIONID" val="E4olhywq6lkC9NTAFlDc7I"/>
</p:tagLst>
</file>

<file path=ppt/tags/tag32.xml><?xml version="1.0" encoding="utf-8"?>
<p:tagLst xmlns:a="http://schemas.openxmlformats.org/drawingml/2006/main" xmlns:r="http://schemas.openxmlformats.org/officeDocument/2006/relationships" xmlns:p="http://schemas.openxmlformats.org/presentationml/2006/main">
  <p:tag name="DVSHAPEID" val="FPEVh3LZXLuI6WxiMDXLY6"/>
</p:tagLst>
</file>

<file path=ppt/tags/tag33.xml><?xml version="1.0" encoding="utf-8"?>
<p:tagLst xmlns:a="http://schemas.openxmlformats.org/drawingml/2006/main" xmlns:r="http://schemas.openxmlformats.org/officeDocument/2006/relationships" xmlns:p="http://schemas.openxmlformats.org/presentationml/2006/main">
  <p:tag name="DVSHAPEID" val="wH2ULt73Jhl1ITscO6kgI8"/>
</p:tagLst>
</file>

<file path=ppt/tags/tag34.xml><?xml version="1.0" encoding="utf-8"?>
<p:tagLst xmlns:a="http://schemas.openxmlformats.org/drawingml/2006/main" xmlns:r="http://schemas.openxmlformats.org/officeDocument/2006/relationships" xmlns:p="http://schemas.openxmlformats.org/presentationml/2006/main">
  <p:tag name="DVSECTIONID" val="E4olhywq6lkC9NTAFlDc7I"/>
</p:tagLst>
</file>

<file path=ppt/tags/tag35.xml><?xml version="1.0" encoding="utf-8"?>
<p:tagLst xmlns:a="http://schemas.openxmlformats.org/drawingml/2006/main" xmlns:r="http://schemas.openxmlformats.org/officeDocument/2006/relationships" xmlns:p="http://schemas.openxmlformats.org/presentationml/2006/main">
  <p:tag name="DVSHAPEID" val="FPEVh3LZXLuI6WxiMDXLY6"/>
</p:tagLst>
</file>

<file path=ppt/tags/tag36.xml><?xml version="1.0" encoding="utf-8"?>
<p:tagLst xmlns:a="http://schemas.openxmlformats.org/drawingml/2006/main" xmlns:r="http://schemas.openxmlformats.org/officeDocument/2006/relationships" xmlns:p="http://schemas.openxmlformats.org/presentationml/2006/main">
  <p:tag name="DVSHAPEID" val="wH2ULt73Jhl1ITscO6kgI8"/>
</p:tagLst>
</file>

<file path=ppt/tags/tag37.xml><?xml version="1.0" encoding="utf-8"?>
<p:tagLst xmlns:a="http://schemas.openxmlformats.org/drawingml/2006/main" xmlns:r="http://schemas.openxmlformats.org/officeDocument/2006/relationships" xmlns:p="http://schemas.openxmlformats.org/presentationml/2006/main">
  <p:tag name="DVSECTIONID" val="lLCaexwXXokObxRVKFqmmI"/>
</p:tagLst>
</file>

<file path=ppt/tags/tag38.xml><?xml version="1.0" encoding="utf-8"?>
<p:tagLst xmlns:a="http://schemas.openxmlformats.org/drawingml/2006/main" xmlns:r="http://schemas.openxmlformats.org/officeDocument/2006/relationships" xmlns:p="http://schemas.openxmlformats.org/presentationml/2006/main">
  <p:tag name="DVSHAPEID" val="aVydkZbB0QbJe44kgn1pjz"/>
</p:tagLst>
</file>

<file path=ppt/tags/tag39.xml><?xml version="1.0" encoding="utf-8"?>
<p:tagLst xmlns:a="http://schemas.openxmlformats.org/drawingml/2006/main" xmlns:r="http://schemas.openxmlformats.org/officeDocument/2006/relationships" xmlns:p="http://schemas.openxmlformats.org/presentationml/2006/main">
  <p:tag name="DVSHAPEID" val="hiFe3ofksAlnZEW56PQNOf"/>
</p:tagLst>
</file>

<file path=ppt/tags/tag40.xml><?xml version="1.0" encoding="utf-8"?>
<p:tagLst xmlns:a="http://schemas.openxmlformats.org/drawingml/2006/main" xmlns:r="http://schemas.openxmlformats.org/officeDocument/2006/relationships" xmlns:p="http://schemas.openxmlformats.org/presentationml/2006/main">
  <p:tag name="DVSECTIONID" val="lLCaexwXXokObxRVKFqmmI"/>
</p:tagLst>
</file>

<file path=ppt/tags/tag41.xml><?xml version="1.0" encoding="utf-8"?>
<p:tagLst xmlns:a="http://schemas.openxmlformats.org/drawingml/2006/main" xmlns:r="http://schemas.openxmlformats.org/officeDocument/2006/relationships" xmlns:p="http://schemas.openxmlformats.org/presentationml/2006/main">
  <p:tag name="DVSHAPEID" val="aVydkZbB0QbJe44kgn1pjz"/>
</p:tagLst>
</file>

<file path=ppt/tags/tag42.xml><?xml version="1.0" encoding="utf-8"?>
<p:tagLst xmlns:a="http://schemas.openxmlformats.org/drawingml/2006/main" xmlns:r="http://schemas.openxmlformats.org/officeDocument/2006/relationships" xmlns:p="http://schemas.openxmlformats.org/presentationml/2006/main">
  <p:tag name="DVSHAPEID" val="hiFe3ofksAlnZEW56PQNOf"/>
</p:tagLst>
</file>

<file path=ppt/tags/tag43.xml><?xml version="1.0" encoding="utf-8"?>
<p:tagLst xmlns:a="http://schemas.openxmlformats.org/drawingml/2006/main" xmlns:r="http://schemas.openxmlformats.org/officeDocument/2006/relationships" xmlns:p="http://schemas.openxmlformats.org/presentationml/2006/main">
  <p:tag name="DVSECTIONID" val="lLCaexwXXokObxRVKFqmmI"/>
</p:tagLst>
</file>

<file path=ppt/tags/tag44.xml><?xml version="1.0" encoding="utf-8"?>
<p:tagLst xmlns:a="http://schemas.openxmlformats.org/drawingml/2006/main" xmlns:r="http://schemas.openxmlformats.org/officeDocument/2006/relationships" xmlns:p="http://schemas.openxmlformats.org/presentationml/2006/main">
  <p:tag name="DVSHAPEID" val="aVydkZbB0QbJe44kgn1pjz"/>
</p:tagLst>
</file>

<file path=ppt/tags/tag45.xml><?xml version="1.0" encoding="utf-8"?>
<p:tagLst xmlns:a="http://schemas.openxmlformats.org/drawingml/2006/main" xmlns:r="http://schemas.openxmlformats.org/officeDocument/2006/relationships" xmlns:p="http://schemas.openxmlformats.org/presentationml/2006/main">
  <p:tag name="DVSHAPEID" val="hiFe3ofksAlnZEW56PQNOf"/>
</p:tagLst>
</file>

<file path=ppt/theme/theme1.xml><?xml version="1.0" encoding="utf-8"?>
<a:theme xmlns:a="http://schemas.openxmlformats.org/drawingml/2006/main" name="Theme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5B60CE4C-EDC0-496D-AE6D-84B42325BD16}" vid="{64883BDB-BA55-4845-887F-AD4C7C3254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WIN Lecture Final template-T1-2022</Template>
  <TotalTime>682</TotalTime>
  <Words>1122</Words>
  <Application>Microsoft Office PowerPoint</Application>
  <PresentationFormat>Widescreen</PresentationFormat>
  <Paragraphs>183</Paragraphs>
  <Slides>23</Slides>
  <Notes>16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23</vt:i4>
      </vt:variant>
    </vt:vector>
  </HeadingPairs>
  <TitlesOfParts>
    <vt:vector size="36" baseType="lpstr">
      <vt:lpstr>微软雅黑</vt:lpstr>
      <vt:lpstr>宋体</vt:lpstr>
      <vt:lpstr>Arabic Typesetting</vt:lpstr>
      <vt:lpstr>Arial</vt:lpstr>
      <vt:lpstr>Book Antiqua</vt:lpstr>
      <vt:lpstr>Bookman Old Style</vt:lpstr>
      <vt:lpstr>Calibri</vt:lpstr>
      <vt:lpstr>Calibri Light</vt:lpstr>
      <vt:lpstr>Consolas</vt:lpstr>
      <vt:lpstr>等线</vt:lpstr>
      <vt:lpstr>等线 Light</vt:lpstr>
      <vt:lpstr>Gill Sans</vt:lpstr>
      <vt:lpstr>Theme2</vt:lpstr>
      <vt:lpstr>PowerPoint Presentation</vt:lpstr>
      <vt:lpstr>This Weeks Lecture</vt:lpstr>
      <vt:lpstr>HTML Responsive Web Design</vt:lpstr>
      <vt:lpstr>Setting The Viewport</vt:lpstr>
      <vt:lpstr>Responsive Images</vt:lpstr>
      <vt:lpstr>Using the max-width Property </vt:lpstr>
      <vt:lpstr>Show Different Images Depending on Browser Width</vt:lpstr>
      <vt:lpstr>Responsive Text Size</vt:lpstr>
      <vt:lpstr>Responsive Grid-View</vt:lpstr>
      <vt:lpstr>Responsive Grid-View …</vt:lpstr>
      <vt:lpstr>Responsive Grid-View …</vt:lpstr>
      <vt:lpstr>Responsive Grid-View …</vt:lpstr>
      <vt:lpstr>Media Queries</vt:lpstr>
      <vt:lpstr>Media Queries</vt:lpstr>
      <vt:lpstr>Add a Breakpoint</vt:lpstr>
      <vt:lpstr>Always Design for Mobile First</vt:lpstr>
      <vt:lpstr>Another Breakpoint</vt:lpstr>
      <vt:lpstr>Hide Elements With Media Queries</vt:lpstr>
      <vt:lpstr>Change Font Size With Media Queries</vt:lpstr>
      <vt:lpstr>CSS Flexbox</vt:lpstr>
      <vt:lpstr>CSS Flex Container</vt:lpstr>
      <vt:lpstr>Summary</vt:lpstr>
      <vt:lpstr>Next Weeks Lecture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Kiran Lakkaraju</dc:creator>
  <cp:lastModifiedBy>Dr. Ali Odeh. Aljaafreh</cp:lastModifiedBy>
  <cp:revision>16</cp:revision>
  <dcterms:created xsi:type="dcterms:W3CDTF">2022-03-12T12:34:51Z</dcterms:created>
  <dcterms:modified xsi:type="dcterms:W3CDTF">2023-09-04T15:51:21Z</dcterms:modified>
</cp:coreProperties>
</file>