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8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8" r:id="rId11"/>
    <p:sldId id="352" r:id="rId12"/>
    <p:sldId id="357" r:id="rId13"/>
    <p:sldId id="356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1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4B5394-50EE-42AF-843B-BF8E7B4B15F7}">
          <p14:sldIdLst>
            <p14:sldId id="256"/>
            <p14:sldId id="257"/>
            <p14:sldId id="345"/>
            <p14:sldId id="346"/>
            <p14:sldId id="347"/>
            <p14:sldId id="348"/>
            <p14:sldId id="349"/>
            <p14:sldId id="350"/>
            <p14:sldId id="351"/>
            <p14:sldId id="358"/>
            <p14:sldId id="352"/>
            <p14:sldId id="357"/>
            <p14:sldId id="356"/>
            <p14:sldId id="359"/>
            <p14:sldId id="360"/>
            <p14:sldId id="361"/>
            <p14:sldId id="362"/>
            <p14:sldId id="363"/>
            <p14:sldId id="364"/>
            <p14:sldId id="365"/>
            <p14:sldId id="318"/>
          </p14:sldIdLst>
        </p14:section>
        <p14:section name="Next Week" id="{FD86B605-444E-4BCA-826D-771DBC58A369}">
          <p14:sldIdLst/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F3B464-E798-4996-B5C6-8062CA80B728}" v="17" dt="2022-05-15T03:29:19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75229" autoAdjust="0"/>
  </p:normalViewPr>
  <p:slideViewPr>
    <p:cSldViewPr>
      <p:cViewPr>
        <p:scale>
          <a:sx n="93" d="100"/>
          <a:sy n="93" d="100"/>
        </p:scale>
        <p:origin x="-1218" y="13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. Lakkaraju" userId="67789ed4-6cf2-46dd-bb2a-c209225f1b65" providerId="ADAL" clId="{3AEABB10-8281-4FAD-B6A6-EAB247D7FD4D}"/>
    <pc:docChg chg="modSld">
      <pc:chgData name="Sai K. Lakkaraju" userId="67789ed4-6cf2-46dd-bb2a-c209225f1b65" providerId="ADAL" clId="{3AEABB10-8281-4FAD-B6A6-EAB247D7FD4D}" dt="2022-04-12T03:06:10.283" v="77" actId="20577"/>
      <pc:docMkLst>
        <pc:docMk/>
      </pc:docMkLst>
      <pc:sldChg chg="modSp mod">
        <pc:chgData name="Sai K. Lakkaraju" userId="67789ed4-6cf2-46dd-bb2a-c209225f1b65" providerId="ADAL" clId="{3AEABB10-8281-4FAD-B6A6-EAB247D7FD4D}" dt="2022-04-12T02:47:06.190" v="1" actId="20577"/>
        <pc:sldMkLst>
          <pc:docMk/>
          <pc:sldMk cId="715634170" sldId="256"/>
        </pc:sldMkLst>
        <pc:spChg chg="mod">
          <ac:chgData name="Sai K. Lakkaraju" userId="67789ed4-6cf2-46dd-bb2a-c209225f1b65" providerId="ADAL" clId="{3AEABB10-8281-4FAD-B6A6-EAB247D7FD4D}" dt="2022-04-12T02:47:06.190" v="1" actId="20577"/>
          <ac:spMkLst>
            <pc:docMk/>
            <pc:sldMk cId="715634170" sldId="256"/>
            <ac:spMk id="3" creationId="{94875C1C-3858-44F5-9117-CB658AFD44E3}"/>
          </ac:spMkLst>
        </pc:spChg>
      </pc:sldChg>
      <pc:sldChg chg="modNotesTx">
        <pc:chgData name="Sai K. Lakkaraju" userId="67789ed4-6cf2-46dd-bb2a-c209225f1b65" providerId="ADAL" clId="{3AEABB10-8281-4FAD-B6A6-EAB247D7FD4D}" dt="2022-04-12T03:06:10.283" v="77" actId="20577"/>
        <pc:sldMkLst>
          <pc:docMk/>
          <pc:sldMk cId="2000789401" sldId="322"/>
        </pc:sldMkLst>
      </pc:sldChg>
    </pc:docChg>
  </pc:docChgLst>
  <pc:docChgLst>
    <pc:chgData name="Sai Lakkaraju" userId="67789ed4-6cf2-46dd-bb2a-c209225f1b65" providerId="ADAL" clId="{23F3B464-E798-4996-B5C6-8062CA80B728}"/>
    <pc:docChg chg="custSel addSld delSld modSld delSection modSection">
      <pc:chgData name="Sai Lakkaraju" userId="67789ed4-6cf2-46dd-bb2a-c209225f1b65" providerId="ADAL" clId="{23F3B464-E798-4996-B5C6-8062CA80B728}" dt="2022-05-15T03:33:08.538" v="114" actId="15"/>
      <pc:docMkLst>
        <pc:docMk/>
      </pc:docMkLst>
      <pc:sldChg chg="modSp mod">
        <pc:chgData name="Sai Lakkaraju" userId="67789ed4-6cf2-46dd-bb2a-c209225f1b65" providerId="ADAL" clId="{23F3B464-E798-4996-B5C6-8062CA80B728}" dt="2022-05-15T02:54:35.185" v="1" actId="20577"/>
        <pc:sldMkLst>
          <pc:docMk/>
          <pc:sldMk cId="715634170" sldId="256"/>
        </pc:sldMkLst>
        <pc:spChg chg="mod">
          <ac:chgData name="Sai Lakkaraju" userId="67789ed4-6cf2-46dd-bb2a-c209225f1b65" providerId="ADAL" clId="{23F3B464-E798-4996-B5C6-8062CA80B728}" dt="2022-05-15T02:54:35.185" v="1" actId="20577"/>
          <ac:spMkLst>
            <pc:docMk/>
            <pc:sldMk cId="715634170" sldId="256"/>
            <ac:spMk id="3" creationId="{94875C1C-3858-44F5-9117-CB658AFD44E3}"/>
          </ac:spMkLst>
        </pc:spChg>
      </pc:sldChg>
      <pc:sldChg chg="addSp delSp modSp add mod modClrScheme chgLayout">
        <pc:chgData name="Sai Lakkaraju" userId="67789ed4-6cf2-46dd-bb2a-c209225f1b65" providerId="ADAL" clId="{23F3B464-E798-4996-B5C6-8062CA80B728}" dt="2022-05-15T03:28:03.448" v="74"/>
        <pc:sldMkLst>
          <pc:docMk/>
          <pc:sldMk cId="2183107123" sldId="257"/>
        </pc:sldMkLst>
        <pc:spChg chg="add del mod ord">
          <ac:chgData name="Sai Lakkaraju" userId="67789ed4-6cf2-46dd-bb2a-c209225f1b65" providerId="ADAL" clId="{23F3B464-E798-4996-B5C6-8062CA80B728}" dt="2022-05-15T03:28:03.448" v="74"/>
          <ac:spMkLst>
            <pc:docMk/>
            <pc:sldMk cId="2183107123" sldId="257"/>
            <ac:spMk id="2" creationId="{E1603EB6-9B66-96AD-769D-05739180D427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2183107123" sldId="25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2183107123" sldId="257"/>
            <ac:spMk id="4" creationId="{199B7D23-64D8-A6AE-D540-23DF70FB2A38}"/>
          </ac:spMkLst>
        </pc:spChg>
        <pc:spChg chg="add mod">
          <ac:chgData name="Sai Lakkaraju" userId="67789ed4-6cf2-46dd-bb2a-c209225f1b65" providerId="ADAL" clId="{23F3B464-E798-4996-B5C6-8062CA80B728}" dt="2022-05-15T03:28:03.448" v="74"/>
          <ac:spMkLst>
            <pc:docMk/>
            <pc:sldMk cId="2183107123" sldId="257"/>
            <ac:spMk id="5" creationId="{FBAF93E8-B21C-46B2-01BE-B2B3DEB392AD}"/>
          </ac:spMkLst>
        </pc:spChg>
      </pc:sldChg>
      <pc:sldChg chg="addSp delSp modSp add del mod modClrScheme chgLayout">
        <pc:chgData name="Sai Lakkaraju" userId="67789ed4-6cf2-46dd-bb2a-c209225f1b65" providerId="ADAL" clId="{23F3B464-E798-4996-B5C6-8062CA80B728}" dt="2022-05-15T03:27:31.755" v="70" actId="47"/>
        <pc:sldMkLst>
          <pc:docMk/>
          <pc:sldMk cId="194403597" sldId="259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194403597" sldId="259"/>
            <ac:spMk id="2" creationId="{A8B981FE-1846-B3C7-CD04-DD4C7C78DC56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194403597" sldId="259"/>
            <ac:spMk id="3" creationId="{B594D2EB-B6AE-4FB0-D3C0-350AAC38ABE5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194403597" sldId="259"/>
            <ac:spMk id="4" creationId="{C7448CE4-51C1-08B3-4187-9B8F9EA0F079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194403597" sldId="259"/>
            <ac:spMk id="6" creationId="{00000000-0000-0000-0000-000000000000}"/>
          </ac:spMkLst>
        </pc:spChg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521356257" sldId="260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521356257" sldId="260"/>
            <ac:spMk id="2" creationId="{2ECD1ABC-043C-EDF9-E18D-C65AC2BEDB52}"/>
          </ac:spMkLst>
        </pc:spChg>
        <pc:spChg chg="mod ord">
          <ac:chgData name="Sai Lakkaraju" userId="67789ed4-6cf2-46dd-bb2a-c209225f1b65" providerId="ADAL" clId="{23F3B464-E798-4996-B5C6-8062CA80B728}" dt="2022-05-15T03:09:28.438" v="35" actId="20577"/>
          <ac:spMkLst>
            <pc:docMk/>
            <pc:sldMk cId="3521356257" sldId="260"/>
            <ac:spMk id="3" creationId="{00000000-0000-0000-0000-000000000000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521356257" sldId="260"/>
            <ac:spMk id="4" creationId="{CAE683A9-39CF-76E2-316C-FD8ED32967CD}"/>
          </ac:spMkLst>
        </pc:spChg>
        <pc:spChg chg="add mod ord">
          <ac:chgData name="Sai Lakkaraju" userId="67789ed4-6cf2-46dd-bb2a-c209225f1b65" providerId="ADAL" clId="{23F3B464-E798-4996-B5C6-8062CA80B728}" dt="2022-05-15T03:09:14.091" v="32"/>
          <ac:spMkLst>
            <pc:docMk/>
            <pc:sldMk cId="3521356257" sldId="260"/>
            <ac:spMk id="5" creationId="{6E959DAC-ADCF-FE80-F96B-0564DBB847A4}"/>
          </ac:spMkLst>
        </pc:spChg>
        <pc:spChg chg="add del mod">
          <ac:chgData name="Sai Lakkaraju" userId="67789ed4-6cf2-46dd-bb2a-c209225f1b65" providerId="ADAL" clId="{23F3B464-E798-4996-B5C6-8062CA80B728}" dt="2022-05-15T03:09:14.091" v="32"/>
          <ac:spMkLst>
            <pc:docMk/>
            <pc:sldMk cId="3521356257" sldId="260"/>
            <ac:spMk id="6" creationId="{B1FF7811-10E2-D2DB-3AEA-6AC583B2DB54}"/>
          </ac:spMkLst>
        </pc:spChg>
        <pc:spChg chg="add del mod">
          <ac:chgData name="Sai Lakkaraju" userId="67789ed4-6cf2-46dd-bb2a-c209225f1b65" providerId="ADAL" clId="{23F3B464-E798-4996-B5C6-8062CA80B728}" dt="2022-05-15T03:09:14.091" v="32"/>
          <ac:spMkLst>
            <pc:docMk/>
            <pc:sldMk cId="3521356257" sldId="260"/>
            <ac:spMk id="7" creationId="{CB653CA7-3EA4-1416-0046-2EDC17710A02}"/>
          </ac:spMkLst>
        </pc:spChg>
        <pc:spChg chg="del mod">
          <ac:chgData name="Sai Lakkaraju" userId="67789ed4-6cf2-46dd-bb2a-c209225f1b65" providerId="ADAL" clId="{23F3B464-E798-4996-B5C6-8062CA80B728}" dt="2022-05-15T03:09:04.354" v="25" actId="478"/>
          <ac:spMkLst>
            <pc:docMk/>
            <pc:sldMk cId="3521356257" sldId="260"/>
            <ac:spMk id="10" creationId="{00000000-0000-0000-0000-000000000000}"/>
          </ac:spMkLst>
        </pc:spChg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9798925" sldId="262"/>
        </pc:sldMkLst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9798925" sldId="262"/>
            <ac:spMk id="2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9798925" sldId="262"/>
            <ac:spMk id="3" creationId="{BEC15534-962B-BB2B-B83D-74AF79012391}"/>
          </ac:spMkLst>
        </pc:spChg>
        <pc:spChg chg="add del mo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9798925" sldId="262"/>
            <ac:spMk id="5" creationId="{23E2E2B6-EC0F-733E-E75B-0D1B04D5BEFC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9798925" sldId="262"/>
            <ac:spMk id="6" creationId="{F2A4D4AE-A9C2-C99F-1D2B-CD977D195BDC}"/>
          </ac:spMkLst>
        </pc:spChg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2448991459" sldId="266"/>
        </pc:sldMkLst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2643225109" sldId="267"/>
        </pc:sldMkLst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3487809392" sldId="268"/>
        </pc:sldMkLst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636588591" sldId="273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636588591" sldId="273"/>
            <ac:spMk id="3" creationId="{F836C127-D279-7CD8-E6D6-79A60D0D2C2F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636588591" sldId="273"/>
            <ac:spMk id="4" creationId="{C9F98E7C-2AB0-033A-9CDD-6EAA940AC696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636588591" sldId="273"/>
            <ac:spMk id="11266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636588591" sldId="273"/>
            <ac:spMk id="11267" creationId="{00000000-0000-0000-0000-000000000000}"/>
          </ac:spMkLst>
        </pc:spChg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511593561" sldId="275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511593561" sldId="275"/>
            <ac:spMk id="2" creationId="{97B03D2F-9753-1F09-134A-9D1E2F680B04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511593561" sldId="275"/>
            <ac:spMk id="3" creationId="{FB5D6EC2-AD64-8E5B-C9EF-79B48C34CE11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511593561" sldId="275"/>
            <ac:spMk id="14340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511593561" sldId="275"/>
            <ac:spMk id="14344" creationId="{00000000-0000-0000-0000-000000000000}"/>
          </ac:spMkLst>
        </pc:spChg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777817630" sldId="277"/>
        </pc:sldMkLst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777817630" sldId="277"/>
            <ac:spMk id="2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777817630" sldId="27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777817630" sldId="277"/>
            <ac:spMk id="5" creationId="{FF1D5344-B898-DD1A-3B6B-6D1219FE93CA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777817630" sldId="277"/>
            <ac:spMk id="6" creationId="{101C1050-CE54-22CF-9AE7-84BF83AEA33A}"/>
          </ac:spMkLst>
        </pc:spChg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383378417" sldId="278"/>
        </pc:sldMkLst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1796800335" sldId="281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1796800335" sldId="281"/>
            <ac:spMk id="2" creationId="{135ADA7A-5DC7-0EB5-96E9-AD04FE0ADB7A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1796800335" sldId="281"/>
            <ac:spMk id="3" creationId="{64145D7C-1AA7-31E6-2A34-6F6F17C6FAD8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1796800335" sldId="281"/>
            <ac:spMk id="78850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1796800335" sldId="281"/>
            <ac:spMk id="78851" creationId="{00000000-0000-0000-0000-000000000000}"/>
          </ac:spMkLst>
        </pc:spChg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1113104006" sldId="288"/>
        </pc:sldMkLst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1339729014" sldId="309"/>
        </pc:sldMkLst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3827050418" sldId="312"/>
        </pc:sldMkLst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294017592" sldId="313"/>
        </pc:sldMkLst>
      </pc:sldChg>
      <pc:sldChg chg="del">
        <pc:chgData name="Sai Lakkaraju" userId="67789ed4-6cf2-46dd-bb2a-c209225f1b65" providerId="ADAL" clId="{23F3B464-E798-4996-B5C6-8062CA80B728}" dt="2022-05-15T02:54:53.217" v="2" actId="47"/>
        <pc:sldMkLst>
          <pc:docMk/>
          <pc:sldMk cId="1520417889" sldId="314"/>
        </pc:sldMkLst>
      </pc:sldChg>
      <pc:sldChg chg="addSp delSp modSp add del mod chgLayout">
        <pc:chgData name="Sai Lakkaraju" userId="67789ed4-6cf2-46dd-bb2a-c209225f1b65" providerId="ADAL" clId="{23F3B464-E798-4996-B5C6-8062CA80B728}" dt="2022-05-15T03:28:03.448" v="74"/>
        <pc:sldMkLst>
          <pc:docMk/>
          <pc:sldMk cId="3421247528" sldId="318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421247528" sldId="318"/>
            <ac:spMk id="2" creationId="{3FFEE099-9AC1-2EE4-E9BC-724FC6730F5E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421247528" sldId="318"/>
            <ac:spMk id="2" creationId="{736FBAA1-3C93-609B-97E1-86A3C30F197D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421247528" sldId="318"/>
            <ac:spMk id="3" creationId="{4CC41671-C4DC-D495-92F5-61BD22CBF95B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421247528" sldId="318"/>
            <ac:spMk id="3" creationId="{9AC16BDE-97E5-FF4A-C112-6A5C812703A6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3421247528" sldId="318"/>
            <ac:spMk id="55298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3421247528" sldId="318"/>
            <ac:spMk id="55299" creationId="{00000000-0000-0000-0000-000000000000}"/>
          </ac:spMkLst>
        </pc:spChg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2158283052" sldId="332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2158283052" sldId="332"/>
            <ac:spMk id="2" creationId="{6F574A35-E97F-EC3C-5A2E-9704009EEED3}"/>
          </ac:spMkLst>
        </pc:spChg>
        <pc:spChg chg="mod ord">
          <ac:chgData name="Sai Lakkaraju" userId="67789ed4-6cf2-46dd-bb2a-c209225f1b65" providerId="ADAL" clId="{23F3B464-E798-4996-B5C6-8062CA80B728}" dt="2022-05-15T03:09:47.595" v="44"/>
          <ac:spMkLst>
            <pc:docMk/>
            <pc:sldMk cId="2158283052" sldId="332"/>
            <ac:spMk id="3" creationId="{00000000-0000-0000-0000-000000000000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2158283052" sldId="332"/>
            <ac:spMk id="4" creationId="{57A484A9-BDDD-DF8E-AB94-29708AE3644A}"/>
          </ac:spMkLst>
        </pc:spChg>
        <pc:spChg chg="add mod ord">
          <ac:chgData name="Sai Lakkaraju" userId="67789ed4-6cf2-46dd-bb2a-c209225f1b65" providerId="ADAL" clId="{23F3B464-E798-4996-B5C6-8062CA80B728}" dt="2022-05-15T03:09:47.595" v="44"/>
          <ac:spMkLst>
            <pc:docMk/>
            <pc:sldMk cId="2158283052" sldId="332"/>
            <ac:spMk id="5" creationId="{A18F5B77-90EA-E615-1B9D-CF6DBD4E4062}"/>
          </ac:spMkLst>
        </pc:spChg>
        <pc:spChg chg="add del mod">
          <ac:chgData name="Sai Lakkaraju" userId="67789ed4-6cf2-46dd-bb2a-c209225f1b65" providerId="ADAL" clId="{23F3B464-E798-4996-B5C6-8062CA80B728}" dt="2022-05-15T03:09:47.595" v="44"/>
          <ac:spMkLst>
            <pc:docMk/>
            <pc:sldMk cId="2158283052" sldId="332"/>
            <ac:spMk id="6" creationId="{2AB502B1-EC92-1224-28DA-80EBC33FE6F9}"/>
          </ac:spMkLst>
        </pc:spChg>
        <pc:spChg chg="add del mod">
          <ac:chgData name="Sai Lakkaraju" userId="67789ed4-6cf2-46dd-bb2a-c209225f1b65" providerId="ADAL" clId="{23F3B464-E798-4996-B5C6-8062CA80B728}" dt="2022-05-15T03:09:47.595" v="44"/>
          <ac:spMkLst>
            <pc:docMk/>
            <pc:sldMk cId="2158283052" sldId="332"/>
            <ac:spMk id="7" creationId="{E30DD966-F7D7-64D6-95FE-9555332C0C29}"/>
          </ac:spMkLst>
        </pc:spChg>
        <pc:spChg chg="del mod">
          <ac:chgData name="Sai Lakkaraju" userId="67789ed4-6cf2-46dd-bb2a-c209225f1b65" providerId="ADAL" clId="{23F3B464-E798-4996-B5C6-8062CA80B728}" dt="2022-05-15T03:09:38.927" v="37" actId="478"/>
          <ac:spMkLst>
            <pc:docMk/>
            <pc:sldMk cId="2158283052" sldId="332"/>
            <ac:spMk id="10" creationId="{00000000-0000-0000-0000-000000000000}"/>
          </ac:spMkLst>
        </pc:spChg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506391433" sldId="333"/>
        </pc:sldMkLst>
        <pc:spChg chg="del">
          <ac:chgData name="Sai Lakkaraju" userId="67789ed4-6cf2-46dd-bb2a-c209225f1b65" providerId="ADAL" clId="{23F3B464-E798-4996-B5C6-8062CA80B728}" dt="2022-05-15T02:56:07.905" v="7"/>
          <ac:spMkLst>
            <pc:docMk/>
            <pc:sldMk cId="3506391433" sldId="333"/>
            <ac:spMk id="3" creationId="{00000000-0000-0000-0000-000000000000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506391433" sldId="333"/>
            <ac:spMk id="4" creationId="{777FA4F9-7144-3D91-2A3B-324B81FE816C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506391433" sldId="333"/>
            <ac:spMk id="5" creationId="{7540641D-6864-ABE3-D023-69392C0383E3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506391433" sldId="333"/>
            <ac:spMk id="6" creationId="{FB9E3BB8-A2DD-2D8E-0B2F-EEC387EBE32F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506391433" sldId="333"/>
            <ac:spMk id="7" creationId="{9343625F-D9D0-3AE7-1F04-419874E12C2F}"/>
          </ac:spMkLst>
        </pc:spChg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675180938" sldId="334"/>
        </pc:sldMkLst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675180938" sldId="334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675180938" sldId="334"/>
            <ac:spMk id="4" creationId="{817700D7-3790-E09D-9FB2-FC498DEE23E6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675180938" sldId="334"/>
            <ac:spMk id="5" creationId="{5B9587CF-DE37-40E5-7D98-C1F5BF1FB089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675180938" sldId="334"/>
            <ac:spMk id="6" creationId="{D79DA182-4D89-6C98-4061-1EC5958C5753}"/>
          </ac:spMkLst>
        </pc:spChg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537819638" sldId="335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537819638" sldId="335"/>
            <ac:spMk id="2" creationId="{AE369FCC-3469-B0A0-B28F-439633E6E90F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537819638" sldId="335"/>
            <ac:spMk id="3" creationId="{00000000-0000-0000-0000-000000000000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537819638" sldId="335"/>
            <ac:spMk id="4" creationId="{9B9B5CDE-99AA-0DF1-6D38-B68DA53F6A31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537819638" sldId="335"/>
            <ac:spMk id="7" creationId="{1C3E25AC-C67C-479A-FCCD-77CA5FF51EF2}"/>
          </ac:spMkLst>
        </pc:spChg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792855501" sldId="336"/>
        </pc:sldMkLst>
        <pc:spChg chg="del">
          <ac:chgData name="Sai Lakkaraju" userId="67789ed4-6cf2-46dd-bb2a-c209225f1b65" providerId="ADAL" clId="{23F3B464-E798-4996-B5C6-8062CA80B728}" dt="2022-05-15T02:56:07.905" v="7"/>
          <ac:spMkLst>
            <pc:docMk/>
            <pc:sldMk cId="792855501" sldId="336"/>
            <ac:spMk id="2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792855501" sldId="336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792855501" sldId="336"/>
            <ac:spMk id="5" creationId="{94308364-40B0-0198-F85F-7682B626AC21}"/>
          </ac:spMkLst>
        </pc:spChg>
        <pc:spChg chg="add del mo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792855501" sldId="336"/>
            <ac:spMk id="6" creationId="{400A6A1D-2B56-C23D-C134-B77052704F49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792855501" sldId="336"/>
            <ac:spMk id="7" creationId="{357231F1-1FD0-4EAE-D54A-097837D5F88E}"/>
          </ac:spMkLst>
        </pc:spChg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359468493" sldId="337"/>
        </pc:sldMkLst>
        <pc:spChg chg="del">
          <ac:chgData name="Sai Lakkaraju" userId="67789ed4-6cf2-46dd-bb2a-c209225f1b65" providerId="ADAL" clId="{23F3B464-E798-4996-B5C6-8062CA80B728}" dt="2022-05-15T02:56:07.905" v="7"/>
          <ac:spMkLst>
            <pc:docMk/>
            <pc:sldMk cId="3359468493" sldId="337"/>
            <ac:spMk id="2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359468493" sldId="33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359468493" sldId="337"/>
            <ac:spMk id="5" creationId="{C3794A6C-279F-D286-BB19-172C15A31BB1}"/>
          </ac:spMkLst>
        </pc:spChg>
        <pc:spChg chg="add del mo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359468493" sldId="337"/>
            <ac:spMk id="6" creationId="{366CD5F6-7050-AB3A-5562-B57A65225007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359468493" sldId="337"/>
            <ac:spMk id="7" creationId="{8AD1DFE8-7276-00FF-1539-A2DA32F0E822}"/>
          </ac:spMkLst>
        </pc:spChg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52770739" sldId="338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52770739" sldId="338"/>
            <ac:spMk id="2" creationId="{99A6890B-0DF0-4BE7-D179-51667D435195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52770739" sldId="338"/>
            <ac:spMk id="3" creationId="{F58D8693-D4B6-94AE-9CEA-C7688E673CC6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52770739" sldId="338"/>
            <ac:spMk id="14340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52770739" sldId="338"/>
            <ac:spMk id="14344" creationId="{00000000-0000-0000-0000-000000000000}"/>
          </ac:spMkLst>
        </pc:spChg>
      </pc:sldChg>
      <pc:sldChg chg="del">
        <pc:chgData name="Sai Lakkaraju" userId="67789ed4-6cf2-46dd-bb2a-c209225f1b65" providerId="ADAL" clId="{23F3B464-E798-4996-B5C6-8062CA80B728}" dt="2022-05-15T02:54:58.342" v="3" actId="47"/>
        <pc:sldMkLst>
          <pc:docMk/>
          <pc:sldMk cId="759478288" sldId="339"/>
        </pc:sldMkLst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4251477526" sldId="339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4251477526" sldId="339"/>
            <ac:spMk id="2" creationId="{6FD47C0A-56A6-8D36-2FFC-FAD5F7C62387}"/>
          </ac:spMkLst>
        </pc:spChg>
        <pc:spChg chg="mod ord">
          <ac:chgData name="Sai Lakkaraju" userId="67789ed4-6cf2-46dd-bb2a-c209225f1b65" providerId="ADAL" clId="{23F3B464-E798-4996-B5C6-8062CA80B728}" dt="2022-05-15T03:10:20.189" v="55" actId="403"/>
          <ac:spMkLst>
            <pc:docMk/>
            <pc:sldMk cId="4251477526" sldId="339"/>
            <ac:spMk id="3" creationId="{00000000-0000-0000-0000-000000000000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4251477526" sldId="339"/>
            <ac:spMk id="4" creationId="{F9A87A4A-4C46-3831-EFC5-F43D214A63FD}"/>
          </ac:spMkLst>
        </pc:spChg>
        <pc:spChg chg="add mod ord">
          <ac:chgData name="Sai Lakkaraju" userId="67789ed4-6cf2-46dd-bb2a-c209225f1b65" providerId="ADAL" clId="{23F3B464-E798-4996-B5C6-8062CA80B728}" dt="2022-05-15T03:10:13.195" v="53"/>
          <ac:spMkLst>
            <pc:docMk/>
            <pc:sldMk cId="4251477526" sldId="339"/>
            <ac:spMk id="5" creationId="{5AFD65DB-9545-8C79-3EB0-DB57FA80BEED}"/>
          </ac:spMkLst>
        </pc:spChg>
        <pc:spChg chg="add del mod">
          <ac:chgData name="Sai Lakkaraju" userId="67789ed4-6cf2-46dd-bb2a-c209225f1b65" providerId="ADAL" clId="{23F3B464-E798-4996-B5C6-8062CA80B728}" dt="2022-05-15T03:10:13.195" v="53"/>
          <ac:spMkLst>
            <pc:docMk/>
            <pc:sldMk cId="4251477526" sldId="339"/>
            <ac:spMk id="6" creationId="{36B49D2A-EF8E-8DF5-3523-9CE057343842}"/>
          </ac:spMkLst>
        </pc:spChg>
        <pc:spChg chg="add del mod">
          <ac:chgData name="Sai Lakkaraju" userId="67789ed4-6cf2-46dd-bb2a-c209225f1b65" providerId="ADAL" clId="{23F3B464-E798-4996-B5C6-8062CA80B728}" dt="2022-05-15T03:10:13.195" v="53"/>
          <ac:spMkLst>
            <pc:docMk/>
            <pc:sldMk cId="4251477526" sldId="339"/>
            <ac:spMk id="7" creationId="{2BB87C2F-F705-2970-B9F9-845749D14FA4}"/>
          </ac:spMkLst>
        </pc:spChg>
        <pc:spChg chg="del mod">
          <ac:chgData name="Sai Lakkaraju" userId="67789ed4-6cf2-46dd-bb2a-c209225f1b65" providerId="ADAL" clId="{23F3B464-E798-4996-B5C6-8062CA80B728}" dt="2022-05-15T03:10:04.215" v="46" actId="478"/>
          <ac:spMkLst>
            <pc:docMk/>
            <pc:sldMk cId="4251477526" sldId="339"/>
            <ac:spMk id="10" creationId="{00000000-0000-0000-0000-000000000000}"/>
          </ac:spMkLst>
        </pc:spChg>
      </pc:sldChg>
      <pc:sldChg chg="del">
        <pc:chgData name="Sai Lakkaraju" userId="67789ed4-6cf2-46dd-bb2a-c209225f1b65" providerId="ADAL" clId="{23F3B464-E798-4996-B5C6-8062CA80B728}" dt="2022-05-15T03:27:35.148" v="71" actId="47"/>
        <pc:sldMkLst>
          <pc:docMk/>
          <pc:sldMk cId="3737601890" sldId="340"/>
        </pc:sldMkLst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2183107123" sldId="341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2183107123" sldId="341"/>
            <ac:spMk id="2" creationId="{85F4832D-6BBF-564A-2277-555BF895C660}"/>
          </ac:spMkLst>
        </pc:spChg>
        <pc:spChg chg="mod ord">
          <ac:chgData name="Sai Lakkaraju" userId="67789ed4-6cf2-46dd-bb2a-c209225f1b65" providerId="ADAL" clId="{23F3B464-E798-4996-B5C6-8062CA80B728}" dt="2022-05-15T03:08:48.205" v="23" actId="403"/>
          <ac:spMkLst>
            <pc:docMk/>
            <pc:sldMk cId="2183107123" sldId="341"/>
            <ac:spMk id="3" creationId="{00000000-0000-0000-0000-000000000000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2183107123" sldId="341"/>
            <ac:spMk id="4" creationId="{4404E547-FDA7-1B4B-FD00-BC26E40FB8D6}"/>
          </ac:spMkLst>
        </pc:spChg>
        <pc:spChg chg="add mod ord">
          <ac:chgData name="Sai Lakkaraju" userId="67789ed4-6cf2-46dd-bb2a-c209225f1b65" providerId="ADAL" clId="{23F3B464-E798-4996-B5C6-8062CA80B728}" dt="2022-05-15T03:08:43.439" v="21"/>
          <ac:spMkLst>
            <pc:docMk/>
            <pc:sldMk cId="2183107123" sldId="341"/>
            <ac:spMk id="5" creationId="{47AE0CF4-2A13-13F1-8DDA-BFAB7660ED66}"/>
          </ac:spMkLst>
        </pc:spChg>
        <pc:spChg chg="add del mod">
          <ac:chgData name="Sai Lakkaraju" userId="67789ed4-6cf2-46dd-bb2a-c209225f1b65" providerId="ADAL" clId="{23F3B464-E798-4996-B5C6-8062CA80B728}" dt="2022-05-15T03:08:37.158" v="16"/>
          <ac:spMkLst>
            <pc:docMk/>
            <pc:sldMk cId="2183107123" sldId="341"/>
            <ac:spMk id="6" creationId="{876E8EFB-DA6E-32E7-3CD5-1A1A9D449991}"/>
          </ac:spMkLst>
        </pc:spChg>
        <pc:spChg chg="add del mod">
          <ac:chgData name="Sai Lakkaraju" userId="67789ed4-6cf2-46dd-bb2a-c209225f1b65" providerId="ADAL" clId="{23F3B464-E798-4996-B5C6-8062CA80B728}" dt="2022-05-15T03:08:37.158" v="16"/>
          <ac:spMkLst>
            <pc:docMk/>
            <pc:sldMk cId="2183107123" sldId="341"/>
            <ac:spMk id="7" creationId="{DA7CB149-D0C9-D249-6D5E-466EFE16739D}"/>
          </ac:spMkLst>
        </pc:spChg>
        <pc:spChg chg="add del mod">
          <ac:chgData name="Sai Lakkaraju" userId="67789ed4-6cf2-46dd-bb2a-c209225f1b65" providerId="ADAL" clId="{23F3B464-E798-4996-B5C6-8062CA80B728}" dt="2022-05-15T03:08:42.886" v="20"/>
          <ac:spMkLst>
            <pc:docMk/>
            <pc:sldMk cId="2183107123" sldId="341"/>
            <ac:spMk id="8" creationId="{A7F7F9E2-8070-CDB9-B007-2D142F5D0FA6}"/>
          </ac:spMkLst>
        </pc:spChg>
        <pc:spChg chg="add del mod">
          <ac:chgData name="Sai Lakkaraju" userId="67789ed4-6cf2-46dd-bb2a-c209225f1b65" providerId="ADAL" clId="{23F3B464-E798-4996-B5C6-8062CA80B728}" dt="2022-05-15T03:08:42.886" v="20"/>
          <ac:spMkLst>
            <pc:docMk/>
            <pc:sldMk cId="2183107123" sldId="341"/>
            <ac:spMk id="9" creationId="{DFE15684-BFB5-122F-26B0-8B11D941A120}"/>
          </ac:spMkLst>
        </pc:spChg>
        <pc:spChg chg="del mod">
          <ac:chgData name="Sai Lakkaraju" userId="67789ed4-6cf2-46dd-bb2a-c209225f1b65" providerId="ADAL" clId="{23F3B464-E798-4996-B5C6-8062CA80B728}" dt="2022-05-15T03:08:32.774" v="13" actId="478"/>
          <ac:spMkLst>
            <pc:docMk/>
            <pc:sldMk cId="2183107123" sldId="341"/>
            <ac:spMk id="10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3:08:43.439" v="21"/>
          <ac:spMkLst>
            <pc:docMk/>
            <pc:sldMk cId="2183107123" sldId="341"/>
            <ac:spMk id="11" creationId="{5F85AA40-61C0-0B0B-CA42-17A4A66D2262}"/>
          </ac:spMkLst>
        </pc:spChg>
        <pc:spChg chg="add del mod">
          <ac:chgData name="Sai Lakkaraju" userId="67789ed4-6cf2-46dd-bb2a-c209225f1b65" providerId="ADAL" clId="{23F3B464-E798-4996-B5C6-8062CA80B728}" dt="2022-05-15T03:08:43.439" v="21"/>
          <ac:spMkLst>
            <pc:docMk/>
            <pc:sldMk cId="2183107123" sldId="341"/>
            <ac:spMk id="12" creationId="{A6903A8A-4A7C-FB80-567B-6A6BD1F4DF81}"/>
          </ac:spMkLst>
        </pc:spChg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351710511" sldId="342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3351710511" sldId="342"/>
            <ac:spMk id="2" creationId="{2B3F450F-5FF8-2175-1340-7AA807504A4D}"/>
          </ac:spMkLst>
        </pc:spChg>
        <pc:spChg chg="mod ord">
          <ac:chgData name="Sai Lakkaraju" userId="67789ed4-6cf2-46dd-bb2a-c209225f1b65" providerId="ADAL" clId="{23F3B464-E798-4996-B5C6-8062CA80B728}" dt="2022-05-15T03:10:58.058" v="68" actId="14100"/>
          <ac:spMkLst>
            <pc:docMk/>
            <pc:sldMk cId="3351710511" sldId="342"/>
            <ac:spMk id="3" creationId="{00000000-0000-0000-0000-000000000000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351710511" sldId="342"/>
            <ac:spMk id="4" creationId="{E6DE30D6-2EBB-5415-D3F2-394204DACEE7}"/>
          </ac:spMkLst>
        </pc:spChg>
        <pc:spChg chg="add mod ord">
          <ac:chgData name="Sai Lakkaraju" userId="67789ed4-6cf2-46dd-bb2a-c209225f1b65" providerId="ADAL" clId="{23F3B464-E798-4996-B5C6-8062CA80B728}" dt="2022-05-15T03:10:41.742" v="64"/>
          <ac:spMkLst>
            <pc:docMk/>
            <pc:sldMk cId="3351710511" sldId="342"/>
            <ac:spMk id="5" creationId="{5DAD8747-AC18-6EF8-B6A6-82A32C178083}"/>
          </ac:spMkLst>
        </pc:spChg>
        <pc:spChg chg="add del mod">
          <ac:chgData name="Sai Lakkaraju" userId="67789ed4-6cf2-46dd-bb2a-c209225f1b65" providerId="ADAL" clId="{23F3B464-E798-4996-B5C6-8062CA80B728}" dt="2022-05-15T03:10:41.742" v="64"/>
          <ac:spMkLst>
            <pc:docMk/>
            <pc:sldMk cId="3351710511" sldId="342"/>
            <ac:spMk id="6" creationId="{A4E3E507-B2FB-C7CC-442E-174F6387517F}"/>
          </ac:spMkLst>
        </pc:spChg>
        <pc:spChg chg="add del mod">
          <ac:chgData name="Sai Lakkaraju" userId="67789ed4-6cf2-46dd-bb2a-c209225f1b65" providerId="ADAL" clId="{23F3B464-E798-4996-B5C6-8062CA80B728}" dt="2022-05-15T03:10:41.742" v="64"/>
          <ac:spMkLst>
            <pc:docMk/>
            <pc:sldMk cId="3351710511" sldId="342"/>
            <ac:spMk id="7" creationId="{136F4DA5-82B0-1A42-CABC-FCE6BD621026}"/>
          </ac:spMkLst>
        </pc:spChg>
        <pc:spChg chg="del mod">
          <ac:chgData name="Sai Lakkaraju" userId="67789ed4-6cf2-46dd-bb2a-c209225f1b65" providerId="ADAL" clId="{23F3B464-E798-4996-B5C6-8062CA80B728}" dt="2022-05-15T03:10:32.445" v="57" actId="478"/>
          <ac:spMkLst>
            <pc:docMk/>
            <pc:sldMk cId="3351710511" sldId="342"/>
            <ac:spMk id="10" creationId="{00000000-0000-0000-0000-000000000000}"/>
          </ac:spMkLst>
        </pc:spChg>
      </pc:sldChg>
      <pc:sldChg chg="addSp delSp modSp add del mod modClrScheme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3078979757" sldId="343"/>
        </pc:sldMkLst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078979757" sldId="343"/>
            <ac:spMk id="2" creationId="{E5C6EAA1-72D2-61EF-E254-E7307BE36113}"/>
          </ac:spMkLst>
        </pc:spChg>
        <pc:spChg chg="add del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078979757" sldId="343"/>
            <ac:spMk id="3" creationId="{D027E640-A458-794A-99FD-4F064E357A47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078979757" sldId="343"/>
            <ac:spMk id="4" creationId="{CC384700-9B62-9B2C-C24F-5EFEE23D6374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3078979757" sldId="343"/>
            <ac:spMk id="6" creationId="{92171A48-480B-9231-D7B1-AC4AA0E4B110}"/>
          </ac:spMkLst>
        </pc:spChg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975661082" sldId="344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975661082" sldId="344"/>
            <ac:spMk id="2" creationId="{F91BB643-3F15-161B-58DC-37B0DC2D264E}"/>
          </ac:spMkLst>
        </pc:spChg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975661082" sldId="344"/>
            <ac:spMk id="3" creationId="{C3D9D38E-0FBE-6C8C-0AFE-86BD2C4243B2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975661082" sldId="344"/>
            <ac:spMk id="14340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975661082" sldId="344"/>
            <ac:spMk id="14344" creationId="{00000000-0000-0000-0000-000000000000}"/>
          </ac:spMkLst>
        </pc:spChg>
      </pc:sldChg>
      <pc:sldChg chg="addSp delSp modSp add del mod chgLayout">
        <pc:chgData name="Sai Lakkaraju" userId="67789ed4-6cf2-46dd-bb2a-c209225f1b65" providerId="ADAL" clId="{23F3B464-E798-4996-B5C6-8062CA80B728}" dt="2022-05-15T03:27:29.068" v="69" actId="47"/>
        <pc:sldMkLst>
          <pc:docMk/>
          <pc:sldMk cId="2400392239" sldId="345"/>
        </pc:sldMkLst>
        <pc:spChg chg="add del mod">
          <ac:chgData name="Sai Lakkaraju" userId="67789ed4-6cf2-46dd-bb2a-c209225f1b65" providerId="ADAL" clId="{23F3B464-E798-4996-B5C6-8062CA80B728}" dt="2022-05-15T02:56:07.905" v="7"/>
          <ac:spMkLst>
            <pc:docMk/>
            <pc:sldMk cId="2400392239" sldId="345"/>
            <ac:spMk id="2" creationId="{F638DC41-9288-41F3-6816-C00133E7A8DE}"/>
          </ac:spMkLst>
        </pc:spChg>
        <pc:spChg chg="add del mo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2400392239" sldId="345"/>
            <ac:spMk id="4" creationId="{87C38C86-7CD5-EF54-2B87-771B08631E38}"/>
          </ac:spMkLst>
        </pc:spChg>
        <pc:spChg chg="add 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2400392239" sldId="345"/>
            <ac:spMk id="5" creationId="{9FD018A5-B99F-5A8F-471E-80E9EC968A3F}"/>
          </ac:spMkLst>
        </pc:spChg>
        <pc:spChg chg="mod ord">
          <ac:chgData name="Sai Lakkaraju" userId="67789ed4-6cf2-46dd-bb2a-c209225f1b65" providerId="ADAL" clId="{23F3B464-E798-4996-B5C6-8062CA80B728}" dt="2022-05-15T02:56:26.096" v="8" actId="700"/>
          <ac:spMkLst>
            <pc:docMk/>
            <pc:sldMk cId="2400392239" sldId="345"/>
            <ac:spMk id="14340" creationId="{00000000-0000-0000-0000-000000000000}"/>
          </ac:spMkLst>
        </pc:spChg>
        <pc:spChg chg="del">
          <ac:chgData name="Sai Lakkaraju" userId="67789ed4-6cf2-46dd-bb2a-c209225f1b65" providerId="ADAL" clId="{23F3B464-E798-4996-B5C6-8062CA80B728}" dt="2022-05-15T02:56:07.905" v="7"/>
          <ac:spMkLst>
            <pc:docMk/>
            <pc:sldMk cId="2400392239" sldId="345"/>
            <ac:spMk id="14344" creationId="{00000000-0000-0000-0000-000000000000}"/>
          </ac:spMkLst>
        </pc:spChg>
      </pc:sldChg>
      <pc:sldChg chg="addSp delSp modSp add mod chgLayout">
        <pc:chgData name="Sai Lakkaraju" userId="67789ed4-6cf2-46dd-bb2a-c209225f1b65" providerId="ADAL" clId="{23F3B464-E798-4996-B5C6-8062CA80B728}" dt="2022-05-15T03:29:42.901" v="86" actId="20577"/>
        <pc:sldMkLst>
          <pc:docMk/>
          <pc:sldMk cId="4145975879" sldId="345"/>
        </pc:sldMkLst>
        <pc:spChg chg="add del mod ord">
          <ac:chgData name="Sai Lakkaraju" userId="67789ed4-6cf2-46dd-bb2a-c209225f1b65" providerId="ADAL" clId="{23F3B464-E798-4996-B5C6-8062CA80B728}" dt="2022-05-15T03:28:03.448" v="74"/>
          <ac:spMkLst>
            <pc:docMk/>
            <pc:sldMk cId="4145975879" sldId="345"/>
            <ac:spMk id="2" creationId="{8095BCC2-DFCC-FBF7-1871-28F610C49B8C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4145975879" sldId="345"/>
            <ac:spMk id="3" creationId="{27C758C9-47D0-C3A9-8900-2F2B9A10D578}"/>
          </ac:spMkLst>
        </pc:spChg>
        <pc:spChg chg="add mod">
          <ac:chgData name="Sai Lakkaraju" userId="67789ed4-6cf2-46dd-bb2a-c209225f1b65" providerId="ADAL" clId="{23F3B464-E798-4996-B5C6-8062CA80B728}" dt="2022-05-15T03:29:22.489" v="82" actId="27636"/>
          <ac:spMkLst>
            <pc:docMk/>
            <pc:sldMk cId="4145975879" sldId="345"/>
            <ac:spMk id="4" creationId="{97E32240-915E-C9BC-DBA6-8E3113F03C93}"/>
          </ac:spMkLst>
        </pc:spChg>
        <pc:spChg chg="del mod">
          <ac:chgData name="Sai Lakkaraju" userId="67789ed4-6cf2-46dd-bb2a-c209225f1b65" providerId="ADAL" clId="{23F3B464-E798-4996-B5C6-8062CA80B728}" dt="2022-05-15T03:29:14.988" v="76" actId="478"/>
          <ac:spMkLst>
            <pc:docMk/>
            <pc:sldMk cId="4145975879" sldId="345"/>
            <ac:spMk id="5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3:29:19.347" v="79"/>
          <ac:spMkLst>
            <pc:docMk/>
            <pc:sldMk cId="4145975879" sldId="345"/>
            <ac:spMk id="6" creationId="{4CB522FD-E411-6198-02B9-F81757B4649F}"/>
          </ac:spMkLst>
        </pc:spChg>
        <pc:spChg chg="add del mod">
          <ac:chgData name="Sai Lakkaraju" userId="67789ed4-6cf2-46dd-bb2a-c209225f1b65" providerId="ADAL" clId="{23F3B464-E798-4996-B5C6-8062CA80B728}" dt="2022-05-15T03:29:19.347" v="79"/>
          <ac:spMkLst>
            <pc:docMk/>
            <pc:sldMk cId="4145975879" sldId="345"/>
            <ac:spMk id="7" creationId="{0252CCF6-D9F4-37F3-FA9E-EBA319BD62FF}"/>
          </ac:spMkLst>
        </pc:spChg>
        <pc:spChg chg="mod ord">
          <ac:chgData name="Sai Lakkaraju" userId="67789ed4-6cf2-46dd-bb2a-c209225f1b65" providerId="ADAL" clId="{23F3B464-E798-4996-B5C6-8062CA80B728}" dt="2022-05-15T03:29:42.901" v="86" actId="20577"/>
          <ac:spMkLst>
            <pc:docMk/>
            <pc:sldMk cId="4145975879" sldId="345"/>
            <ac:spMk id="18435" creationId="{00000000-0000-0000-0000-000000000000}"/>
          </ac:spMkLst>
        </pc:spChg>
      </pc:sldChg>
      <pc:sldChg chg="addSp delSp modSp add mod chgLayout">
        <pc:chgData name="Sai Lakkaraju" userId="67789ed4-6cf2-46dd-bb2a-c209225f1b65" providerId="ADAL" clId="{23F3B464-E798-4996-B5C6-8062CA80B728}" dt="2022-05-15T03:30:00.773" v="88" actId="14100"/>
        <pc:sldMkLst>
          <pc:docMk/>
          <pc:sldMk cId="1631487707" sldId="346"/>
        </pc:sldMkLst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631487707" sldId="346"/>
            <ac:spMk id="2" creationId="{52408DDE-8307-A5DB-2DBF-4809412BE748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631487707" sldId="346"/>
            <ac:spMk id="3" creationId="{0A6F5110-1EB6-FF71-3D2B-88214EF16129}"/>
          </ac:spMkLst>
        </pc:spChg>
        <pc:spChg chg="mod ord">
          <ac:chgData name="Sai Lakkaraju" userId="67789ed4-6cf2-46dd-bb2a-c209225f1b65" providerId="ADAL" clId="{23F3B464-E798-4996-B5C6-8062CA80B728}" dt="2022-05-15T03:30:00.773" v="88" actId="14100"/>
          <ac:spMkLst>
            <pc:docMk/>
            <pc:sldMk cId="1631487707" sldId="346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631487707" sldId="346"/>
            <ac:spMk id="5" creationId="{AA5D0814-0B83-CC9A-AEF6-DF14AA3E10BB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1631487707" sldId="346"/>
            <ac:spMk id="18434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1631487707" sldId="346"/>
            <ac:spMk id="18435" creationId="{00000000-0000-0000-0000-000000000000}"/>
          </ac:spMkLst>
        </pc:spChg>
      </pc:sldChg>
      <pc:sldChg chg="addSp delSp modSp add mod chgLayout">
        <pc:chgData name="Sai Lakkaraju" userId="67789ed4-6cf2-46dd-bb2a-c209225f1b65" providerId="ADAL" clId="{23F3B464-E798-4996-B5C6-8062CA80B728}" dt="2022-05-15T03:30:59.305" v="101" actId="15"/>
        <pc:sldMkLst>
          <pc:docMk/>
          <pc:sldMk cId="3744078097" sldId="347"/>
        </pc:sldMkLst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744078097" sldId="347"/>
            <ac:spMk id="2" creationId="{9E5FD6D3-8E08-317D-BDDD-5F68A3BFA5CF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744078097" sldId="347"/>
            <ac:spMk id="3" creationId="{1D29101B-19EA-A9DA-1612-E6759AC06DE8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3744078097" sldId="347"/>
            <ac:spMk id="18434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30:59.305" v="101" actId="15"/>
          <ac:spMkLst>
            <pc:docMk/>
            <pc:sldMk cId="3744078097" sldId="347"/>
            <ac:spMk id="18435" creationId="{00000000-0000-0000-0000-000000000000}"/>
          </ac:spMkLst>
        </pc:spChg>
      </pc:sldChg>
      <pc:sldChg chg="addSp delSp modSp add mod chgLayout">
        <pc:chgData name="Sai Lakkaraju" userId="67789ed4-6cf2-46dd-bb2a-c209225f1b65" providerId="ADAL" clId="{23F3B464-E798-4996-B5C6-8062CA80B728}" dt="2022-05-15T03:31:26.014" v="105" actId="14100"/>
        <pc:sldMkLst>
          <pc:docMk/>
          <pc:sldMk cId="3565255681" sldId="348"/>
        </pc:sldMkLst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565255681" sldId="348"/>
            <ac:spMk id="3" creationId="{D6424445-7354-F7FC-034E-D76823E7B75F}"/>
          </ac:spMkLst>
        </pc:spChg>
        <pc:spChg chg="mod ord">
          <ac:chgData name="Sai Lakkaraju" userId="67789ed4-6cf2-46dd-bb2a-c209225f1b65" providerId="ADAL" clId="{23F3B464-E798-4996-B5C6-8062CA80B728}" dt="2022-05-15T03:31:26.014" v="105" actId="14100"/>
          <ac:spMkLst>
            <pc:docMk/>
            <pc:sldMk cId="3565255681" sldId="348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565255681" sldId="348"/>
            <ac:spMk id="5" creationId="{83D84107-FA5C-0F3F-4894-668BF77E68FF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565255681" sldId="348"/>
            <ac:spMk id="6" creationId="{39A2CA9C-B648-1287-9E40-44190421F262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3565255681" sldId="348"/>
            <ac:spMk id="19458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3565255681" sldId="348"/>
            <ac:spMk id="19459" creationId="{00000000-0000-0000-0000-000000000000}"/>
          </ac:spMkLst>
        </pc:spChg>
        <pc:picChg chg="mod">
          <ac:chgData name="Sai Lakkaraju" userId="67789ed4-6cf2-46dd-bb2a-c209225f1b65" providerId="ADAL" clId="{23F3B464-E798-4996-B5C6-8062CA80B728}" dt="2022-05-15T03:31:16.965" v="102" actId="1076"/>
          <ac:picMkLst>
            <pc:docMk/>
            <pc:sldMk cId="3565255681" sldId="348"/>
            <ac:picMk id="2" creationId="{00000000-0000-0000-0000-000000000000}"/>
          </ac:picMkLst>
        </pc:picChg>
      </pc:sldChg>
      <pc:sldChg chg="addSp delSp modSp add mod chgLayout">
        <pc:chgData name="Sai Lakkaraju" userId="67789ed4-6cf2-46dd-bb2a-c209225f1b65" providerId="ADAL" clId="{23F3B464-E798-4996-B5C6-8062CA80B728}" dt="2022-05-15T03:32:02.210" v="107" actId="20577"/>
        <pc:sldMkLst>
          <pc:docMk/>
          <pc:sldMk cId="3960824697" sldId="349"/>
        </pc:sldMkLst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960824697" sldId="349"/>
            <ac:spMk id="2" creationId="{77D1F5AB-9011-40F9-A58F-F30679FC2C5A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960824697" sldId="349"/>
            <ac:spMk id="3" creationId="{DD7DB9C1-A2A0-5FD9-9141-A17F0935637F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3960824697" sldId="349"/>
            <ac:spMk id="19458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32:02.210" v="107" actId="20577"/>
          <ac:spMkLst>
            <pc:docMk/>
            <pc:sldMk cId="3960824697" sldId="349"/>
            <ac:spMk id="19459" creationId="{00000000-0000-0000-0000-000000000000}"/>
          </ac:spMkLst>
        </pc:spChg>
      </pc:sldChg>
      <pc:sldChg chg="addSp delSp modSp add mod chgLayout">
        <pc:chgData name="Sai Lakkaraju" userId="67789ed4-6cf2-46dd-bb2a-c209225f1b65" providerId="ADAL" clId="{23F3B464-E798-4996-B5C6-8062CA80B728}" dt="2022-05-15T03:33:08.538" v="114" actId="15"/>
        <pc:sldMkLst>
          <pc:docMk/>
          <pc:sldMk cId="2349677817" sldId="350"/>
        </pc:sldMkLst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2349677817" sldId="350"/>
            <ac:spMk id="2" creationId="{AF47B95C-23CA-EA84-5FF1-26FC34A5E041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2349677817" sldId="350"/>
            <ac:spMk id="3" creationId="{EEFF255B-F43D-4C93-A5E8-33C0685B5A88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2349677817" sldId="350"/>
            <ac:spMk id="19458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33:08.538" v="114" actId="15"/>
          <ac:spMkLst>
            <pc:docMk/>
            <pc:sldMk cId="2349677817" sldId="350"/>
            <ac:spMk id="19459" creationId="{00000000-0000-0000-0000-000000000000}"/>
          </ac:spMkLst>
        </pc:spChg>
      </pc:sldChg>
      <pc:sldChg chg="addSp delSp modSp add mod setBg chgLayout">
        <pc:chgData name="Sai Lakkaraju" userId="67789ed4-6cf2-46dd-bb2a-c209225f1b65" providerId="ADAL" clId="{23F3B464-E798-4996-B5C6-8062CA80B728}" dt="2022-05-15T03:28:03.448" v="74"/>
        <pc:sldMkLst>
          <pc:docMk/>
          <pc:sldMk cId="3044994406" sldId="351"/>
        </pc:sldMkLst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044994406" sldId="351"/>
            <ac:spMk id="2" creationId="{2B29E06A-A588-6689-9190-AC60A0507FEE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3044994406" sldId="351"/>
            <ac:spMk id="3" creationId="{999385DA-4732-DA4E-AD90-ED91E7BD98E8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3044994406" sldId="351"/>
            <ac:spMk id="23554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3044994406" sldId="351"/>
            <ac:spMk id="23555" creationId="{00000000-0000-0000-0000-000000000000}"/>
          </ac:spMkLst>
        </pc:spChg>
      </pc:sldChg>
      <pc:sldChg chg="addSp delSp modSp add mod chgLayout">
        <pc:chgData name="Sai Lakkaraju" userId="67789ed4-6cf2-46dd-bb2a-c209225f1b65" providerId="ADAL" clId="{23F3B464-E798-4996-B5C6-8062CA80B728}" dt="2022-05-15T03:28:03.448" v="74"/>
        <pc:sldMkLst>
          <pc:docMk/>
          <pc:sldMk cId="1203078066" sldId="352"/>
        </pc:sldMkLst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1203078066" sldId="352"/>
            <ac:spMk id="2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1203078066" sldId="352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203078066" sldId="352"/>
            <ac:spMk id="4" creationId="{CACD9EBB-4834-BE44-3F0C-C31C9FF6A54D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203078066" sldId="352"/>
            <ac:spMk id="5" creationId="{576E1A35-69BA-0340-E809-FCF78C4BCB80}"/>
          </ac:spMkLst>
        </pc:spChg>
      </pc:sldChg>
      <pc:sldChg chg="addSp delSp modSp add mod chgLayout">
        <pc:chgData name="Sai Lakkaraju" userId="67789ed4-6cf2-46dd-bb2a-c209225f1b65" providerId="ADAL" clId="{23F3B464-E798-4996-B5C6-8062CA80B728}" dt="2022-05-15T03:28:03.448" v="74"/>
        <pc:sldMkLst>
          <pc:docMk/>
          <pc:sldMk cId="1738904928" sldId="356"/>
        </pc:sldMkLst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738904928" sldId="356"/>
            <ac:spMk id="2" creationId="{D1A469BA-C8CD-0EC1-04D7-504CB4F39D44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738904928" sldId="356"/>
            <ac:spMk id="3" creationId="{0674506D-824A-76B2-0E8D-41664DC3BCC1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1738904928" sldId="356"/>
            <ac:spMk id="24578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1738904928" sldId="356"/>
            <ac:spMk id="24579" creationId="{00000000-0000-0000-0000-000000000000}"/>
          </ac:spMkLst>
        </pc:spChg>
      </pc:sldChg>
      <pc:sldChg chg="addSp delSp modSp add mod chgLayout">
        <pc:chgData name="Sai Lakkaraju" userId="67789ed4-6cf2-46dd-bb2a-c209225f1b65" providerId="ADAL" clId="{23F3B464-E798-4996-B5C6-8062CA80B728}" dt="2022-05-15T03:28:03.448" v="74"/>
        <pc:sldMkLst>
          <pc:docMk/>
          <pc:sldMk cId="1463582339" sldId="357"/>
        </pc:sldMkLst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463582339" sldId="357"/>
            <ac:spMk id="2" creationId="{47CFC2DE-7F9C-A940-AD4E-980B4DCB11A4}"/>
          </ac:spMkLst>
        </pc:spChg>
        <pc:spChg chg="add del mod">
          <ac:chgData name="Sai Lakkaraju" userId="67789ed4-6cf2-46dd-bb2a-c209225f1b65" providerId="ADAL" clId="{23F3B464-E798-4996-B5C6-8062CA80B728}" dt="2022-05-15T03:28:03.448" v="74"/>
          <ac:spMkLst>
            <pc:docMk/>
            <pc:sldMk cId="1463582339" sldId="357"/>
            <ac:spMk id="3" creationId="{630D72E5-2546-39B4-210D-899DAC4E1A9E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1463582339" sldId="357"/>
            <ac:spMk id="31746" creationId="{00000000-0000-0000-0000-000000000000}"/>
          </ac:spMkLst>
        </pc:spChg>
        <pc:spChg chg="mod ord">
          <ac:chgData name="Sai Lakkaraju" userId="67789ed4-6cf2-46dd-bb2a-c209225f1b65" providerId="ADAL" clId="{23F3B464-E798-4996-B5C6-8062CA80B728}" dt="2022-05-15T03:28:03.448" v="74"/>
          <ac:spMkLst>
            <pc:docMk/>
            <pc:sldMk cId="1463582339" sldId="357"/>
            <ac:spMk id="31747" creationId="{00000000-0000-0000-0000-000000000000}"/>
          </ac:spMkLst>
        </pc:spChg>
      </pc:sldChg>
    </pc:docChg>
  </pc:docChgLst>
  <pc:docChgLst>
    <pc:chgData name="Sai Lakkaraju" userId="67789ed4-6cf2-46dd-bb2a-c209225f1b65" providerId="ADAL" clId="{9672EF5D-0FDD-4117-A113-4F01C607374C}"/>
    <pc:docChg chg="undo custSel delSld modSld delSection modSection">
      <pc:chgData name="Sai Lakkaraju" userId="67789ed4-6cf2-46dd-bb2a-c209225f1b65" providerId="ADAL" clId="{9672EF5D-0FDD-4117-A113-4F01C607374C}" dt="2022-04-25T00:19:03.407" v="339" actId="6549"/>
      <pc:docMkLst>
        <pc:docMk/>
      </pc:docMkLst>
      <pc:sldChg chg="modSp mod">
        <pc:chgData name="Sai Lakkaraju" userId="67789ed4-6cf2-46dd-bb2a-c209225f1b65" providerId="ADAL" clId="{9672EF5D-0FDD-4117-A113-4F01C607374C}" dt="2022-04-24T23:14:37.840" v="1" actId="20577"/>
        <pc:sldMkLst>
          <pc:docMk/>
          <pc:sldMk cId="715634170" sldId="256"/>
        </pc:sldMkLst>
        <pc:spChg chg="mod">
          <ac:chgData name="Sai Lakkaraju" userId="67789ed4-6cf2-46dd-bb2a-c209225f1b65" providerId="ADAL" clId="{9672EF5D-0FDD-4117-A113-4F01C607374C}" dt="2022-04-24T23:14:37.840" v="1" actId="20577"/>
          <ac:spMkLst>
            <pc:docMk/>
            <pc:sldMk cId="715634170" sldId="256"/>
            <ac:spMk id="3" creationId="{94875C1C-3858-44F5-9117-CB658AFD44E3}"/>
          </ac:spMkLst>
        </pc:spChg>
      </pc:sldChg>
      <pc:sldChg chg="modSp del mod">
        <pc:chgData name="Sai Lakkaraju" userId="67789ed4-6cf2-46dd-bb2a-c209225f1b65" providerId="ADAL" clId="{9672EF5D-0FDD-4117-A113-4F01C607374C}" dt="2022-04-25T00:17:39.950" v="330" actId="47"/>
        <pc:sldMkLst>
          <pc:docMk/>
          <pc:sldMk cId="194403597" sldId="259"/>
        </pc:sldMkLst>
        <pc:spChg chg="mod">
          <ac:chgData name="Sai Lakkaraju" userId="67789ed4-6cf2-46dd-bb2a-c209225f1b65" providerId="ADAL" clId="{9672EF5D-0FDD-4117-A113-4F01C607374C}" dt="2022-04-25T00:17:37.829" v="329" actId="21"/>
          <ac:spMkLst>
            <pc:docMk/>
            <pc:sldMk cId="194403597" sldId="259"/>
            <ac:spMk id="6" creationId="{00000000-0000-0000-0000-000000000000}"/>
          </ac:spMkLst>
        </pc:spChg>
      </pc:sldChg>
      <pc:sldChg chg="addSp delSp modSp del mod modClrScheme chgLayout">
        <pc:chgData name="Sai Lakkaraju" userId="67789ed4-6cf2-46dd-bb2a-c209225f1b65" providerId="ADAL" clId="{9672EF5D-0FDD-4117-A113-4F01C607374C}" dt="2022-04-24T23:20:15.620" v="42"/>
        <pc:sldMkLst>
          <pc:docMk/>
          <pc:sldMk cId="3521356257" sldId="260"/>
        </pc:sldMkLst>
        <pc:spChg chg="mod ord">
          <ac:chgData name="Sai Lakkaraju" userId="67789ed4-6cf2-46dd-bb2a-c209225f1b65" providerId="ADAL" clId="{9672EF5D-0FDD-4117-A113-4F01C607374C}" dt="2022-04-24T23:18:23.405" v="23" actId="26606"/>
          <ac:spMkLst>
            <pc:docMk/>
            <pc:sldMk cId="3521356257" sldId="260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9672EF5D-0FDD-4117-A113-4F01C607374C}" dt="2022-04-24T23:18:14.843" v="21"/>
          <ac:spMkLst>
            <pc:docMk/>
            <pc:sldMk cId="3521356257" sldId="260"/>
            <ac:spMk id="4" creationId="{C5E9A835-C546-4C42-BB30-C7B0982DD973}"/>
          </ac:spMkLst>
        </pc:spChg>
        <pc:spChg chg="add del mod">
          <ac:chgData name="Sai Lakkaraju" userId="67789ed4-6cf2-46dd-bb2a-c209225f1b65" providerId="ADAL" clId="{9672EF5D-0FDD-4117-A113-4F01C607374C}" dt="2022-04-24T23:18:14.843" v="21"/>
          <ac:spMkLst>
            <pc:docMk/>
            <pc:sldMk cId="3521356257" sldId="260"/>
            <ac:spMk id="5" creationId="{E84F4312-6619-442F-952C-A6A8D709AD4F}"/>
          </ac:spMkLst>
        </pc:spChg>
        <pc:spChg chg="add mod ord">
          <ac:chgData name="Sai Lakkaraju" userId="67789ed4-6cf2-46dd-bb2a-c209225f1b65" providerId="ADAL" clId="{9672EF5D-0FDD-4117-A113-4F01C607374C}" dt="2022-04-24T23:18:39.503" v="27" actId="113"/>
          <ac:spMkLst>
            <pc:docMk/>
            <pc:sldMk cId="3521356257" sldId="260"/>
            <ac:spMk id="6" creationId="{AC31E74C-F4C0-401E-AAFE-60A3EA118449}"/>
          </ac:spMkLst>
        </pc:spChg>
        <pc:spChg chg="del">
          <ac:chgData name="Sai Lakkaraju" userId="67789ed4-6cf2-46dd-bb2a-c209225f1b65" providerId="ADAL" clId="{9672EF5D-0FDD-4117-A113-4F01C607374C}" dt="2022-04-24T23:18:23.405" v="23" actId="26606"/>
          <ac:spMkLst>
            <pc:docMk/>
            <pc:sldMk cId="3521356257" sldId="260"/>
            <ac:spMk id="10" creationId="{00000000-0000-0000-0000-000000000000}"/>
          </ac:spMkLst>
        </pc:spChg>
        <pc:picChg chg="del mod">
          <ac:chgData name="Sai Lakkaraju" userId="67789ed4-6cf2-46dd-bb2a-c209225f1b65" providerId="ADAL" clId="{9672EF5D-0FDD-4117-A113-4F01C607374C}" dt="2022-04-24T23:20:13.228" v="41" actId="21"/>
          <ac:picMkLst>
            <pc:docMk/>
            <pc:sldMk cId="3521356257" sldId="260"/>
            <ac:picMk id="2" creationId="{00000000-0000-0000-0000-000000000000}"/>
          </ac:picMkLst>
        </pc:picChg>
        <pc:picChg chg="add mod">
          <ac:chgData name="Sai Lakkaraju" userId="67789ed4-6cf2-46dd-bb2a-c209225f1b65" providerId="ADAL" clId="{9672EF5D-0FDD-4117-A113-4F01C607374C}" dt="2022-04-24T23:20:15.620" v="42"/>
          <ac:picMkLst>
            <pc:docMk/>
            <pc:sldMk cId="3521356257" sldId="260"/>
            <ac:picMk id="8" creationId="{AFFD7253-9D7B-4BCD-962B-5C38F95D9AC8}"/>
          </ac:picMkLst>
        </pc:picChg>
      </pc:sldChg>
      <pc:sldChg chg="addSp delSp modSp del mod modClrScheme chgLayout">
        <pc:chgData name="Sai Lakkaraju" userId="67789ed4-6cf2-46dd-bb2a-c209225f1b65" providerId="ADAL" clId="{9672EF5D-0FDD-4117-A113-4F01C607374C}" dt="2022-04-24T23:21:19.826" v="55" actId="14100"/>
        <pc:sldMkLst>
          <pc:docMk/>
          <pc:sldMk cId="39798925" sldId="262"/>
        </pc:sldMkLst>
        <pc:spChg chg="mod ord">
          <ac:chgData name="Sai Lakkaraju" userId="67789ed4-6cf2-46dd-bb2a-c209225f1b65" providerId="ADAL" clId="{9672EF5D-0FDD-4117-A113-4F01C607374C}" dt="2022-04-24T23:20:05.827" v="38" actId="700"/>
          <ac:spMkLst>
            <pc:docMk/>
            <pc:sldMk cId="39798925" sldId="262"/>
            <ac:spMk id="2" creationId="{00000000-0000-0000-0000-000000000000}"/>
          </ac:spMkLst>
        </pc:spChg>
        <pc:spChg chg="add del mod ord">
          <ac:chgData name="Sai Lakkaraju" userId="67789ed4-6cf2-46dd-bb2a-c209225f1b65" providerId="ADAL" clId="{9672EF5D-0FDD-4117-A113-4F01C607374C}" dt="2022-04-24T23:18:51.132" v="29" actId="26606"/>
          <ac:spMkLst>
            <pc:docMk/>
            <pc:sldMk cId="39798925" sldId="262"/>
            <ac:spMk id="3" creationId="{DFCC5780-4462-48BC-9CE8-89B5803BAC10}"/>
          </ac:spMkLst>
        </pc:spChg>
        <pc:spChg chg="del mod">
          <ac:chgData name="Sai Lakkaraju" userId="67789ed4-6cf2-46dd-bb2a-c209225f1b65" providerId="ADAL" clId="{9672EF5D-0FDD-4117-A113-4F01C607374C}" dt="2022-04-24T23:21:12.605" v="54" actId="478"/>
          <ac:spMkLst>
            <pc:docMk/>
            <pc:sldMk cId="39798925" sldId="262"/>
            <ac:spMk id="4" creationId="{00000000-0000-0000-0000-000000000000}"/>
          </ac:spMkLst>
        </pc:spChg>
        <pc:spChg chg="add del mod ord">
          <ac:chgData name="Sai Lakkaraju" userId="67789ed4-6cf2-46dd-bb2a-c209225f1b65" providerId="ADAL" clId="{9672EF5D-0FDD-4117-A113-4F01C607374C}" dt="2022-04-24T23:19:03.793" v="31" actId="700"/>
          <ac:spMkLst>
            <pc:docMk/>
            <pc:sldMk cId="39798925" sldId="262"/>
            <ac:spMk id="5" creationId="{779B980A-E9C0-4AAB-BE15-DB4384400C12}"/>
          </ac:spMkLst>
        </pc:spChg>
        <pc:spChg chg="add mod ord">
          <ac:chgData name="Sai Lakkaraju" userId="67789ed4-6cf2-46dd-bb2a-c209225f1b65" providerId="ADAL" clId="{9672EF5D-0FDD-4117-A113-4F01C607374C}" dt="2022-04-24T23:21:19.826" v="55" actId="14100"/>
          <ac:spMkLst>
            <pc:docMk/>
            <pc:sldMk cId="39798925" sldId="262"/>
            <ac:spMk id="6" creationId="{3790970C-7E03-4096-8B1C-A40046E37AA8}"/>
          </ac:spMkLst>
        </pc:spChg>
        <pc:spChg chg="add del mod ord">
          <ac:chgData name="Sai Lakkaraju" userId="67789ed4-6cf2-46dd-bb2a-c209225f1b65" providerId="ADAL" clId="{9672EF5D-0FDD-4117-A113-4F01C607374C}" dt="2022-04-24T23:20:20.876" v="43"/>
          <ac:spMkLst>
            <pc:docMk/>
            <pc:sldMk cId="39798925" sldId="262"/>
            <ac:spMk id="7" creationId="{9ED56845-B476-410D-AE06-60BB31E9802D}"/>
          </ac:spMkLst>
        </pc:spChg>
        <pc:spChg chg="add del mod ord">
          <ac:chgData name="Sai Lakkaraju" userId="67789ed4-6cf2-46dd-bb2a-c209225f1b65" providerId="ADAL" clId="{9672EF5D-0FDD-4117-A113-4F01C607374C}" dt="2022-04-24T23:19:12.034" v="33" actId="700"/>
          <ac:spMkLst>
            <pc:docMk/>
            <pc:sldMk cId="39798925" sldId="262"/>
            <ac:spMk id="9" creationId="{3CE6C7E9-9C2A-0810-66BC-1E0A4F39B7BF}"/>
          </ac:spMkLst>
        </pc:spChg>
        <pc:picChg chg="add mod">
          <ac:chgData name="Sai Lakkaraju" userId="67789ed4-6cf2-46dd-bb2a-c209225f1b65" providerId="ADAL" clId="{9672EF5D-0FDD-4117-A113-4F01C607374C}" dt="2022-04-24T23:20:48.263" v="50" actId="1076"/>
          <ac:picMkLst>
            <pc:docMk/>
            <pc:sldMk cId="39798925" sldId="262"/>
            <ac:picMk id="10" creationId="{BD989233-65F8-49E6-84F1-987E93DB8869}"/>
          </ac:picMkLst>
        </pc:picChg>
      </pc:sldChg>
      <pc:sldChg chg="addSp delSp modSp mod">
        <pc:chgData name="Sai Lakkaraju" userId="67789ed4-6cf2-46dd-bb2a-c209225f1b65" providerId="ADAL" clId="{9672EF5D-0FDD-4117-A113-4F01C607374C}" dt="2022-04-24T23:22:25.913" v="58" actId="20577"/>
        <pc:sldMkLst>
          <pc:docMk/>
          <pc:sldMk cId="636588591" sldId="273"/>
        </pc:sldMkLst>
        <pc:spChg chg="add del mod">
          <ac:chgData name="Sai Lakkaraju" userId="67789ed4-6cf2-46dd-bb2a-c209225f1b65" providerId="ADAL" clId="{9672EF5D-0FDD-4117-A113-4F01C607374C}" dt="2022-04-24T23:22:14.102" v="56"/>
          <ac:spMkLst>
            <pc:docMk/>
            <pc:sldMk cId="636588591" sldId="273"/>
            <ac:spMk id="2" creationId="{F9B9BFEC-6556-4815-84EE-DA3144753977}"/>
          </ac:spMkLst>
        </pc:spChg>
        <pc:spChg chg="add del mod">
          <ac:chgData name="Sai Lakkaraju" userId="67789ed4-6cf2-46dd-bb2a-c209225f1b65" providerId="ADAL" clId="{9672EF5D-0FDD-4117-A113-4F01C607374C}" dt="2022-04-24T23:22:14.102" v="56"/>
          <ac:spMkLst>
            <pc:docMk/>
            <pc:sldMk cId="636588591" sldId="273"/>
            <ac:spMk id="3" creationId="{BCF999DB-A48A-44C6-948E-F7F145BC5E67}"/>
          </ac:spMkLst>
        </pc:spChg>
        <pc:spChg chg="mod">
          <ac:chgData name="Sai Lakkaraju" userId="67789ed4-6cf2-46dd-bb2a-c209225f1b65" providerId="ADAL" clId="{9672EF5D-0FDD-4117-A113-4F01C607374C}" dt="2022-04-24T23:22:14.102" v="56"/>
          <ac:spMkLst>
            <pc:docMk/>
            <pc:sldMk cId="636588591" sldId="273"/>
            <ac:spMk id="11266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4T23:22:25.913" v="58" actId="20577"/>
          <ac:spMkLst>
            <pc:docMk/>
            <pc:sldMk cId="636588591" sldId="273"/>
            <ac:spMk id="11267" creationId="{00000000-0000-0000-0000-000000000000}"/>
          </ac:spMkLst>
        </pc:spChg>
      </pc:sldChg>
      <pc:sldChg chg="addSp delSp modSp mod modClrScheme chgLayout modNotesTx">
        <pc:chgData name="Sai Lakkaraju" userId="67789ed4-6cf2-46dd-bb2a-c209225f1b65" providerId="ADAL" clId="{9672EF5D-0FDD-4117-A113-4F01C607374C}" dt="2022-04-25T00:02:58.484" v="224" actId="1076"/>
        <pc:sldMkLst>
          <pc:docMk/>
          <pc:sldMk cId="3511593561" sldId="275"/>
        </pc:sldMkLst>
        <pc:spChg chg="add del mod">
          <ac:chgData name="Sai Lakkaraju" userId="67789ed4-6cf2-46dd-bb2a-c209225f1b65" providerId="ADAL" clId="{9672EF5D-0FDD-4117-A113-4F01C607374C}" dt="2022-04-24T23:32:58.199" v="76"/>
          <ac:spMkLst>
            <pc:docMk/>
            <pc:sldMk cId="3511593561" sldId="275"/>
            <ac:spMk id="3" creationId="{FB25A390-3430-44C8-A27F-DB362FFE8AA2}"/>
          </ac:spMkLst>
        </pc:spChg>
        <pc:spChg chg="add del mod">
          <ac:chgData name="Sai Lakkaraju" userId="67789ed4-6cf2-46dd-bb2a-c209225f1b65" providerId="ADAL" clId="{9672EF5D-0FDD-4117-A113-4F01C607374C}" dt="2022-04-24T23:32:58.199" v="76"/>
          <ac:spMkLst>
            <pc:docMk/>
            <pc:sldMk cId="3511593561" sldId="275"/>
            <ac:spMk id="4" creationId="{B458C7EF-C76A-45B6-9B46-75717A90EDF9}"/>
          </ac:spMkLst>
        </pc:spChg>
        <pc:spChg chg="add del mod ord">
          <ac:chgData name="Sai Lakkaraju" userId="67789ed4-6cf2-46dd-bb2a-c209225f1b65" providerId="ADAL" clId="{9672EF5D-0FDD-4117-A113-4F01C607374C}" dt="2022-04-24T23:40:07.382" v="205"/>
          <ac:spMkLst>
            <pc:docMk/>
            <pc:sldMk cId="3511593561" sldId="275"/>
            <ac:spMk id="5" creationId="{E6A2851A-69C7-4812-A267-E375CEE05FE6}"/>
          </ac:spMkLst>
        </pc:spChg>
        <pc:spChg chg="add del mod">
          <ac:chgData name="Sai Lakkaraju" userId="67789ed4-6cf2-46dd-bb2a-c209225f1b65" providerId="ADAL" clId="{9672EF5D-0FDD-4117-A113-4F01C607374C}" dt="2022-04-25T00:02:21.973" v="218"/>
          <ac:spMkLst>
            <pc:docMk/>
            <pc:sldMk cId="3511593561" sldId="275"/>
            <ac:spMk id="7" creationId="{60D9DA4B-4C84-43C4-BD2C-EA859C37FF13}"/>
          </ac:spMkLst>
        </pc:spChg>
        <pc:spChg chg="mod ord">
          <ac:chgData name="Sai Lakkaraju" userId="67789ed4-6cf2-46dd-bb2a-c209225f1b65" providerId="ADAL" clId="{9672EF5D-0FDD-4117-A113-4F01C607374C}" dt="2022-04-24T23:39:57.188" v="199" actId="700"/>
          <ac:spMkLst>
            <pc:docMk/>
            <pc:sldMk cId="3511593561" sldId="275"/>
            <ac:spMk id="14340" creationId="{00000000-0000-0000-0000-000000000000}"/>
          </ac:spMkLst>
        </pc:spChg>
        <pc:spChg chg="mod ord">
          <ac:chgData name="Sai Lakkaraju" userId="67789ed4-6cf2-46dd-bb2a-c209225f1b65" providerId="ADAL" clId="{9672EF5D-0FDD-4117-A113-4F01C607374C}" dt="2022-04-24T23:40:13.970" v="216" actId="27636"/>
          <ac:spMkLst>
            <pc:docMk/>
            <pc:sldMk cId="3511593561" sldId="275"/>
            <ac:spMk id="14344" creationId="{00000000-0000-0000-0000-000000000000}"/>
          </ac:spMkLst>
        </pc:spChg>
        <pc:picChg chg="del mod">
          <ac:chgData name="Sai Lakkaraju" userId="67789ed4-6cf2-46dd-bb2a-c209225f1b65" providerId="ADAL" clId="{9672EF5D-0FDD-4117-A113-4F01C607374C}" dt="2022-04-24T23:40:04.753" v="204" actId="21"/>
          <ac:picMkLst>
            <pc:docMk/>
            <pc:sldMk cId="3511593561" sldId="275"/>
            <ac:picMk id="2" creationId="{00000000-0000-0000-0000-000000000000}"/>
          </ac:picMkLst>
        </pc:picChg>
        <pc:picChg chg="add del mod">
          <ac:chgData name="Sai Lakkaraju" userId="67789ed4-6cf2-46dd-bb2a-c209225f1b65" providerId="ADAL" clId="{9672EF5D-0FDD-4117-A113-4F01C607374C}" dt="2022-04-25T00:02:18.747" v="217" actId="478"/>
          <ac:picMkLst>
            <pc:docMk/>
            <pc:sldMk cId="3511593561" sldId="275"/>
            <ac:picMk id="8" creationId="{52678D79-3855-44D3-A831-FC6231A7DE7D}"/>
          </ac:picMkLst>
        </pc:picChg>
        <pc:picChg chg="add mod">
          <ac:chgData name="Sai Lakkaraju" userId="67789ed4-6cf2-46dd-bb2a-c209225f1b65" providerId="ADAL" clId="{9672EF5D-0FDD-4117-A113-4F01C607374C}" dt="2022-04-25T00:02:58.484" v="224" actId="1076"/>
          <ac:picMkLst>
            <pc:docMk/>
            <pc:sldMk cId="3511593561" sldId="275"/>
            <ac:picMk id="10" creationId="{11B45F09-BEE6-43D6-B56D-18495F1C7D25}"/>
          </ac:picMkLst>
        </pc:picChg>
      </pc:sldChg>
      <pc:sldChg chg="addSp delSp modSp del mod modNotesTx">
        <pc:chgData name="Sai Lakkaraju" userId="67789ed4-6cf2-46dd-bb2a-c209225f1b65" providerId="ADAL" clId="{9672EF5D-0FDD-4117-A113-4F01C607374C}" dt="2022-04-24T23:25:35.547" v="73" actId="20577"/>
        <pc:sldMkLst>
          <pc:docMk/>
          <pc:sldMk cId="3777817630" sldId="277"/>
        </pc:sldMkLst>
        <pc:spChg chg="mod">
          <ac:chgData name="Sai Lakkaraju" userId="67789ed4-6cf2-46dd-bb2a-c209225f1b65" providerId="ADAL" clId="{9672EF5D-0FDD-4117-A113-4F01C607374C}" dt="2022-04-24T23:25:35.547" v="73" actId="20577"/>
          <ac:spMkLst>
            <pc:docMk/>
            <pc:sldMk cId="3777817630" sldId="277"/>
            <ac:spMk id="2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4T23:23:36.650" v="61" actId="27636"/>
          <ac:spMkLst>
            <pc:docMk/>
            <pc:sldMk cId="3777817630" sldId="27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9672EF5D-0FDD-4117-A113-4F01C607374C}" dt="2022-04-24T23:23:36.603" v="60"/>
          <ac:spMkLst>
            <pc:docMk/>
            <pc:sldMk cId="3777817630" sldId="277"/>
            <ac:spMk id="4" creationId="{C3F7D282-1654-4E5A-A7BC-B2094DA1B80B}"/>
          </ac:spMkLst>
        </pc:spChg>
        <pc:spChg chg="add del mod">
          <ac:chgData name="Sai Lakkaraju" userId="67789ed4-6cf2-46dd-bb2a-c209225f1b65" providerId="ADAL" clId="{9672EF5D-0FDD-4117-A113-4F01C607374C}" dt="2022-04-24T23:23:36.603" v="60"/>
          <ac:spMkLst>
            <pc:docMk/>
            <pc:sldMk cId="3777817630" sldId="277"/>
            <ac:spMk id="5" creationId="{7A2512EF-B353-4F20-8F21-8C6AF91623DC}"/>
          </ac:spMkLst>
        </pc:spChg>
        <pc:picChg chg="mod">
          <ac:chgData name="Sai Lakkaraju" userId="67789ed4-6cf2-46dd-bb2a-c209225f1b65" providerId="ADAL" clId="{9672EF5D-0FDD-4117-A113-4F01C607374C}" dt="2022-04-24T23:24:39.027" v="70" actId="14100"/>
          <ac:picMkLst>
            <pc:docMk/>
            <pc:sldMk cId="3777817630" sldId="277"/>
            <ac:picMk id="6" creationId="{00000000-0000-0000-0000-000000000000}"/>
          </ac:picMkLst>
        </pc:picChg>
      </pc:sldChg>
      <pc:sldChg chg="del">
        <pc:chgData name="Sai Lakkaraju" userId="67789ed4-6cf2-46dd-bb2a-c209225f1b65" providerId="ADAL" clId="{9672EF5D-0FDD-4117-A113-4F01C607374C}" dt="2022-04-24T23:15:45.452" v="7" actId="47"/>
        <pc:sldMkLst>
          <pc:docMk/>
          <pc:sldMk cId="2926018097" sldId="280"/>
        </pc:sldMkLst>
      </pc:sldChg>
      <pc:sldChg chg="addSp delSp modSp">
        <pc:chgData name="Sai Lakkaraju" userId="67789ed4-6cf2-46dd-bb2a-c209225f1b65" providerId="ADAL" clId="{9672EF5D-0FDD-4117-A113-4F01C607374C}" dt="2022-04-24T23:26:41.452" v="74"/>
        <pc:sldMkLst>
          <pc:docMk/>
          <pc:sldMk cId="1796800335" sldId="281"/>
        </pc:sldMkLst>
        <pc:spChg chg="add del mod">
          <ac:chgData name="Sai Lakkaraju" userId="67789ed4-6cf2-46dd-bb2a-c209225f1b65" providerId="ADAL" clId="{9672EF5D-0FDD-4117-A113-4F01C607374C}" dt="2022-04-24T23:26:41.452" v="74"/>
          <ac:spMkLst>
            <pc:docMk/>
            <pc:sldMk cId="1796800335" sldId="281"/>
            <ac:spMk id="2" creationId="{D4860B1F-8050-4A80-BBCE-4B3608B97BF3}"/>
          </ac:spMkLst>
        </pc:spChg>
        <pc:spChg chg="add del mod">
          <ac:chgData name="Sai Lakkaraju" userId="67789ed4-6cf2-46dd-bb2a-c209225f1b65" providerId="ADAL" clId="{9672EF5D-0FDD-4117-A113-4F01C607374C}" dt="2022-04-24T23:26:41.452" v="74"/>
          <ac:spMkLst>
            <pc:docMk/>
            <pc:sldMk cId="1796800335" sldId="281"/>
            <ac:spMk id="3" creationId="{532F36B4-3ED9-4D7E-9346-A5BC1612C3BB}"/>
          </ac:spMkLst>
        </pc:spChg>
        <pc:spChg chg="mod">
          <ac:chgData name="Sai Lakkaraju" userId="67789ed4-6cf2-46dd-bb2a-c209225f1b65" providerId="ADAL" clId="{9672EF5D-0FDD-4117-A113-4F01C607374C}" dt="2022-04-24T23:26:41.452" v="74"/>
          <ac:spMkLst>
            <pc:docMk/>
            <pc:sldMk cId="1796800335" sldId="281"/>
            <ac:spMk id="78850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4T23:26:41.452" v="74"/>
          <ac:spMkLst>
            <pc:docMk/>
            <pc:sldMk cId="1796800335" sldId="281"/>
            <ac:spMk id="78851" creationId="{00000000-0000-0000-0000-000000000000}"/>
          </ac:spMkLst>
        </pc:spChg>
      </pc:sldChg>
      <pc:sldChg chg="addSp delSp modSp mod">
        <pc:chgData name="Sai Lakkaraju" userId="67789ed4-6cf2-46dd-bb2a-c209225f1b65" providerId="ADAL" clId="{9672EF5D-0FDD-4117-A113-4F01C607374C}" dt="2022-04-24T23:39:06.992" v="189"/>
        <pc:sldMkLst>
          <pc:docMk/>
          <pc:sldMk cId="1182703871" sldId="282"/>
        </pc:sldMkLst>
        <pc:spChg chg="add del mod">
          <ac:chgData name="Sai Lakkaraju" userId="67789ed4-6cf2-46dd-bb2a-c209225f1b65" providerId="ADAL" clId="{9672EF5D-0FDD-4117-A113-4F01C607374C}" dt="2022-04-24T23:39:06.992" v="189"/>
          <ac:spMkLst>
            <pc:docMk/>
            <pc:sldMk cId="1182703871" sldId="282"/>
            <ac:spMk id="2" creationId="{D1B39AF7-7D1B-4CA1-852E-EBA61A68745B}"/>
          </ac:spMkLst>
        </pc:spChg>
        <pc:spChg chg="add del mod">
          <ac:chgData name="Sai Lakkaraju" userId="67789ed4-6cf2-46dd-bb2a-c209225f1b65" providerId="ADAL" clId="{9672EF5D-0FDD-4117-A113-4F01C607374C}" dt="2022-04-24T23:39:06.992" v="189"/>
          <ac:spMkLst>
            <pc:docMk/>
            <pc:sldMk cId="1182703871" sldId="282"/>
            <ac:spMk id="3" creationId="{FD4FEB54-33CE-4248-8446-543018370CC8}"/>
          </ac:spMkLst>
        </pc:spChg>
        <pc:spChg chg="mod">
          <ac:chgData name="Sai Lakkaraju" userId="67789ed4-6cf2-46dd-bb2a-c209225f1b65" providerId="ADAL" clId="{9672EF5D-0FDD-4117-A113-4F01C607374C}" dt="2022-04-24T23:39:06.992" v="189"/>
          <ac:spMkLst>
            <pc:docMk/>
            <pc:sldMk cId="1182703871" sldId="282"/>
            <ac:spMk id="80898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4T23:39:06.992" v="189"/>
          <ac:spMkLst>
            <pc:docMk/>
            <pc:sldMk cId="1182703871" sldId="282"/>
            <ac:spMk id="80899" creationId="{00000000-0000-0000-0000-000000000000}"/>
          </ac:spMkLst>
        </pc:spChg>
      </pc:sldChg>
      <pc:sldChg chg="del">
        <pc:chgData name="Sai Lakkaraju" userId="67789ed4-6cf2-46dd-bb2a-c209225f1b65" providerId="ADAL" clId="{9672EF5D-0FDD-4117-A113-4F01C607374C}" dt="2022-04-24T23:15:45.452" v="7" actId="47"/>
        <pc:sldMkLst>
          <pc:docMk/>
          <pc:sldMk cId="3251240499" sldId="282"/>
        </pc:sldMkLst>
      </pc:sldChg>
      <pc:sldChg chg="del">
        <pc:chgData name="Sai Lakkaraju" userId="67789ed4-6cf2-46dd-bb2a-c209225f1b65" providerId="ADAL" clId="{9672EF5D-0FDD-4117-A113-4F01C607374C}" dt="2022-04-24T23:15:45.452" v="7" actId="47"/>
        <pc:sldMkLst>
          <pc:docMk/>
          <pc:sldMk cId="3705182079" sldId="283"/>
        </pc:sldMkLst>
      </pc:sldChg>
      <pc:sldChg chg="addSp delSp modSp del mod modNotesTx">
        <pc:chgData name="Sai Lakkaraju" userId="67789ed4-6cf2-46dd-bb2a-c209225f1b65" providerId="ADAL" clId="{9672EF5D-0FDD-4117-A113-4F01C607374C}" dt="2022-04-25T00:13:36.293" v="279" actId="20577"/>
        <pc:sldMkLst>
          <pc:docMk/>
          <pc:sldMk cId="3037762643" sldId="285"/>
        </pc:sldMkLst>
        <pc:spChg chg="add del mod">
          <ac:chgData name="Sai Lakkaraju" userId="67789ed4-6cf2-46dd-bb2a-c209225f1b65" providerId="ADAL" clId="{9672EF5D-0FDD-4117-A113-4F01C607374C}" dt="2022-04-25T00:08:01.169" v="226"/>
          <ac:spMkLst>
            <pc:docMk/>
            <pc:sldMk cId="3037762643" sldId="285"/>
            <ac:spMk id="2" creationId="{40222A0B-9632-417F-88CB-40BDE32529D1}"/>
          </ac:spMkLst>
        </pc:spChg>
        <pc:spChg chg="add del mod">
          <ac:chgData name="Sai Lakkaraju" userId="67789ed4-6cf2-46dd-bb2a-c209225f1b65" providerId="ADAL" clId="{9672EF5D-0FDD-4117-A113-4F01C607374C}" dt="2022-04-25T00:08:01.169" v="226"/>
          <ac:spMkLst>
            <pc:docMk/>
            <pc:sldMk cId="3037762643" sldId="285"/>
            <ac:spMk id="4" creationId="{30A14FFB-890D-4F98-A5DE-94F8E582569C}"/>
          </ac:spMkLst>
        </pc:spChg>
        <pc:spChg chg="mod">
          <ac:chgData name="Sai Lakkaraju" userId="67789ed4-6cf2-46dd-bb2a-c209225f1b65" providerId="ADAL" clId="{9672EF5D-0FDD-4117-A113-4F01C607374C}" dt="2022-04-25T00:08:01.169" v="226"/>
          <ac:spMkLst>
            <pc:docMk/>
            <pc:sldMk cId="3037762643" sldId="285"/>
            <ac:spMk id="48130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5T00:11:19.198" v="234" actId="14100"/>
          <ac:spMkLst>
            <pc:docMk/>
            <pc:sldMk cId="3037762643" sldId="285"/>
            <ac:spMk id="48131" creationId="{00000000-0000-0000-0000-000000000000}"/>
          </ac:spMkLst>
        </pc:spChg>
      </pc:sldChg>
      <pc:sldChg chg="addSp delSp modSp del mod">
        <pc:chgData name="Sai Lakkaraju" userId="67789ed4-6cf2-46dd-bb2a-c209225f1b65" providerId="ADAL" clId="{9672EF5D-0FDD-4117-A113-4F01C607374C}" dt="2022-04-25T00:12:55.084" v="239" actId="115"/>
        <pc:sldMkLst>
          <pc:docMk/>
          <pc:sldMk cId="2546598300" sldId="287"/>
        </pc:sldMkLst>
        <pc:spChg chg="mod">
          <ac:chgData name="Sai Lakkaraju" userId="67789ed4-6cf2-46dd-bb2a-c209225f1b65" providerId="ADAL" clId="{9672EF5D-0FDD-4117-A113-4F01C607374C}" dt="2022-04-25T00:12:55.084" v="239" actId="115"/>
          <ac:spMkLst>
            <pc:docMk/>
            <pc:sldMk cId="2546598300" sldId="287"/>
            <ac:spMk id="2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5T00:11:50.632" v="235"/>
          <ac:spMkLst>
            <pc:docMk/>
            <pc:sldMk cId="2546598300" sldId="28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9672EF5D-0FDD-4117-A113-4F01C607374C}" dt="2022-04-25T00:11:50.632" v="235"/>
          <ac:spMkLst>
            <pc:docMk/>
            <pc:sldMk cId="2546598300" sldId="287"/>
            <ac:spMk id="4" creationId="{94B19046-E9C6-4AB4-8D54-7BCF6415D320}"/>
          </ac:spMkLst>
        </pc:spChg>
        <pc:spChg chg="add del mod">
          <ac:chgData name="Sai Lakkaraju" userId="67789ed4-6cf2-46dd-bb2a-c209225f1b65" providerId="ADAL" clId="{9672EF5D-0FDD-4117-A113-4F01C607374C}" dt="2022-04-25T00:11:50.632" v="235"/>
          <ac:spMkLst>
            <pc:docMk/>
            <pc:sldMk cId="2546598300" sldId="287"/>
            <ac:spMk id="5" creationId="{B658D28F-99F1-46F9-8A7C-F880A932B4BA}"/>
          </ac:spMkLst>
        </pc:spChg>
      </pc:sldChg>
      <pc:sldChg chg="addSp delSp modSp del modAnim">
        <pc:chgData name="Sai Lakkaraju" userId="67789ed4-6cf2-46dd-bb2a-c209225f1b65" providerId="ADAL" clId="{9672EF5D-0FDD-4117-A113-4F01C607374C}" dt="2022-04-25T00:16:01.778" v="297"/>
        <pc:sldMkLst>
          <pc:docMk/>
          <pc:sldMk cId="2760156260" sldId="288"/>
        </pc:sldMkLst>
        <pc:spChg chg="add del mod">
          <ac:chgData name="Sai Lakkaraju" userId="67789ed4-6cf2-46dd-bb2a-c209225f1b65" providerId="ADAL" clId="{9672EF5D-0FDD-4117-A113-4F01C607374C}" dt="2022-04-25T00:14:09.910" v="280"/>
          <ac:spMkLst>
            <pc:docMk/>
            <pc:sldMk cId="2760156260" sldId="288"/>
            <ac:spMk id="2" creationId="{C4404D6B-34FF-424B-BB4A-DA916E038F09}"/>
          </ac:spMkLst>
        </pc:spChg>
        <pc:spChg chg="add del mod">
          <ac:chgData name="Sai Lakkaraju" userId="67789ed4-6cf2-46dd-bb2a-c209225f1b65" providerId="ADAL" clId="{9672EF5D-0FDD-4117-A113-4F01C607374C}" dt="2022-04-25T00:14:09.910" v="280"/>
          <ac:spMkLst>
            <pc:docMk/>
            <pc:sldMk cId="2760156260" sldId="288"/>
            <ac:spMk id="3" creationId="{93D83782-255D-4830-9E24-B04155E04428}"/>
          </ac:spMkLst>
        </pc:spChg>
        <pc:spChg chg="mod">
          <ac:chgData name="Sai Lakkaraju" userId="67789ed4-6cf2-46dd-bb2a-c209225f1b65" providerId="ADAL" clId="{9672EF5D-0FDD-4117-A113-4F01C607374C}" dt="2022-04-25T00:14:09.910" v="280"/>
          <ac:spMkLst>
            <pc:docMk/>
            <pc:sldMk cId="2760156260" sldId="288"/>
            <ac:spMk id="50178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5T00:14:36.541" v="283" actId="115"/>
          <ac:spMkLst>
            <pc:docMk/>
            <pc:sldMk cId="2760156260" sldId="288"/>
            <ac:spMk id="50179" creationId="{00000000-0000-0000-0000-000000000000}"/>
          </ac:spMkLst>
        </pc:spChg>
      </pc:sldChg>
      <pc:sldChg chg="addSp delSp modSp del modAnim">
        <pc:chgData name="Sai Lakkaraju" userId="67789ed4-6cf2-46dd-bb2a-c209225f1b65" providerId="ADAL" clId="{9672EF5D-0FDD-4117-A113-4F01C607374C}" dt="2022-04-25T00:16:58.973" v="321" actId="20577"/>
        <pc:sldMkLst>
          <pc:docMk/>
          <pc:sldMk cId="1292798826" sldId="289"/>
        </pc:sldMkLst>
        <pc:spChg chg="add del mod">
          <ac:chgData name="Sai Lakkaraju" userId="67789ed4-6cf2-46dd-bb2a-c209225f1b65" providerId="ADAL" clId="{9672EF5D-0FDD-4117-A113-4F01C607374C}" dt="2022-04-25T00:16:48.814" v="316"/>
          <ac:spMkLst>
            <pc:docMk/>
            <pc:sldMk cId="1292798826" sldId="289"/>
            <ac:spMk id="2" creationId="{E25F96EA-1A93-496E-AF12-B839C7487CFE}"/>
          </ac:spMkLst>
        </pc:spChg>
        <pc:spChg chg="add del mod">
          <ac:chgData name="Sai Lakkaraju" userId="67789ed4-6cf2-46dd-bb2a-c209225f1b65" providerId="ADAL" clId="{9672EF5D-0FDD-4117-A113-4F01C607374C}" dt="2022-04-25T00:16:48.814" v="316"/>
          <ac:spMkLst>
            <pc:docMk/>
            <pc:sldMk cId="1292798826" sldId="289"/>
            <ac:spMk id="3" creationId="{4A85BC50-3ADE-4B36-8362-566B4D808EAB}"/>
          </ac:spMkLst>
        </pc:spChg>
        <pc:spChg chg="mod">
          <ac:chgData name="Sai Lakkaraju" userId="67789ed4-6cf2-46dd-bb2a-c209225f1b65" providerId="ADAL" clId="{9672EF5D-0FDD-4117-A113-4F01C607374C}" dt="2022-04-25T00:16:48.814" v="316"/>
          <ac:spMkLst>
            <pc:docMk/>
            <pc:sldMk cId="1292798826" sldId="289"/>
            <ac:spMk id="55298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5T00:16:58.973" v="321" actId="20577"/>
          <ac:spMkLst>
            <pc:docMk/>
            <pc:sldMk cId="1292798826" sldId="289"/>
            <ac:spMk id="55299" creationId="{00000000-0000-0000-0000-000000000000}"/>
          </ac:spMkLst>
        </pc:spChg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1837397163" sldId="300"/>
        </pc:sldMkLst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232529442" sldId="301"/>
        </pc:sldMkLst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3252916726" sldId="302"/>
        </pc:sldMkLst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2910042614" sldId="304"/>
        </pc:sldMkLst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38436473" sldId="305"/>
        </pc:sldMkLst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2329372093" sldId="306"/>
        </pc:sldMkLst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1163510126" sldId="308"/>
        </pc:sldMkLst>
      </pc:sldChg>
      <pc:sldChg chg="del">
        <pc:chgData name="Sai Lakkaraju" userId="67789ed4-6cf2-46dd-bb2a-c209225f1b65" providerId="ADAL" clId="{9672EF5D-0FDD-4117-A113-4F01C607374C}" dt="2022-04-24T23:15:45.452" v="7" actId="47"/>
        <pc:sldMkLst>
          <pc:docMk/>
          <pc:sldMk cId="4123304164" sldId="311"/>
        </pc:sldMkLst>
      </pc:sldChg>
      <pc:sldChg chg="modSp mod modNotesTx">
        <pc:chgData name="Sai Lakkaraju" userId="67789ed4-6cf2-46dd-bb2a-c209225f1b65" providerId="ADAL" clId="{9672EF5D-0FDD-4117-A113-4F01C607374C}" dt="2022-04-25T00:19:03.407" v="339" actId="6549"/>
        <pc:sldMkLst>
          <pc:docMk/>
          <pc:sldMk cId="869297209" sldId="313"/>
        </pc:sldMkLst>
        <pc:spChg chg="mod">
          <ac:chgData name="Sai Lakkaraju" userId="67789ed4-6cf2-46dd-bb2a-c209225f1b65" providerId="ADAL" clId="{9672EF5D-0FDD-4117-A113-4F01C607374C}" dt="2022-04-25T00:17:44.055" v="331"/>
          <ac:spMkLst>
            <pc:docMk/>
            <pc:sldMk cId="869297209" sldId="313"/>
            <ac:spMk id="3" creationId="{E853B393-0F2E-4B7F-A349-A00432CBDA3B}"/>
          </ac:spMkLst>
        </pc:spChg>
      </pc:sldChg>
      <pc:sldChg chg="modSp mod modNotesTx">
        <pc:chgData name="Sai Lakkaraju" userId="67789ed4-6cf2-46dd-bb2a-c209225f1b65" providerId="ADAL" clId="{9672EF5D-0FDD-4117-A113-4F01C607374C}" dt="2022-04-24T23:16:10.536" v="13" actId="20577"/>
        <pc:sldMkLst>
          <pc:docMk/>
          <pc:sldMk cId="776537612" sldId="314"/>
        </pc:sldMkLst>
        <pc:spChg chg="mod">
          <ac:chgData name="Sai Lakkaraju" userId="67789ed4-6cf2-46dd-bb2a-c209225f1b65" providerId="ADAL" clId="{9672EF5D-0FDD-4117-A113-4F01C607374C}" dt="2022-04-24T23:16:04.742" v="11"/>
          <ac:spMkLst>
            <pc:docMk/>
            <pc:sldMk cId="776537612" sldId="314"/>
            <ac:spMk id="3" creationId="{E853B393-0F2E-4B7F-A349-A00432CBDA3B}"/>
          </ac:spMkLst>
        </pc:spChg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2555265625" sldId="315"/>
        </pc:sldMkLst>
      </pc:sldChg>
      <pc:sldChg chg="addSp delSp modSp">
        <pc:chgData name="Sai Lakkaraju" userId="67789ed4-6cf2-46dd-bb2a-c209225f1b65" providerId="ADAL" clId="{9672EF5D-0FDD-4117-A113-4F01C607374C}" dt="2022-04-25T00:03:19.432" v="225"/>
        <pc:sldMkLst>
          <pc:docMk/>
          <pc:sldMk cId="332051023" sldId="317"/>
        </pc:sldMkLst>
        <pc:spChg chg="mod">
          <ac:chgData name="Sai Lakkaraju" userId="67789ed4-6cf2-46dd-bb2a-c209225f1b65" providerId="ADAL" clId="{9672EF5D-0FDD-4117-A113-4F01C607374C}" dt="2022-04-25T00:03:19.432" v="225"/>
          <ac:spMkLst>
            <pc:docMk/>
            <pc:sldMk cId="332051023" sldId="317"/>
            <ac:spMk id="2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5T00:03:19.432" v="225"/>
          <ac:spMkLst>
            <pc:docMk/>
            <pc:sldMk cId="332051023" sldId="31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9672EF5D-0FDD-4117-A113-4F01C607374C}" dt="2022-04-25T00:03:19.432" v="225"/>
          <ac:spMkLst>
            <pc:docMk/>
            <pc:sldMk cId="332051023" sldId="317"/>
            <ac:spMk id="4" creationId="{2FF0C75B-9E36-4718-9528-A9BCA2790CEC}"/>
          </ac:spMkLst>
        </pc:spChg>
        <pc:spChg chg="add del mod">
          <ac:chgData name="Sai Lakkaraju" userId="67789ed4-6cf2-46dd-bb2a-c209225f1b65" providerId="ADAL" clId="{9672EF5D-0FDD-4117-A113-4F01C607374C}" dt="2022-04-25T00:03:19.432" v="225"/>
          <ac:spMkLst>
            <pc:docMk/>
            <pc:sldMk cId="332051023" sldId="317"/>
            <ac:spMk id="5" creationId="{7CCE76E5-B9E0-46C2-AFCF-8DA74273B393}"/>
          </ac:spMkLst>
        </pc:spChg>
      </pc:sldChg>
      <pc:sldChg chg="addSp delSp modSp modAnim">
        <pc:chgData name="Sai Lakkaraju" userId="67789ed4-6cf2-46dd-bb2a-c209225f1b65" providerId="ADAL" clId="{9672EF5D-0FDD-4117-A113-4F01C607374C}" dt="2022-04-25T00:18:54.739" v="338"/>
        <pc:sldMkLst>
          <pc:docMk/>
          <pc:sldMk cId="3421247528" sldId="318"/>
        </pc:sldMkLst>
        <pc:spChg chg="add del mod">
          <ac:chgData name="Sai Lakkaraju" userId="67789ed4-6cf2-46dd-bb2a-c209225f1b65" providerId="ADAL" clId="{9672EF5D-0FDD-4117-A113-4F01C607374C}" dt="2022-04-25T00:17:32.201" v="328"/>
          <ac:spMkLst>
            <pc:docMk/>
            <pc:sldMk cId="3421247528" sldId="318"/>
            <ac:spMk id="2" creationId="{15915121-B667-4FB9-8742-DE6BB6AF38D4}"/>
          </ac:spMkLst>
        </pc:spChg>
        <pc:spChg chg="add del mod">
          <ac:chgData name="Sai Lakkaraju" userId="67789ed4-6cf2-46dd-bb2a-c209225f1b65" providerId="ADAL" clId="{9672EF5D-0FDD-4117-A113-4F01C607374C}" dt="2022-04-25T00:17:32.201" v="328"/>
          <ac:spMkLst>
            <pc:docMk/>
            <pc:sldMk cId="3421247528" sldId="318"/>
            <ac:spMk id="3" creationId="{86DB7E8F-163A-4EB3-94C7-42CCECF73676}"/>
          </ac:spMkLst>
        </pc:spChg>
        <pc:spChg chg="mod">
          <ac:chgData name="Sai Lakkaraju" userId="67789ed4-6cf2-46dd-bb2a-c209225f1b65" providerId="ADAL" clId="{9672EF5D-0FDD-4117-A113-4F01C607374C}" dt="2022-04-25T00:17:32.201" v="328"/>
          <ac:spMkLst>
            <pc:docMk/>
            <pc:sldMk cId="3421247528" sldId="318"/>
            <ac:spMk id="55298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5T00:17:32.201" v="328"/>
          <ac:spMkLst>
            <pc:docMk/>
            <pc:sldMk cId="3421247528" sldId="318"/>
            <ac:spMk id="55299" creationId="{00000000-0000-0000-0000-000000000000}"/>
          </ac:spMkLst>
        </pc:spChg>
      </pc:sldChg>
      <pc:sldChg chg="del">
        <pc:chgData name="Sai Lakkaraju" userId="67789ed4-6cf2-46dd-bb2a-c209225f1b65" providerId="ADAL" clId="{9672EF5D-0FDD-4117-A113-4F01C607374C}" dt="2022-04-24T23:15:21.088" v="5" actId="18676"/>
        <pc:sldMkLst>
          <pc:docMk/>
          <pc:sldMk cId="3666187564" sldId="319"/>
        </pc:sldMkLst>
      </pc:sldChg>
      <pc:sldChg chg="del">
        <pc:chgData name="Sai Lakkaraju" userId="67789ed4-6cf2-46dd-bb2a-c209225f1b65" providerId="ADAL" clId="{9672EF5D-0FDD-4117-A113-4F01C607374C}" dt="2022-04-24T23:15:21.088" v="5" actId="18676"/>
        <pc:sldMkLst>
          <pc:docMk/>
          <pc:sldMk cId="1481397626" sldId="320"/>
        </pc:sldMkLst>
      </pc:sldChg>
      <pc:sldChg chg="del">
        <pc:chgData name="Sai Lakkaraju" userId="67789ed4-6cf2-46dd-bb2a-c209225f1b65" providerId="ADAL" clId="{9672EF5D-0FDD-4117-A113-4F01C607374C}" dt="2022-04-24T23:15:21.088" v="5" actId="18676"/>
        <pc:sldMkLst>
          <pc:docMk/>
          <pc:sldMk cId="2369192775" sldId="321"/>
        </pc:sldMkLst>
      </pc:sldChg>
      <pc:sldChg chg="del">
        <pc:chgData name="Sai Lakkaraju" userId="67789ed4-6cf2-46dd-bb2a-c209225f1b65" providerId="ADAL" clId="{9672EF5D-0FDD-4117-A113-4F01C607374C}" dt="2022-04-24T23:15:32.469" v="6" actId="18676"/>
        <pc:sldMkLst>
          <pc:docMk/>
          <pc:sldMk cId="2000789401" sldId="322"/>
        </pc:sldMkLst>
      </pc:sldChg>
      <pc:sldChg chg="del">
        <pc:chgData name="Sai Lakkaraju" userId="67789ed4-6cf2-46dd-bb2a-c209225f1b65" providerId="ADAL" clId="{9672EF5D-0FDD-4117-A113-4F01C607374C}" dt="2022-04-24T23:14:52.233" v="3" actId="18676"/>
        <pc:sldMkLst>
          <pc:docMk/>
          <pc:sldMk cId="3692767134" sldId="323"/>
        </pc:sldMkLst>
      </pc:sldChg>
      <pc:sldChg chg="del">
        <pc:chgData name="Sai Lakkaraju" userId="67789ed4-6cf2-46dd-bb2a-c209225f1b65" providerId="ADAL" clId="{9672EF5D-0FDD-4117-A113-4F01C607374C}" dt="2022-04-24T23:15:21.088" v="5" actId="18676"/>
        <pc:sldMkLst>
          <pc:docMk/>
          <pc:sldMk cId="3874221328" sldId="324"/>
        </pc:sldMkLst>
      </pc:sldChg>
      <pc:sldChg chg="addSp delSp modSp mod modClrScheme modAnim chgLayout">
        <pc:chgData name="Sai Lakkaraju" userId="67789ed4-6cf2-46dd-bb2a-c209225f1b65" providerId="ADAL" clId="{9672EF5D-0FDD-4117-A113-4F01C607374C}" dt="2022-04-25T00:16:32.590" v="315" actId="207"/>
        <pc:sldMkLst>
          <pc:docMk/>
          <pc:sldMk cId="563133575" sldId="325"/>
        </pc:sldMkLst>
        <pc:spChg chg="add del mod">
          <ac:chgData name="Sai Lakkaraju" userId="67789ed4-6cf2-46dd-bb2a-c209225f1b65" providerId="ADAL" clId="{9672EF5D-0FDD-4117-A113-4F01C607374C}" dt="2022-04-25T00:15:13.625" v="284"/>
          <ac:spMkLst>
            <pc:docMk/>
            <pc:sldMk cId="563133575" sldId="325"/>
            <ac:spMk id="2" creationId="{165B1BB6-AF7E-4B05-BB03-9AFCE1556820}"/>
          </ac:spMkLst>
        </pc:spChg>
        <pc:spChg chg="add del mod">
          <ac:chgData name="Sai Lakkaraju" userId="67789ed4-6cf2-46dd-bb2a-c209225f1b65" providerId="ADAL" clId="{9672EF5D-0FDD-4117-A113-4F01C607374C}" dt="2022-04-25T00:15:13.625" v="284"/>
          <ac:spMkLst>
            <pc:docMk/>
            <pc:sldMk cId="563133575" sldId="325"/>
            <ac:spMk id="3" creationId="{13C59DDD-0FD9-41C8-B321-90C66E9CA026}"/>
          </ac:spMkLst>
        </pc:spChg>
        <pc:spChg chg="add mod ord">
          <ac:chgData name="Sai Lakkaraju" userId="67789ed4-6cf2-46dd-bb2a-c209225f1b65" providerId="ADAL" clId="{9672EF5D-0FDD-4117-A113-4F01C607374C}" dt="2022-04-25T00:16:32.590" v="315" actId="207"/>
          <ac:spMkLst>
            <pc:docMk/>
            <pc:sldMk cId="563133575" sldId="325"/>
            <ac:spMk id="4" creationId="{96989E12-9BE5-4F0E-9175-2EC98D8FB62B}"/>
          </ac:spMkLst>
        </pc:spChg>
        <pc:spChg chg="mod ord">
          <ac:chgData name="Sai Lakkaraju" userId="67789ed4-6cf2-46dd-bb2a-c209225f1b65" providerId="ADAL" clId="{9672EF5D-0FDD-4117-A113-4F01C607374C}" dt="2022-04-25T00:15:30.968" v="288" actId="700"/>
          <ac:spMkLst>
            <pc:docMk/>
            <pc:sldMk cId="563133575" sldId="325"/>
            <ac:spMk id="50178" creationId="{00000000-0000-0000-0000-000000000000}"/>
          </ac:spMkLst>
        </pc:spChg>
        <pc:spChg chg="mod ord">
          <ac:chgData name="Sai Lakkaraju" userId="67789ed4-6cf2-46dd-bb2a-c209225f1b65" providerId="ADAL" clId="{9672EF5D-0FDD-4117-A113-4F01C607374C}" dt="2022-04-25T00:16:25.627" v="313" actId="207"/>
          <ac:spMkLst>
            <pc:docMk/>
            <pc:sldMk cId="563133575" sldId="325"/>
            <ac:spMk id="50179" creationId="{00000000-0000-0000-0000-000000000000}"/>
          </ac:spMkLst>
        </pc:spChg>
      </pc:sldChg>
      <pc:sldChg chg="addSp delSp modSp mod modAnim">
        <pc:chgData name="Sai Lakkaraju" userId="67789ed4-6cf2-46dd-bb2a-c209225f1b65" providerId="ADAL" clId="{9672EF5D-0FDD-4117-A113-4F01C607374C}" dt="2022-04-25T00:17:23.717" v="327" actId="1076"/>
        <pc:sldMkLst>
          <pc:docMk/>
          <pc:sldMk cId="2217160245" sldId="326"/>
        </pc:sldMkLst>
        <pc:spChg chg="add del mod">
          <ac:chgData name="Sai Lakkaraju" userId="67789ed4-6cf2-46dd-bb2a-c209225f1b65" providerId="ADAL" clId="{9672EF5D-0FDD-4117-A113-4F01C607374C}" dt="2022-04-25T00:17:20.891" v="325"/>
          <ac:spMkLst>
            <pc:docMk/>
            <pc:sldMk cId="2217160245" sldId="326"/>
            <ac:spMk id="3" creationId="{DF3A6019-E6B3-4C02-BDB5-D684295C488B}"/>
          </ac:spMkLst>
        </pc:spChg>
        <pc:spChg chg="add del mod">
          <ac:chgData name="Sai Lakkaraju" userId="67789ed4-6cf2-46dd-bb2a-c209225f1b65" providerId="ADAL" clId="{9672EF5D-0FDD-4117-A113-4F01C607374C}" dt="2022-04-25T00:17:20.891" v="325"/>
          <ac:spMkLst>
            <pc:docMk/>
            <pc:sldMk cId="2217160245" sldId="326"/>
            <ac:spMk id="4" creationId="{178A234A-DC69-4104-8DE0-33E3A1006558}"/>
          </ac:spMkLst>
        </pc:spChg>
        <pc:spChg chg="mod">
          <ac:chgData name="Sai Lakkaraju" userId="67789ed4-6cf2-46dd-bb2a-c209225f1b65" providerId="ADAL" clId="{9672EF5D-0FDD-4117-A113-4F01C607374C}" dt="2022-04-25T00:17:20.891" v="325"/>
          <ac:spMkLst>
            <pc:docMk/>
            <pc:sldMk cId="2217160245" sldId="326"/>
            <ac:spMk id="55298" creationId="{00000000-0000-0000-0000-000000000000}"/>
          </ac:spMkLst>
        </pc:spChg>
        <pc:spChg chg="mod">
          <ac:chgData name="Sai Lakkaraju" userId="67789ed4-6cf2-46dd-bb2a-c209225f1b65" providerId="ADAL" clId="{9672EF5D-0FDD-4117-A113-4F01C607374C}" dt="2022-04-25T00:17:20.920" v="326" actId="27636"/>
          <ac:spMkLst>
            <pc:docMk/>
            <pc:sldMk cId="2217160245" sldId="326"/>
            <ac:spMk id="55299" creationId="{00000000-0000-0000-0000-000000000000}"/>
          </ac:spMkLst>
        </pc:spChg>
        <pc:picChg chg="mod">
          <ac:chgData name="Sai Lakkaraju" userId="67789ed4-6cf2-46dd-bb2a-c209225f1b65" providerId="ADAL" clId="{9672EF5D-0FDD-4117-A113-4F01C607374C}" dt="2022-04-25T00:17:23.717" v="327" actId="1076"/>
          <ac:picMkLst>
            <pc:docMk/>
            <pc:sldMk cId="2217160245" sldId="326"/>
            <ac:picMk id="2" creationId="{00000000-0000-0000-0000-000000000000}"/>
          </ac:picMkLst>
        </pc:picChg>
      </pc:sldChg>
      <pc:sldChg chg="del">
        <pc:chgData name="Sai Lakkaraju" userId="67789ed4-6cf2-46dd-bb2a-c209225f1b65" providerId="ADAL" clId="{9672EF5D-0FDD-4117-A113-4F01C607374C}" dt="2022-04-24T23:15:32.469" v="6" actId="18676"/>
        <pc:sldMkLst>
          <pc:docMk/>
          <pc:sldMk cId="1796800335" sldId="327"/>
        </pc:sldMkLst>
      </pc:sldChg>
      <pc:sldChg chg="del">
        <pc:chgData name="Sai Lakkaraju" userId="67789ed4-6cf2-46dd-bb2a-c209225f1b65" providerId="ADAL" clId="{9672EF5D-0FDD-4117-A113-4F01C607374C}" dt="2022-04-24T23:15:21.088" v="5" actId="18676"/>
        <pc:sldMkLst>
          <pc:docMk/>
          <pc:sldMk cId="3689313516" sldId="329"/>
        </pc:sldMkLst>
      </pc:sldChg>
    </pc:docChg>
  </pc:docChgLst>
  <pc:docChgLst>
    <pc:chgData name="Sai K. Lakkaraju" userId="67789ed4-6cf2-46dd-bb2a-c209225f1b65" providerId="ADAL" clId="{D1FE7C1C-28A8-4A81-9AC4-F92CE3830520}"/>
    <pc:docChg chg="custSel modSld">
      <pc:chgData name="Sai K. Lakkaraju" userId="67789ed4-6cf2-46dd-bb2a-c209225f1b65" providerId="ADAL" clId="{D1FE7C1C-28A8-4A81-9AC4-F92CE3830520}" dt="2022-04-05T03:43:27.136" v="71" actId="20577"/>
      <pc:docMkLst>
        <pc:docMk/>
      </pc:docMkLst>
      <pc:sldChg chg="modNotesTx">
        <pc:chgData name="Sai K. Lakkaraju" userId="67789ed4-6cf2-46dd-bb2a-c209225f1b65" providerId="ADAL" clId="{D1FE7C1C-28A8-4A81-9AC4-F92CE3830520}" dt="2022-04-05T03:36:26.668" v="55" actId="20577"/>
        <pc:sldMkLst>
          <pc:docMk/>
          <pc:sldMk cId="3827050418" sldId="312"/>
        </pc:sldMkLst>
      </pc:sldChg>
      <pc:sldChg chg="modSp mod">
        <pc:chgData name="Sai K. Lakkaraju" userId="67789ed4-6cf2-46dd-bb2a-c209225f1b65" providerId="ADAL" clId="{D1FE7C1C-28A8-4A81-9AC4-F92CE3830520}" dt="2022-04-05T03:43:27.136" v="71" actId="20577"/>
        <pc:sldMkLst>
          <pc:docMk/>
          <pc:sldMk cId="869297209" sldId="313"/>
        </pc:sldMkLst>
        <pc:spChg chg="mod">
          <ac:chgData name="Sai K. Lakkaraju" userId="67789ed4-6cf2-46dd-bb2a-c209225f1b65" providerId="ADAL" clId="{D1FE7C1C-28A8-4A81-9AC4-F92CE3830520}" dt="2022-04-05T03:43:27.136" v="71" actId="20577"/>
          <ac:spMkLst>
            <pc:docMk/>
            <pc:sldMk cId="869297209" sldId="313"/>
            <ac:spMk id="3" creationId="{E853B393-0F2E-4B7F-A349-A00432CBDA3B}"/>
          </ac:spMkLst>
        </pc:spChg>
      </pc:sldChg>
      <pc:sldChg chg="modNotesTx">
        <pc:chgData name="Sai K. Lakkaraju" userId="67789ed4-6cf2-46dd-bb2a-c209225f1b65" providerId="ADAL" clId="{D1FE7C1C-28A8-4A81-9AC4-F92CE3830520}" dt="2022-04-05T03:36:03.161" v="21" actId="20577"/>
        <pc:sldMkLst>
          <pc:docMk/>
          <pc:sldMk cId="3004120517" sldId="330"/>
        </pc:sldMkLst>
      </pc:sldChg>
    </pc:docChg>
  </pc:docChgLst>
  <pc:docChgLst>
    <pc:chgData name="Sai Lakkaraju" userId="67789ed4-6cf2-46dd-bb2a-c209225f1b65" providerId="ADAL" clId="{02BF0754-D826-439F-B6A6-E04E32BE089C}"/>
    <pc:docChg chg="undo custSel addSld delSld modSld modSection">
      <pc:chgData name="Sai Lakkaraju" userId="67789ed4-6cf2-46dd-bb2a-c209225f1b65" providerId="ADAL" clId="{02BF0754-D826-439F-B6A6-E04E32BE089C}" dt="2022-04-30T14:30:29.455" v="284"/>
      <pc:docMkLst>
        <pc:docMk/>
      </pc:docMkLst>
      <pc:sldChg chg="modSp mod">
        <pc:chgData name="Sai Lakkaraju" userId="67789ed4-6cf2-46dd-bb2a-c209225f1b65" providerId="ADAL" clId="{02BF0754-D826-439F-B6A6-E04E32BE089C}" dt="2022-04-30T13:44:09.965" v="1" actId="20577"/>
        <pc:sldMkLst>
          <pc:docMk/>
          <pc:sldMk cId="715634170" sldId="256"/>
        </pc:sldMkLst>
        <pc:spChg chg="mod">
          <ac:chgData name="Sai Lakkaraju" userId="67789ed4-6cf2-46dd-bb2a-c209225f1b65" providerId="ADAL" clId="{02BF0754-D826-439F-B6A6-E04E32BE089C}" dt="2022-04-30T13:44:09.965" v="1" actId="20577"/>
          <ac:spMkLst>
            <pc:docMk/>
            <pc:sldMk cId="715634170" sldId="256"/>
            <ac:spMk id="3" creationId="{94875C1C-3858-44F5-9117-CB658AFD44E3}"/>
          </ac:spMkLst>
        </pc:spChg>
      </pc:sldChg>
      <pc:sldChg chg="addSp delSp modSp add mod modClrScheme chgLayout">
        <pc:chgData name="Sai Lakkaraju" userId="67789ed4-6cf2-46dd-bb2a-c209225f1b65" providerId="ADAL" clId="{02BF0754-D826-439F-B6A6-E04E32BE089C}" dt="2022-04-30T13:50:21.462" v="19"/>
        <pc:sldMkLst>
          <pc:docMk/>
          <pc:sldMk cId="2183107123" sldId="257"/>
        </pc:sldMkLst>
        <pc:spChg chg="add del mod">
          <ac:chgData name="Sai Lakkaraju" userId="67789ed4-6cf2-46dd-bb2a-c209225f1b65" providerId="ADAL" clId="{02BF0754-D826-439F-B6A6-E04E32BE089C}" dt="2022-04-30T13:45:43.616" v="7"/>
          <ac:spMkLst>
            <pc:docMk/>
            <pc:sldMk cId="2183107123" sldId="257"/>
            <ac:spMk id="2" creationId="{ED7C5CEF-C2EC-45AC-BF82-ECC7E6EE626A}"/>
          </ac:spMkLst>
        </pc:spChg>
        <pc:spChg chg="mod ord">
          <ac:chgData name="Sai Lakkaraju" userId="67789ed4-6cf2-46dd-bb2a-c209225f1b65" providerId="ADAL" clId="{02BF0754-D826-439F-B6A6-E04E32BE089C}" dt="2022-04-30T13:50:14.697" v="17" actId="700"/>
          <ac:spMkLst>
            <pc:docMk/>
            <pc:sldMk cId="2183107123" sldId="25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02BF0754-D826-439F-B6A6-E04E32BE089C}" dt="2022-04-30T13:45:43.616" v="7"/>
          <ac:spMkLst>
            <pc:docMk/>
            <pc:sldMk cId="2183107123" sldId="257"/>
            <ac:spMk id="4" creationId="{6E8E7538-9550-414E-B357-C9BEB3BA2435}"/>
          </ac:spMkLst>
        </pc:spChg>
        <pc:spChg chg="add mod ord">
          <ac:chgData name="Sai Lakkaraju" userId="67789ed4-6cf2-46dd-bb2a-c209225f1b65" providerId="ADAL" clId="{02BF0754-D826-439F-B6A6-E04E32BE089C}" dt="2022-04-30T13:50:21.462" v="19"/>
          <ac:spMkLst>
            <pc:docMk/>
            <pc:sldMk cId="2183107123" sldId="257"/>
            <ac:spMk id="5" creationId="{145A79FF-DF8D-40F1-8046-76D58A40B613}"/>
          </ac:spMkLst>
        </pc:spChg>
        <pc:spChg chg="del">
          <ac:chgData name="Sai Lakkaraju" userId="67789ed4-6cf2-46dd-bb2a-c209225f1b65" providerId="ADAL" clId="{02BF0754-D826-439F-B6A6-E04E32BE089C}" dt="2022-04-30T13:50:05.893" v="15" actId="26606"/>
          <ac:spMkLst>
            <pc:docMk/>
            <pc:sldMk cId="2183107123" sldId="257"/>
            <ac:spMk id="10" creationId="{00000000-0000-0000-0000-000000000000}"/>
          </ac:spMkLst>
        </pc:spChg>
        <pc:spChg chg="add del mod">
          <ac:chgData name="Sai Lakkaraju" userId="67789ed4-6cf2-46dd-bb2a-c209225f1b65" providerId="ADAL" clId="{02BF0754-D826-439F-B6A6-E04E32BE089C}" dt="2022-04-30T13:50:11.607" v="16" actId="478"/>
          <ac:spMkLst>
            <pc:docMk/>
            <pc:sldMk cId="2183107123" sldId="257"/>
            <ac:spMk id="15" creationId="{09D8BF14-5884-56B9-BF0C-2C03CACAB25F}"/>
          </ac:spMkLst>
        </pc:spChg>
      </pc:sldChg>
      <pc:sldChg chg="addSp delSp modSp add mod modTransition modClrScheme delAnim chgLayout">
        <pc:chgData name="Sai Lakkaraju" userId="67789ed4-6cf2-46dd-bb2a-c209225f1b65" providerId="ADAL" clId="{02BF0754-D826-439F-B6A6-E04E32BE089C}" dt="2022-04-30T14:29:56.018" v="272"/>
        <pc:sldMkLst>
          <pc:docMk/>
          <pc:sldMk cId="194403597" sldId="259"/>
        </pc:sldMkLst>
        <pc:spChg chg="add del mod">
          <ac:chgData name="Sai Lakkaraju" userId="67789ed4-6cf2-46dd-bb2a-c209225f1b65" providerId="ADAL" clId="{02BF0754-D826-439F-B6A6-E04E32BE089C}" dt="2022-04-30T14:28:58.729" v="258"/>
          <ac:spMkLst>
            <pc:docMk/>
            <pc:sldMk cId="194403597" sldId="259"/>
            <ac:spMk id="2" creationId="{AC94A641-D686-47D1-8387-A10F92561EC7}"/>
          </ac:spMkLst>
        </pc:spChg>
        <pc:spChg chg="add del mod">
          <ac:chgData name="Sai Lakkaraju" userId="67789ed4-6cf2-46dd-bb2a-c209225f1b65" providerId="ADAL" clId="{02BF0754-D826-439F-B6A6-E04E32BE089C}" dt="2022-04-30T14:28:58.729" v="258"/>
          <ac:spMkLst>
            <pc:docMk/>
            <pc:sldMk cId="194403597" sldId="259"/>
            <ac:spMk id="3" creationId="{885A611F-6169-4875-B281-7724246DEA87}"/>
          </ac:spMkLst>
        </pc:spChg>
        <pc:spChg chg="add del mod ord">
          <ac:chgData name="Sai Lakkaraju" userId="67789ed4-6cf2-46dd-bb2a-c209225f1b65" providerId="ADAL" clId="{02BF0754-D826-439F-B6A6-E04E32BE089C}" dt="2022-04-30T14:29:30.263" v="266"/>
          <ac:spMkLst>
            <pc:docMk/>
            <pc:sldMk cId="194403597" sldId="259"/>
            <ac:spMk id="4" creationId="{EB3B4B57-43F2-4FD0-AE6F-3989A1D9EA00}"/>
          </ac:spMkLst>
        </pc:spChg>
        <pc:spChg chg="add mod ord">
          <ac:chgData name="Sai Lakkaraju" userId="67789ed4-6cf2-46dd-bb2a-c209225f1b65" providerId="ADAL" clId="{02BF0754-D826-439F-B6A6-E04E32BE089C}" dt="2022-04-30T14:29:38.204" v="271"/>
          <ac:spMkLst>
            <pc:docMk/>
            <pc:sldMk cId="194403597" sldId="259"/>
            <ac:spMk id="5" creationId="{E6EFD255-BF09-446B-817C-07619E57C15D}"/>
          </ac:spMkLst>
        </pc:spChg>
        <pc:spChg chg="del mod">
          <ac:chgData name="Sai Lakkaraju" userId="67789ed4-6cf2-46dd-bb2a-c209225f1b65" providerId="ADAL" clId="{02BF0754-D826-439F-B6A6-E04E32BE089C}" dt="2022-04-30T14:29:07.954" v="260" actId="478"/>
          <ac:spMkLst>
            <pc:docMk/>
            <pc:sldMk cId="194403597" sldId="259"/>
            <ac:spMk id="6" creationId="{00000000-0000-0000-0000-000000000000}"/>
          </ac:spMkLst>
        </pc:spChg>
        <pc:spChg chg="add del mod">
          <ac:chgData name="Sai Lakkaraju" userId="67789ed4-6cf2-46dd-bb2a-c209225f1b65" providerId="ADAL" clId="{02BF0754-D826-439F-B6A6-E04E32BE089C}" dt="2022-04-30T14:29:30.263" v="266"/>
          <ac:spMkLst>
            <pc:docMk/>
            <pc:sldMk cId="194403597" sldId="259"/>
            <ac:spMk id="7" creationId="{F1DD499B-9F96-403E-83E1-E88812F62F7D}"/>
          </ac:spMkLst>
        </pc:spChg>
        <pc:spChg chg="add mod">
          <ac:chgData name="Sai Lakkaraju" userId="67789ed4-6cf2-46dd-bb2a-c209225f1b65" providerId="ADAL" clId="{02BF0754-D826-439F-B6A6-E04E32BE089C}" dt="2022-04-30T14:29:38.204" v="271"/>
          <ac:spMkLst>
            <pc:docMk/>
            <pc:sldMk cId="194403597" sldId="259"/>
            <ac:spMk id="8" creationId="{86C29517-308D-4271-AF75-3DEAC020FD46}"/>
          </ac:spMkLst>
        </pc:spChg>
        <pc:spChg chg="add del mod">
          <ac:chgData name="Sai Lakkaraju" userId="67789ed4-6cf2-46dd-bb2a-c209225f1b65" providerId="ADAL" clId="{02BF0754-D826-439F-B6A6-E04E32BE089C}" dt="2022-04-30T14:29:38.204" v="271"/>
          <ac:spMkLst>
            <pc:docMk/>
            <pc:sldMk cId="194403597" sldId="259"/>
            <ac:spMk id="9" creationId="{3DE09B4E-A6B1-4FD6-80D9-BD4B1A9F00DB}"/>
          </ac:spMkLst>
        </pc:spChg>
        <pc:spChg chg="add del mod">
          <ac:chgData name="Sai Lakkaraju" userId="67789ed4-6cf2-46dd-bb2a-c209225f1b65" providerId="ADAL" clId="{02BF0754-D826-439F-B6A6-E04E32BE089C}" dt="2022-04-30T14:29:38.204" v="271"/>
          <ac:spMkLst>
            <pc:docMk/>
            <pc:sldMk cId="194403597" sldId="259"/>
            <ac:spMk id="10" creationId="{450D88F8-5205-4D54-B7BE-1EDAE1BE06E8}"/>
          </ac:spMkLst>
        </pc:spChg>
        <pc:spChg chg="del mod">
          <ac:chgData name="Sai Lakkaraju" userId="67789ed4-6cf2-46dd-bb2a-c209225f1b65" providerId="ADAL" clId="{02BF0754-D826-439F-B6A6-E04E32BE089C}" dt="2022-04-30T14:29:28.397" v="265" actId="478"/>
          <ac:spMkLst>
            <pc:docMk/>
            <pc:sldMk cId="194403597" sldId="259"/>
            <ac:spMk id="38" creationId="{00000000-0000-0000-0000-000000000000}"/>
          </ac:spMkLst>
        </pc:spChg>
      </pc:sldChg>
      <pc:sldChg chg="addSp delSp modSp add del mod modClrScheme chgLayout">
        <pc:chgData name="Sai Lakkaraju" userId="67789ed4-6cf2-46dd-bb2a-c209225f1b65" providerId="ADAL" clId="{02BF0754-D826-439F-B6A6-E04E32BE089C}" dt="2022-04-30T13:50:59.378" v="30" actId="20577"/>
        <pc:sldMkLst>
          <pc:docMk/>
          <pc:sldMk cId="3521356257" sldId="260"/>
        </pc:sldMkLst>
        <pc:spChg chg="add mod ord">
          <ac:chgData name="Sai Lakkaraju" userId="67789ed4-6cf2-46dd-bb2a-c209225f1b65" providerId="ADAL" clId="{02BF0754-D826-439F-B6A6-E04E32BE089C}" dt="2022-04-30T13:50:46.348" v="26" actId="700"/>
          <ac:spMkLst>
            <pc:docMk/>
            <pc:sldMk cId="3521356257" sldId="260"/>
            <ac:spMk id="2" creationId="{EFEC0179-BC9C-458D-AC3C-5B46723108FC}"/>
          </ac:spMkLst>
        </pc:spChg>
        <pc:spChg chg="mod ord">
          <ac:chgData name="Sai Lakkaraju" userId="67789ed4-6cf2-46dd-bb2a-c209225f1b65" providerId="ADAL" clId="{02BF0754-D826-439F-B6A6-E04E32BE089C}" dt="2022-04-30T13:50:59.378" v="30" actId="20577"/>
          <ac:spMkLst>
            <pc:docMk/>
            <pc:sldMk cId="3521356257" sldId="260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02BF0754-D826-439F-B6A6-E04E32BE089C}" dt="2022-04-30T13:50:43.831" v="23"/>
          <ac:spMkLst>
            <pc:docMk/>
            <pc:sldMk cId="3521356257" sldId="260"/>
            <ac:spMk id="4" creationId="{5B371967-68FD-4841-9D40-679EAE90C960}"/>
          </ac:spMkLst>
        </pc:spChg>
        <pc:spChg chg="add del mod">
          <ac:chgData name="Sai Lakkaraju" userId="67789ed4-6cf2-46dd-bb2a-c209225f1b65" providerId="ADAL" clId="{02BF0754-D826-439F-B6A6-E04E32BE089C}" dt="2022-04-30T13:50:43.831" v="23"/>
          <ac:spMkLst>
            <pc:docMk/>
            <pc:sldMk cId="3521356257" sldId="260"/>
            <ac:spMk id="5" creationId="{7C6C7B76-48E7-4BDD-AEDB-7D8A2B2D1661}"/>
          </ac:spMkLst>
        </pc:spChg>
        <pc:spChg chg="add del mod">
          <ac:chgData name="Sai Lakkaraju" userId="67789ed4-6cf2-46dd-bb2a-c209225f1b65" providerId="ADAL" clId="{02BF0754-D826-439F-B6A6-E04E32BE089C}" dt="2022-04-30T13:50:46.348" v="26" actId="700"/>
          <ac:spMkLst>
            <pc:docMk/>
            <pc:sldMk cId="3521356257" sldId="260"/>
            <ac:spMk id="6" creationId="{10F5D83E-EE82-484B-BEB8-F8B3D81C3F2C}"/>
          </ac:spMkLst>
        </pc:spChg>
        <pc:spChg chg="del">
          <ac:chgData name="Sai Lakkaraju" userId="67789ed4-6cf2-46dd-bb2a-c209225f1b65" providerId="ADAL" clId="{02BF0754-D826-439F-B6A6-E04E32BE089C}" dt="2022-04-30T13:50:37.548" v="21" actId="26606"/>
          <ac:spMkLst>
            <pc:docMk/>
            <pc:sldMk cId="3521356257" sldId="260"/>
            <ac:spMk id="10" creationId="{00000000-0000-0000-0000-000000000000}"/>
          </ac:spMkLst>
        </pc:spChg>
        <pc:spChg chg="add del mod">
          <ac:chgData name="Sai Lakkaraju" userId="67789ed4-6cf2-46dd-bb2a-c209225f1b65" providerId="ADAL" clId="{02BF0754-D826-439F-B6A6-E04E32BE089C}" dt="2022-04-30T13:50:41.893" v="22" actId="478"/>
          <ac:spMkLst>
            <pc:docMk/>
            <pc:sldMk cId="3521356257" sldId="260"/>
            <ac:spMk id="15" creationId="{BFF026AD-A480-E512-66EE-0C974AB4BF81}"/>
          </ac:spMkLst>
        </pc:spChg>
      </pc:sldChg>
      <pc:sldChg chg="addSp delSp modSp add del mod modClrScheme chgLayout">
        <pc:chgData name="Sai Lakkaraju" userId="67789ed4-6cf2-46dd-bb2a-c209225f1b65" providerId="ADAL" clId="{02BF0754-D826-439F-B6A6-E04E32BE089C}" dt="2022-04-30T13:52:06.596" v="46" actId="20577"/>
        <pc:sldMkLst>
          <pc:docMk/>
          <pc:sldMk cId="39798925" sldId="262"/>
        </pc:sldMkLst>
        <pc:spChg chg="mod ord">
          <ac:chgData name="Sai Lakkaraju" userId="67789ed4-6cf2-46dd-bb2a-c209225f1b65" providerId="ADAL" clId="{02BF0754-D826-439F-B6A6-E04E32BE089C}" dt="2022-04-30T13:51:44.887" v="39" actId="700"/>
          <ac:spMkLst>
            <pc:docMk/>
            <pc:sldMk cId="39798925" sldId="262"/>
            <ac:spMk id="2" creationId="{00000000-0000-0000-0000-000000000000}"/>
          </ac:spMkLst>
        </pc:spChg>
        <pc:spChg chg="add del mod ord">
          <ac:chgData name="Sai Lakkaraju" userId="67789ed4-6cf2-46dd-bb2a-c209225f1b65" providerId="ADAL" clId="{02BF0754-D826-439F-B6A6-E04E32BE089C}" dt="2022-04-30T13:51:21.900" v="33" actId="26606"/>
          <ac:spMkLst>
            <pc:docMk/>
            <pc:sldMk cId="39798925" sldId="262"/>
            <ac:spMk id="3" creationId="{0D9F5D39-26D2-45B0-B322-A4E36A33B9B5}"/>
          </ac:spMkLst>
        </pc:spChg>
        <pc:spChg chg="del mod">
          <ac:chgData name="Sai Lakkaraju" userId="67789ed4-6cf2-46dd-bb2a-c209225f1b65" providerId="ADAL" clId="{02BF0754-D826-439F-B6A6-E04E32BE089C}" dt="2022-04-30T13:52:00.778" v="44" actId="478"/>
          <ac:spMkLst>
            <pc:docMk/>
            <pc:sldMk cId="39798925" sldId="262"/>
            <ac:spMk id="4" creationId="{00000000-0000-0000-0000-000000000000}"/>
          </ac:spMkLst>
        </pc:spChg>
        <pc:spChg chg="add del mod ord">
          <ac:chgData name="Sai Lakkaraju" userId="67789ed4-6cf2-46dd-bb2a-c209225f1b65" providerId="ADAL" clId="{02BF0754-D826-439F-B6A6-E04E32BE089C}" dt="2022-04-30T13:51:31.582" v="35" actId="700"/>
          <ac:spMkLst>
            <pc:docMk/>
            <pc:sldMk cId="39798925" sldId="262"/>
            <ac:spMk id="5" creationId="{9160F970-3A58-4A23-A973-88E669DFD1D3}"/>
          </ac:spMkLst>
        </pc:spChg>
        <pc:spChg chg="add del mod">
          <ac:chgData name="Sai Lakkaraju" userId="67789ed4-6cf2-46dd-bb2a-c209225f1b65" providerId="ADAL" clId="{02BF0754-D826-439F-B6A6-E04E32BE089C}" dt="2022-04-30T13:51:36.505" v="37"/>
          <ac:spMkLst>
            <pc:docMk/>
            <pc:sldMk cId="39798925" sldId="262"/>
            <ac:spMk id="6" creationId="{BB6AD6A1-6158-4021-ACD1-909A494424B1}"/>
          </ac:spMkLst>
        </pc:spChg>
        <pc:spChg chg="add del mod ord">
          <ac:chgData name="Sai Lakkaraju" userId="67789ed4-6cf2-46dd-bb2a-c209225f1b65" providerId="ADAL" clId="{02BF0754-D826-439F-B6A6-E04E32BE089C}" dt="2022-04-30T13:51:44.887" v="39" actId="700"/>
          <ac:spMkLst>
            <pc:docMk/>
            <pc:sldMk cId="39798925" sldId="262"/>
            <ac:spMk id="7" creationId="{729F48CD-6F9F-43CB-A99B-469762722A2C}"/>
          </ac:spMkLst>
        </pc:spChg>
        <pc:spChg chg="add del mod ord">
          <ac:chgData name="Sai Lakkaraju" userId="67789ed4-6cf2-46dd-bb2a-c209225f1b65" providerId="ADAL" clId="{02BF0754-D826-439F-B6A6-E04E32BE089C}" dt="2022-04-30T13:51:34.645" v="36" actId="478"/>
          <ac:spMkLst>
            <pc:docMk/>
            <pc:sldMk cId="39798925" sldId="262"/>
            <ac:spMk id="8" creationId="{7695C33B-728E-A703-DD40-C1F579AAAC39}"/>
          </ac:spMkLst>
        </pc:spChg>
        <pc:spChg chg="add del mod">
          <ac:chgData name="Sai Lakkaraju" userId="67789ed4-6cf2-46dd-bb2a-c209225f1b65" providerId="ADAL" clId="{02BF0754-D826-439F-B6A6-E04E32BE089C}" dt="2022-04-30T13:51:41.795" v="38" actId="478"/>
          <ac:spMkLst>
            <pc:docMk/>
            <pc:sldMk cId="39798925" sldId="262"/>
            <ac:spMk id="9" creationId="{FB5820C5-5C2C-4782-BB47-3A5878E00630}"/>
          </ac:spMkLst>
        </pc:spChg>
        <pc:spChg chg="add mod ord">
          <ac:chgData name="Sai Lakkaraju" userId="67789ed4-6cf2-46dd-bb2a-c209225f1b65" providerId="ADAL" clId="{02BF0754-D826-439F-B6A6-E04E32BE089C}" dt="2022-04-30T13:52:06.596" v="46" actId="20577"/>
          <ac:spMkLst>
            <pc:docMk/>
            <pc:sldMk cId="39798925" sldId="262"/>
            <ac:spMk id="10" creationId="{274A846C-B1CE-46E5-AB54-66E4A34ACC5F}"/>
          </ac:spMkLst>
        </pc:spChg>
      </pc:sldChg>
      <pc:sldChg chg="addSp delSp modSp add del mod chgLayout">
        <pc:chgData name="Sai Lakkaraju" userId="67789ed4-6cf2-46dd-bb2a-c209225f1b65" providerId="ADAL" clId="{02BF0754-D826-439F-B6A6-E04E32BE089C}" dt="2022-04-30T13:54:40.048" v="76" actId="6549"/>
        <pc:sldMkLst>
          <pc:docMk/>
          <pc:sldMk cId="636588591" sldId="273"/>
        </pc:sldMkLst>
        <pc:spChg chg="add del mod">
          <ac:chgData name="Sai Lakkaraju" userId="67789ed4-6cf2-46dd-bb2a-c209225f1b65" providerId="ADAL" clId="{02BF0754-D826-439F-B6A6-E04E32BE089C}" dt="2022-04-30T13:52:55.716" v="48"/>
          <ac:spMkLst>
            <pc:docMk/>
            <pc:sldMk cId="636588591" sldId="273"/>
            <ac:spMk id="2" creationId="{8DA41BBD-0022-4CDF-8252-799ABCD1CC8D}"/>
          </ac:spMkLst>
        </pc:spChg>
        <pc:spChg chg="add del mod">
          <ac:chgData name="Sai Lakkaraju" userId="67789ed4-6cf2-46dd-bb2a-c209225f1b65" providerId="ADAL" clId="{02BF0754-D826-439F-B6A6-E04E32BE089C}" dt="2022-04-30T13:52:55.716" v="48"/>
          <ac:spMkLst>
            <pc:docMk/>
            <pc:sldMk cId="636588591" sldId="273"/>
            <ac:spMk id="3" creationId="{B533691F-48E9-4705-AFA7-FABAACE4BA29}"/>
          </ac:spMkLst>
        </pc:spChg>
        <pc:spChg chg="mod ord">
          <ac:chgData name="Sai Lakkaraju" userId="67789ed4-6cf2-46dd-bb2a-c209225f1b65" providerId="ADAL" clId="{02BF0754-D826-439F-B6A6-E04E32BE089C}" dt="2022-04-30T13:52:55.716" v="48"/>
          <ac:spMkLst>
            <pc:docMk/>
            <pc:sldMk cId="636588591" sldId="273"/>
            <ac:spMk id="11266" creationId="{00000000-0000-0000-0000-000000000000}"/>
          </ac:spMkLst>
        </pc:spChg>
        <pc:spChg chg="mod ord">
          <ac:chgData name="Sai Lakkaraju" userId="67789ed4-6cf2-46dd-bb2a-c209225f1b65" providerId="ADAL" clId="{02BF0754-D826-439F-B6A6-E04E32BE089C}" dt="2022-04-30T13:54:40.048" v="76" actId="6549"/>
          <ac:spMkLst>
            <pc:docMk/>
            <pc:sldMk cId="636588591" sldId="273"/>
            <ac:spMk id="11267" creationId="{00000000-0000-0000-0000-000000000000}"/>
          </ac:spMkLst>
        </pc:spChg>
      </pc:sldChg>
      <pc:sldChg chg="addSp delSp modSp add del mod">
        <pc:chgData name="Sai Lakkaraju" userId="67789ed4-6cf2-46dd-bb2a-c209225f1b65" providerId="ADAL" clId="{02BF0754-D826-439F-B6A6-E04E32BE089C}" dt="2022-04-30T14:01:17.782" v="94" actId="404"/>
        <pc:sldMkLst>
          <pc:docMk/>
          <pc:sldMk cId="3511593561" sldId="275"/>
        </pc:sldMkLst>
        <pc:spChg chg="add del mod">
          <ac:chgData name="Sai Lakkaraju" userId="67789ed4-6cf2-46dd-bb2a-c209225f1b65" providerId="ADAL" clId="{02BF0754-D826-439F-B6A6-E04E32BE089C}" dt="2022-04-30T14:00:37.712" v="91"/>
          <ac:spMkLst>
            <pc:docMk/>
            <pc:sldMk cId="3511593561" sldId="275"/>
            <ac:spMk id="2" creationId="{4D15ABC3-D633-45C4-8133-2FBD1BEA42C9}"/>
          </ac:spMkLst>
        </pc:spChg>
        <pc:spChg chg="add del mod">
          <ac:chgData name="Sai Lakkaraju" userId="67789ed4-6cf2-46dd-bb2a-c209225f1b65" providerId="ADAL" clId="{02BF0754-D826-439F-B6A6-E04E32BE089C}" dt="2022-04-30T14:00:37.712" v="91"/>
          <ac:spMkLst>
            <pc:docMk/>
            <pc:sldMk cId="3511593561" sldId="275"/>
            <ac:spMk id="3" creationId="{9B6C592A-E812-4D80-86DD-20D6346C914F}"/>
          </ac:spMkLst>
        </pc:spChg>
        <pc:spChg chg="mod">
          <ac:chgData name="Sai Lakkaraju" userId="67789ed4-6cf2-46dd-bb2a-c209225f1b65" providerId="ADAL" clId="{02BF0754-D826-439F-B6A6-E04E32BE089C}" dt="2022-04-30T14:00:37.712" v="91"/>
          <ac:spMkLst>
            <pc:docMk/>
            <pc:sldMk cId="3511593561" sldId="275"/>
            <ac:spMk id="14340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01:17.782" v="94" actId="404"/>
          <ac:spMkLst>
            <pc:docMk/>
            <pc:sldMk cId="3511593561" sldId="275"/>
            <ac:spMk id="14344" creationId="{00000000-0000-0000-0000-000000000000}"/>
          </ac:spMkLst>
        </pc:spChg>
      </pc:sldChg>
      <pc:sldChg chg="addSp delSp modSp add del mod">
        <pc:chgData name="Sai Lakkaraju" userId="67789ed4-6cf2-46dd-bb2a-c209225f1b65" providerId="ADAL" clId="{02BF0754-D826-439F-B6A6-E04E32BE089C}" dt="2022-04-30T13:55:02.304" v="77" actId="207"/>
        <pc:sldMkLst>
          <pc:docMk/>
          <pc:sldMk cId="3777817630" sldId="277"/>
        </pc:sldMkLst>
        <pc:spChg chg="mod">
          <ac:chgData name="Sai Lakkaraju" userId="67789ed4-6cf2-46dd-bb2a-c209225f1b65" providerId="ADAL" clId="{02BF0754-D826-439F-B6A6-E04E32BE089C}" dt="2022-04-30T13:55:02.304" v="77" actId="207"/>
          <ac:spMkLst>
            <pc:docMk/>
            <pc:sldMk cId="3777817630" sldId="277"/>
            <ac:spMk id="2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3:53:23.660" v="53" actId="27636"/>
          <ac:spMkLst>
            <pc:docMk/>
            <pc:sldMk cId="3777817630" sldId="27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02BF0754-D826-439F-B6A6-E04E32BE089C}" dt="2022-04-30T13:53:23.628" v="52"/>
          <ac:spMkLst>
            <pc:docMk/>
            <pc:sldMk cId="3777817630" sldId="277"/>
            <ac:spMk id="4" creationId="{8331AF0F-58EC-4EA2-ADF2-8CEFD878C2BD}"/>
          </ac:spMkLst>
        </pc:spChg>
        <pc:spChg chg="add del mod">
          <ac:chgData name="Sai Lakkaraju" userId="67789ed4-6cf2-46dd-bb2a-c209225f1b65" providerId="ADAL" clId="{02BF0754-D826-439F-B6A6-E04E32BE089C}" dt="2022-04-30T13:53:23.628" v="52"/>
          <ac:spMkLst>
            <pc:docMk/>
            <pc:sldMk cId="3777817630" sldId="277"/>
            <ac:spMk id="5" creationId="{B3D32048-EDEE-4035-9296-A9DF00585C19}"/>
          </ac:spMkLst>
        </pc:spChg>
      </pc:sldChg>
      <pc:sldChg chg="addSp delSp modSp add del mod modNotesTx">
        <pc:chgData name="Sai Lakkaraju" userId="67789ed4-6cf2-46dd-bb2a-c209225f1b65" providerId="ADAL" clId="{02BF0754-D826-439F-B6A6-E04E32BE089C}" dt="2022-04-30T14:00:02.093" v="88"/>
        <pc:sldMkLst>
          <pc:docMk/>
          <pc:sldMk cId="1796800335" sldId="281"/>
        </pc:sldMkLst>
        <pc:spChg chg="add del mod">
          <ac:chgData name="Sai Lakkaraju" userId="67789ed4-6cf2-46dd-bb2a-c209225f1b65" providerId="ADAL" clId="{02BF0754-D826-439F-B6A6-E04E32BE089C}" dt="2022-04-30T13:55:19.089" v="80"/>
          <ac:spMkLst>
            <pc:docMk/>
            <pc:sldMk cId="1796800335" sldId="281"/>
            <ac:spMk id="2" creationId="{B71CEFCA-9F12-4E1E-9846-3A0BE7C22E0C}"/>
          </ac:spMkLst>
        </pc:spChg>
        <pc:spChg chg="add del mod">
          <ac:chgData name="Sai Lakkaraju" userId="67789ed4-6cf2-46dd-bb2a-c209225f1b65" providerId="ADAL" clId="{02BF0754-D826-439F-B6A6-E04E32BE089C}" dt="2022-04-30T13:55:19.089" v="80"/>
          <ac:spMkLst>
            <pc:docMk/>
            <pc:sldMk cId="1796800335" sldId="281"/>
            <ac:spMk id="3" creationId="{B65B64DD-36DE-487A-8A51-C8423D6AD29C}"/>
          </ac:spMkLst>
        </pc:spChg>
        <pc:spChg chg="mod">
          <ac:chgData name="Sai Lakkaraju" userId="67789ed4-6cf2-46dd-bb2a-c209225f1b65" providerId="ADAL" clId="{02BF0754-D826-439F-B6A6-E04E32BE089C}" dt="2022-04-30T13:55:19.121" v="81" actId="27636"/>
          <ac:spMkLst>
            <pc:docMk/>
            <pc:sldMk cId="1796800335" sldId="281"/>
            <ac:spMk id="78850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3:57:37.020" v="87" actId="403"/>
          <ac:spMkLst>
            <pc:docMk/>
            <pc:sldMk cId="1796800335" sldId="281"/>
            <ac:spMk id="78851" creationId="{00000000-0000-0000-0000-000000000000}"/>
          </ac:spMkLst>
        </pc:spChg>
      </pc:sldChg>
      <pc:sldChg chg="addSp delSp modSp add del mod">
        <pc:chgData name="Sai Lakkaraju" userId="67789ed4-6cf2-46dd-bb2a-c209225f1b65" providerId="ADAL" clId="{02BF0754-D826-439F-B6A6-E04E32BE089C}" dt="2022-04-30T14:13:30.875" v="200" actId="20577"/>
        <pc:sldMkLst>
          <pc:docMk/>
          <pc:sldMk cId="1182703871" sldId="282"/>
        </pc:sldMkLst>
        <pc:spChg chg="add del mod">
          <ac:chgData name="Sai Lakkaraju" userId="67789ed4-6cf2-46dd-bb2a-c209225f1b65" providerId="ADAL" clId="{02BF0754-D826-439F-B6A6-E04E32BE089C}" dt="2022-04-30T14:13:04.873" v="196"/>
          <ac:spMkLst>
            <pc:docMk/>
            <pc:sldMk cId="1182703871" sldId="282"/>
            <ac:spMk id="2" creationId="{2614F81D-3810-4EED-B330-DBC1672063A3}"/>
          </ac:spMkLst>
        </pc:spChg>
        <pc:spChg chg="add del mod">
          <ac:chgData name="Sai Lakkaraju" userId="67789ed4-6cf2-46dd-bb2a-c209225f1b65" providerId="ADAL" clId="{02BF0754-D826-439F-B6A6-E04E32BE089C}" dt="2022-04-30T14:13:04.873" v="196"/>
          <ac:spMkLst>
            <pc:docMk/>
            <pc:sldMk cId="1182703871" sldId="282"/>
            <ac:spMk id="4" creationId="{76CDAC19-6371-4156-B232-1A10198C4953}"/>
          </ac:spMkLst>
        </pc:spChg>
        <pc:spChg chg="mod">
          <ac:chgData name="Sai Lakkaraju" userId="67789ed4-6cf2-46dd-bb2a-c209225f1b65" providerId="ADAL" clId="{02BF0754-D826-439F-B6A6-E04E32BE089C}" dt="2022-04-30T14:13:04.873" v="196"/>
          <ac:spMkLst>
            <pc:docMk/>
            <pc:sldMk cId="1182703871" sldId="282"/>
            <ac:spMk id="80898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13:30.875" v="200" actId="20577"/>
          <ac:spMkLst>
            <pc:docMk/>
            <pc:sldMk cId="1182703871" sldId="282"/>
            <ac:spMk id="80899" creationId="{00000000-0000-0000-0000-000000000000}"/>
          </ac:spMkLst>
        </pc:spChg>
      </pc:sldChg>
      <pc:sldChg chg="addSp delSp modSp add del mod">
        <pc:chgData name="Sai Lakkaraju" userId="67789ed4-6cf2-46dd-bb2a-c209225f1b65" providerId="ADAL" clId="{02BF0754-D826-439F-B6A6-E04E32BE089C}" dt="2022-04-30T14:15:17.705" v="214" actId="20577"/>
        <pc:sldMkLst>
          <pc:docMk/>
          <pc:sldMk cId="3037762643" sldId="285"/>
        </pc:sldMkLst>
        <pc:spChg chg="add del mod">
          <ac:chgData name="Sai Lakkaraju" userId="67789ed4-6cf2-46dd-bb2a-c209225f1b65" providerId="ADAL" clId="{02BF0754-D826-439F-B6A6-E04E32BE089C}" dt="2022-04-30T14:15:01.783" v="209"/>
          <ac:spMkLst>
            <pc:docMk/>
            <pc:sldMk cId="3037762643" sldId="285"/>
            <ac:spMk id="3" creationId="{04AD38A7-DA9B-4C07-86E6-CADB2D69F7EC}"/>
          </ac:spMkLst>
        </pc:spChg>
        <pc:spChg chg="add del mod">
          <ac:chgData name="Sai Lakkaraju" userId="67789ed4-6cf2-46dd-bb2a-c209225f1b65" providerId="ADAL" clId="{02BF0754-D826-439F-B6A6-E04E32BE089C}" dt="2022-04-30T14:15:01.783" v="209"/>
          <ac:spMkLst>
            <pc:docMk/>
            <pc:sldMk cId="3037762643" sldId="285"/>
            <ac:spMk id="4" creationId="{73C3CA3A-2DD7-4CA7-88AA-3AB2C3176D7C}"/>
          </ac:spMkLst>
        </pc:spChg>
        <pc:spChg chg="mod">
          <ac:chgData name="Sai Lakkaraju" userId="67789ed4-6cf2-46dd-bb2a-c209225f1b65" providerId="ADAL" clId="{02BF0754-D826-439F-B6A6-E04E32BE089C}" dt="2022-04-30T14:15:01.783" v="209"/>
          <ac:spMkLst>
            <pc:docMk/>
            <pc:sldMk cId="3037762643" sldId="285"/>
            <ac:spMk id="48130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15:17.705" v="214" actId="20577"/>
          <ac:spMkLst>
            <pc:docMk/>
            <pc:sldMk cId="3037762643" sldId="285"/>
            <ac:spMk id="48131" creationId="{00000000-0000-0000-0000-000000000000}"/>
          </ac:spMkLst>
        </pc:spChg>
      </pc:sldChg>
      <pc:sldChg chg="addSp delSp modSp add del mod">
        <pc:chgData name="Sai Lakkaraju" userId="67789ed4-6cf2-46dd-bb2a-c209225f1b65" providerId="ADAL" clId="{02BF0754-D826-439F-B6A6-E04E32BE089C}" dt="2022-04-30T14:18:21.940" v="219" actId="1076"/>
        <pc:sldMkLst>
          <pc:docMk/>
          <pc:sldMk cId="2546598300" sldId="287"/>
        </pc:sldMkLst>
        <pc:spChg chg="mod">
          <ac:chgData name="Sai Lakkaraju" userId="67789ed4-6cf2-46dd-bb2a-c209225f1b65" providerId="ADAL" clId="{02BF0754-D826-439F-B6A6-E04E32BE089C}" dt="2022-04-30T14:18:16.786" v="218" actId="20577"/>
          <ac:spMkLst>
            <pc:docMk/>
            <pc:sldMk cId="2546598300" sldId="287"/>
            <ac:spMk id="2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18:07.155" v="215"/>
          <ac:spMkLst>
            <pc:docMk/>
            <pc:sldMk cId="2546598300" sldId="28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02BF0754-D826-439F-B6A6-E04E32BE089C}" dt="2022-04-30T14:18:07.155" v="215"/>
          <ac:spMkLst>
            <pc:docMk/>
            <pc:sldMk cId="2546598300" sldId="287"/>
            <ac:spMk id="5" creationId="{9859CF47-F83A-4F9C-A6CB-ED4F239AD5E1}"/>
          </ac:spMkLst>
        </pc:spChg>
        <pc:spChg chg="add del mod">
          <ac:chgData name="Sai Lakkaraju" userId="67789ed4-6cf2-46dd-bb2a-c209225f1b65" providerId="ADAL" clId="{02BF0754-D826-439F-B6A6-E04E32BE089C}" dt="2022-04-30T14:18:07.155" v="215"/>
          <ac:spMkLst>
            <pc:docMk/>
            <pc:sldMk cId="2546598300" sldId="287"/>
            <ac:spMk id="6" creationId="{07515DFF-D3B9-469F-943B-A75A5AC8F6EE}"/>
          </ac:spMkLst>
        </pc:spChg>
        <pc:picChg chg="mod">
          <ac:chgData name="Sai Lakkaraju" userId="67789ed4-6cf2-46dd-bb2a-c209225f1b65" providerId="ADAL" clId="{02BF0754-D826-439F-B6A6-E04E32BE089C}" dt="2022-04-30T14:18:21.940" v="219" actId="1076"/>
          <ac:picMkLst>
            <pc:docMk/>
            <pc:sldMk cId="2546598300" sldId="287"/>
            <ac:picMk id="4" creationId="{00000000-0000-0000-0000-000000000000}"/>
          </ac:picMkLst>
        </pc:picChg>
      </pc:sldChg>
      <pc:sldChg chg="addSp delSp modSp add del mod modAnim">
        <pc:chgData name="Sai Lakkaraju" userId="67789ed4-6cf2-46dd-bb2a-c209225f1b65" providerId="ADAL" clId="{02BF0754-D826-439F-B6A6-E04E32BE089C}" dt="2022-04-30T14:30:29.455" v="284"/>
        <pc:sldMkLst>
          <pc:docMk/>
          <pc:sldMk cId="2760156260" sldId="288"/>
        </pc:sldMkLst>
        <pc:spChg chg="add del mod">
          <ac:chgData name="Sai Lakkaraju" userId="67789ed4-6cf2-46dd-bb2a-c209225f1b65" providerId="ADAL" clId="{02BF0754-D826-439F-B6A6-E04E32BE089C}" dt="2022-04-30T14:20:26.445" v="220"/>
          <ac:spMkLst>
            <pc:docMk/>
            <pc:sldMk cId="2760156260" sldId="288"/>
            <ac:spMk id="3" creationId="{85E243A3-77FA-41A1-97EE-359F4FF0D631}"/>
          </ac:spMkLst>
        </pc:spChg>
        <pc:spChg chg="add del mod">
          <ac:chgData name="Sai Lakkaraju" userId="67789ed4-6cf2-46dd-bb2a-c209225f1b65" providerId="ADAL" clId="{02BF0754-D826-439F-B6A6-E04E32BE089C}" dt="2022-04-30T14:20:26.445" v="220"/>
          <ac:spMkLst>
            <pc:docMk/>
            <pc:sldMk cId="2760156260" sldId="288"/>
            <ac:spMk id="4" creationId="{B1F87BAA-7D90-4B12-880B-7CC0EFDD2715}"/>
          </ac:spMkLst>
        </pc:spChg>
        <pc:spChg chg="mod">
          <ac:chgData name="Sai Lakkaraju" userId="67789ed4-6cf2-46dd-bb2a-c209225f1b65" providerId="ADAL" clId="{02BF0754-D826-439F-B6A6-E04E32BE089C}" dt="2022-04-30T14:20:26.445" v="220"/>
          <ac:spMkLst>
            <pc:docMk/>
            <pc:sldMk cId="2760156260" sldId="288"/>
            <ac:spMk id="50178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21:00.410" v="223" actId="404"/>
          <ac:spMkLst>
            <pc:docMk/>
            <pc:sldMk cId="2760156260" sldId="288"/>
            <ac:spMk id="50179" creationId="{00000000-0000-0000-0000-000000000000}"/>
          </ac:spMkLst>
        </pc:spChg>
        <pc:picChg chg="mod">
          <ac:chgData name="Sai Lakkaraju" userId="67789ed4-6cf2-46dd-bb2a-c209225f1b65" providerId="ADAL" clId="{02BF0754-D826-439F-B6A6-E04E32BE089C}" dt="2022-04-30T14:20:29.947" v="221" actId="1076"/>
          <ac:picMkLst>
            <pc:docMk/>
            <pc:sldMk cId="2760156260" sldId="288"/>
            <ac:picMk id="2" creationId="{00000000-0000-0000-0000-000000000000}"/>
          </ac:picMkLst>
        </pc:picChg>
      </pc:sldChg>
      <pc:sldChg chg="addSp delSp modSp add del mod modAnim">
        <pc:chgData name="Sai Lakkaraju" userId="67789ed4-6cf2-46dd-bb2a-c209225f1b65" providerId="ADAL" clId="{02BF0754-D826-439F-B6A6-E04E32BE089C}" dt="2022-04-30T14:30:13.954" v="281"/>
        <pc:sldMkLst>
          <pc:docMk/>
          <pc:sldMk cId="1292798826" sldId="289"/>
        </pc:sldMkLst>
        <pc:spChg chg="add del mod">
          <ac:chgData name="Sai Lakkaraju" userId="67789ed4-6cf2-46dd-bb2a-c209225f1b65" providerId="ADAL" clId="{02BF0754-D826-439F-B6A6-E04E32BE089C}" dt="2022-04-30T14:22:10.419" v="226"/>
          <ac:spMkLst>
            <pc:docMk/>
            <pc:sldMk cId="1292798826" sldId="289"/>
            <ac:spMk id="3" creationId="{190F2919-D2AA-4F63-9379-759285518373}"/>
          </ac:spMkLst>
        </pc:spChg>
        <pc:spChg chg="add del mod">
          <ac:chgData name="Sai Lakkaraju" userId="67789ed4-6cf2-46dd-bb2a-c209225f1b65" providerId="ADAL" clId="{02BF0754-D826-439F-B6A6-E04E32BE089C}" dt="2022-04-30T14:22:10.419" v="226"/>
          <ac:spMkLst>
            <pc:docMk/>
            <pc:sldMk cId="1292798826" sldId="289"/>
            <ac:spMk id="4" creationId="{89CA3D25-70BF-4521-A786-11F9E816C401}"/>
          </ac:spMkLst>
        </pc:spChg>
        <pc:spChg chg="mod">
          <ac:chgData name="Sai Lakkaraju" userId="67789ed4-6cf2-46dd-bb2a-c209225f1b65" providerId="ADAL" clId="{02BF0754-D826-439F-B6A6-E04E32BE089C}" dt="2022-04-30T14:22:10.419" v="226"/>
          <ac:spMkLst>
            <pc:docMk/>
            <pc:sldMk cId="1292798826" sldId="289"/>
            <ac:spMk id="55298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22:36.199" v="236" actId="27636"/>
          <ac:spMkLst>
            <pc:docMk/>
            <pc:sldMk cId="1292798826" sldId="289"/>
            <ac:spMk id="55299" creationId="{00000000-0000-0000-0000-000000000000}"/>
          </ac:spMkLst>
        </pc:spChg>
        <pc:picChg chg="mod">
          <ac:chgData name="Sai Lakkaraju" userId="67789ed4-6cf2-46dd-bb2a-c209225f1b65" providerId="ADAL" clId="{02BF0754-D826-439F-B6A6-E04E32BE089C}" dt="2022-04-30T14:22:42.945" v="237" actId="14100"/>
          <ac:picMkLst>
            <pc:docMk/>
            <pc:sldMk cId="1292798826" sldId="289"/>
            <ac:picMk id="2" creationId="{00000000-0000-0000-0000-000000000000}"/>
          </ac:picMkLst>
        </pc:picChg>
      </pc:sldChg>
      <pc:sldChg chg="del">
        <pc:chgData name="Sai Lakkaraju" userId="67789ed4-6cf2-46dd-bb2a-c209225f1b65" providerId="ADAL" clId="{02BF0754-D826-439F-B6A6-E04E32BE089C}" dt="2022-04-30T13:44:31.363" v="2" actId="47"/>
        <pc:sldMkLst>
          <pc:docMk/>
          <pc:sldMk cId="869297209" sldId="313"/>
        </pc:sldMkLst>
      </pc:sldChg>
      <pc:sldChg chg="del">
        <pc:chgData name="Sai Lakkaraju" userId="67789ed4-6cf2-46dd-bb2a-c209225f1b65" providerId="ADAL" clId="{02BF0754-D826-439F-B6A6-E04E32BE089C}" dt="2022-04-30T13:44:40.132" v="4" actId="47"/>
        <pc:sldMkLst>
          <pc:docMk/>
          <pc:sldMk cId="776537612" sldId="314"/>
        </pc:sldMkLst>
      </pc:sldChg>
      <pc:sldChg chg="addSp delSp modSp add del mod">
        <pc:chgData name="Sai Lakkaraju" userId="67789ed4-6cf2-46dd-bb2a-c209225f1b65" providerId="ADAL" clId="{02BF0754-D826-439F-B6A6-E04E32BE089C}" dt="2022-04-30T14:14:44.981" v="208" actId="20577"/>
        <pc:sldMkLst>
          <pc:docMk/>
          <pc:sldMk cId="332051023" sldId="317"/>
        </pc:sldMkLst>
        <pc:spChg chg="mod">
          <ac:chgData name="Sai Lakkaraju" userId="67789ed4-6cf2-46dd-bb2a-c209225f1b65" providerId="ADAL" clId="{02BF0754-D826-439F-B6A6-E04E32BE089C}" dt="2022-04-30T14:14:44.981" v="208" actId="20577"/>
          <ac:spMkLst>
            <pc:docMk/>
            <pc:sldMk cId="332051023" sldId="317"/>
            <ac:spMk id="2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14:25.315" v="202"/>
          <ac:spMkLst>
            <pc:docMk/>
            <pc:sldMk cId="332051023" sldId="317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02BF0754-D826-439F-B6A6-E04E32BE089C}" dt="2022-04-30T14:14:25.315" v="202"/>
          <ac:spMkLst>
            <pc:docMk/>
            <pc:sldMk cId="332051023" sldId="317"/>
            <ac:spMk id="5" creationId="{B9E331C5-7FC5-49A9-8CEA-7FC15B66CDE5}"/>
          </ac:spMkLst>
        </pc:spChg>
        <pc:spChg chg="add del mod">
          <ac:chgData name="Sai Lakkaraju" userId="67789ed4-6cf2-46dd-bb2a-c209225f1b65" providerId="ADAL" clId="{02BF0754-D826-439F-B6A6-E04E32BE089C}" dt="2022-04-30T14:14:25.315" v="202"/>
          <ac:spMkLst>
            <pc:docMk/>
            <pc:sldMk cId="332051023" sldId="317"/>
            <ac:spMk id="6" creationId="{276A0DA8-BB7D-4213-8E37-42A209D7CAC5}"/>
          </ac:spMkLst>
        </pc:spChg>
      </pc:sldChg>
      <pc:sldChg chg="addSp delSp modSp add del modAnim">
        <pc:chgData name="Sai Lakkaraju" userId="67789ed4-6cf2-46dd-bb2a-c209225f1b65" providerId="ADAL" clId="{02BF0754-D826-439F-B6A6-E04E32BE089C}" dt="2022-04-30T14:30:08.465" v="277"/>
        <pc:sldMkLst>
          <pc:docMk/>
          <pc:sldMk cId="3421247528" sldId="318"/>
        </pc:sldMkLst>
        <pc:spChg chg="add del mod">
          <ac:chgData name="Sai Lakkaraju" userId="67789ed4-6cf2-46dd-bb2a-c209225f1b65" providerId="ADAL" clId="{02BF0754-D826-439F-B6A6-E04E32BE089C}" dt="2022-04-30T14:28:52.329" v="254"/>
          <ac:spMkLst>
            <pc:docMk/>
            <pc:sldMk cId="3421247528" sldId="318"/>
            <ac:spMk id="2" creationId="{7CD8B43D-F1DD-4956-9B81-FCFCA7851B8C}"/>
          </ac:spMkLst>
        </pc:spChg>
        <pc:spChg chg="add del mod">
          <ac:chgData name="Sai Lakkaraju" userId="67789ed4-6cf2-46dd-bb2a-c209225f1b65" providerId="ADAL" clId="{02BF0754-D826-439F-B6A6-E04E32BE089C}" dt="2022-04-30T14:28:52.329" v="254"/>
          <ac:spMkLst>
            <pc:docMk/>
            <pc:sldMk cId="3421247528" sldId="318"/>
            <ac:spMk id="3" creationId="{3C7E4514-EC23-48D3-AB8C-D0F19B738B32}"/>
          </ac:spMkLst>
        </pc:spChg>
        <pc:spChg chg="mod">
          <ac:chgData name="Sai Lakkaraju" userId="67789ed4-6cf2-46dd-bb2a-c209225f1b65" providerId="ADAL" clId="{02BF0754-D826-439F-B6A6-E04E32BE089C}" dt="2022-04-30T14:28:52.329" v="254"/>
          <ac:spMkLst>
            <pc:docMk/>
            <pc:sldMk cId="3421247528" sldId="318"/>
            <ac:spMk id="55298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28:52.329" v="254"/>
          <ac:spMkLst>
            <pc:docMk/>
            <pc:sldMk cId="3421247528" sldId="318"/>
            <ac:spMk id="55299" creationId="{00000000-0000-0000-0000-000000000000}"/>
          </ac:spMkLst>
        </pc:spChg>
      </pc:sldChg>
      <pc:sldChg chg="addSp delSp modSp add del mod modAnim">
        <pc:chgData name="Sai Lakkaraju" userId="67789ed4-6cf2-46dd-bb2a-c209225f1b65" providerId="ADAL" clId="{02BF0754-D826-439F-B6A6-E04E32BE089C}" dt="2022-04-30T14:30:17.753" v="282"/>
        <pc:sldMkLst>
          <pc:docMk/>
          <pc:sldMk cId="563133575" sldId="325"/>
        </pc:sldMkLst>
        <pc:spChg chg="add del mod">
          <ac:chgData name="Sai Lakkaraju" userId="67789ed4-6cf2-46dd-bb2a-c209225f1b65" providerId="ADAL" clId="{02BF0754-D826-439F-B6A6-E04E32BE089C}" dt="2022-04-30T14:21:50.323" v="224"/>
          <ac:spMkLst>
            <pc:docMk/>
            <pc:sldMk cId="563133575" sldId="325"/>
            <ac:spMk id="3" creationId="{62B82915-4928-4382-84E2-0A983AA83212}"/>
          </ac:spMkLst>
        </pc:spChg>
        <pc:spChg chg="add del mod">
          <ac:chgData name="Sai Lakkaraju" userId="67789ed4-6cf2-46dd-bb2a-c209225f1b65" providerId="ADAL" clId="{02BF0754-D826-439F-B6A6-E04E32BE089C}" dt="2022-04-30T14:21:50.323" v="224"/>
          <ac:spMkLst>
            <pc:docMk/>
            <pc:sldMk cId="563133575" sldId="325"/>
            <ac:spMk id="4" creationId="{AE1E032F-3076-4894-B619-0F77564189F8}"/>
          </ac:spMkLst>
        </pc:spChg>
        <pc:spChg chg="mod">
          <ac:chgData name="Sai Lakkaraju" userId="67789ed4-6cf2-46dd-bb2a-c209225f1b65" providerId="ADAL" clId="{02BF0754-D826-439F-B6A6-E04E32BE089C}" dt="2022-04-30T14:21:50.323" v="224"/>
          <ac:spMkLst>
            <pc:docMk/>
            <pc:sldMk cId="563133575" sldId="325"/>
            <ac:spMk id="50178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21:50.323" v="224"/>
          <ac:spMkLst>
            <pc:docMk/>
            <pc:sldMk cId="563133575" sldId="325"/>
            <ac:spMk id="50179" creationId="{00000000-0000-0000-0000-000000000000}"/>
          </ac:spMkLst>
        </pc:spChg>
        <pc:picChg chg="mod">
          <ac:chgData name="Sai Lakkaraju" userId="67789ed4-6cf2-46dd-bb2a-c209225f1b65" providerId="ADAL" clId="{02BF0754-D826-439F-B6A6-E04E32BE089C}" dt="2022-04-30T14:21:53.428" v="225" actId="1076"/>
          <ac:picMkLst>
            <pc:docMk/>
            <pc:sldMk cId="563133575" sldId="325"/>
            <ac:picMk id="2" creationId="{00000000-0000-0000-0000-000000000000}"/>
          </ac:picMkLst>
        </pc:picChg>
      </pc:sldChg>
      <pc:sldChg chg="addSp delSp modSp add del mod modNotesTx">
        <pc:chgData name="Sai Lakkaraju" userId="67789ed4-6cf2-46dd-bb2a-c209225f1b65" providerId="ADAL" clId="{02BF0754-D826-439F-B6A6-E04E32BE089C}" dt="2022-04-30T14:26:40.287" v="253" actId="6549"/>
        <pc:sldMkLst>
          <pc:docMk/>
          <pc:sldMk cId="2217160245" sldId="326"/>
        </pc:sldMkLst>
        <pc:spChg chg="add del mod">
          <ac:chgData name="Sai Lakkaraju" userId="67789ed4-6cf2-46dd-bb2a-c209225f1b65" providerId="ADAL" clId="{02BF0754-D826-439F-B6A6-E04E32BE089C}" dt="2022-04-30T14:23:28.062" v="241"/>
          <ac:spMkLst>
            <pc:docMk/>
            <pc:sldMk cId="2217160245" sldId="326"/>
            <ac:spMk id="2" creationId="{0E81D66B-BEAE-4ED8-A096-5BEA9463E30D}"/>
          </ac:spMkLst>
        </pc:spChg>
        <pc:spChg chg="add del mod">
          <ac:chgData name="Sai Lakkaraju" userId="67789ed4-6cf2-46dd-bb2a-c209225f1b65" providerId="ADAL" clId="{02BF0754-D826-439F-B6A6-E04E32BE089C}" dt="2022-04-30T14:23:28.062" v="241"/>
          <ac:spMkLst>
            <pc:docMk/>
            <pc:sldMk cId="2217160245" sldId="326"/>
            <ac:spMk id="3" creationId="{7FFE62FB-40C6-4718-852E-E776E012C9DD}"/>
          </ac:spMkLst>
        </pc:spChg>
        <pc:spChg chg="add del mod">
          <ac:chgData name="Sai Lakkaraju" userId="67789ed4-6cf2-46dd-bb2a-c209225f1b65" providerId="ADAL" clId="{02BF0754-D826-439F-B6A6-E04E32BE089C}" dt="2022-04-30T14:23:35.907" v="244"/>
          <ac:spMkLst>
            <pc:docMk/>
            <pc:sldMk cId="2217160245" sldId="326"/>
            <ac:spMk id="4" creationId="{DAF94B0C-CAFD-478C-9C0D-44D4F16F0C2E}"/>
          </ac:spMkLst>
        </pc:spChg>
        <pc:spChg chg="add del mod">
          <ac:chgData name="Sai Lakkaraju" userId="67789ed4-6cf2-46dd-bb2a-c209225f1b65" providerId="ADAL" clId="{02BF0754-D826-439F-B6A6-E04E32BE089C}" dt="2022-04-30T14:23:35.907" v="244"/>
          <ac:spMkLst>
            <pc:docMk/>
            <pc:sldMk cId="2217160245" sldId="326"/>
            <ac:spMk id="5" creationId="{D58B4DB2-575D-4E61-AF45-E391487B4910}"/>
          </ac:spMkLst>
        </pc:spChg>
        <pc:spChg chg="mod">
          <ac:chgData name="Sai Lakkaraju" userId="67789ed4-6cf2-46dd-bb2a-c209225f1b65" providerId="ADAL" clId="{02BF0754-D826-439F-B6A6-E04E32BE089C}" dt="2022-04-30T14:23:35.907" v="244"/>
          <ac:spMkLst>
            <pc:docMk/>
            <pc:sldMk cId="2217160245" sldId="326"/>
            <ac:spMk id="55298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23:40.075" v="248" actId="6549"/>
          <ac:spMkLst>
            <pc:docMk/>
            <pc:sldMk cId="2217160245" sldId="326"/>
            <ac:spMk id="55299" creationId="{00000000-0000-0000-0000-000000000000}"/>
          </ac:spMkLst>
        </pc:spChg>
      </pc:sldChg>
      <pc:sldChg chg="addSp delSp modSp add mod">
        <pc:chgData name="Sai Lakkaraju" userId="67789ed4-6cf2-46dd-bb2a-c209225f1b65" providerId="ADAL" clId="{02BF0754-D826-439F-B6A6-E04E32BE089C}" dt="2022-04-30T14:02:56.030" v="105" actId="115"/>
        <pc:sldMkLst>
          <pc:docMk/>
          <pc:sldMk cId="2195704005" sldId="327"/>
        </pc:sldMkLst>
        <pc:spChg chg="add del mod">
          <ac:chgData name="Sai Lakkaraju" userId="67789ed4-6cf2-46dd-bb2a-c209225f1b65" providerId="ADAL" clId="{02BF0754-D826-439F-B6A6-E04E32BE089C}" dt="2022-04-30T14:02:06.384" v="95"/>
          <ac:spMkLst>
            <pc:docMk/>
            <pc:sldMk cId="2195704005" sldId="327"/>
            <ac:spMk id="2" creationId="{160314B9-FBC7-456A-977E-E2576593FEBA}"/>
          </ac:spMkLst>
        </pc:spChg>
        <pc:spChg chg="add del mod">
          <ac:chgData name="Sai Lakkaraju" userId="67789ed4-6cf2-46dd-bb2a-c209225f1b65" providerId="ADAL" clId="{02BF0754-D826-439F-B6A6-E04E32BE089C}" dt="2022-04-30T14:02:06.384" v="95"/>
          <ac:spMkLst>
            <pc:docMk/>
            <pc:sldMk cId="2195704005" sldId="327"/>
            <ac:spMk id="3" creationId="{E1B8F2B7-9F2D-4E44-8992-6AEBE28F86A9}"/>
          </ac:spMkLst>
        </pc:spChg>
        <pc:spChg chg="mod">
          <ac:chgData name="Sai Lakkaraju" userId="67789ed4-6cf2-46dd-bb2a-c209225f1b65" providerId="ADAL" clId="{02BF0754-D826-439F-B6A6-E04E32BE089C}" dt="2022-04-30T14:02:06.384" v="95"/>
          <ac:spMkLst>
            <pc:docMk/>
            <pc:sldMk cId="2195704005" sldId="327"/>
            <ac:spMk id="14340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02:56.030" v="105" actId="115"/>
          <ac:spMkLst>
            <pc:docMk/>
            <pc:sldMk cId="2195704005" sldId="327"/>
            <ac:spMk id="14344" creationId="{00000000-0000-0000-0000-000000000000}"/>
          </ac:spMkLst>
        </pc:spChg>
      </pc:sldChg>
      <pc:sldChg chg="addSp delSp modSp add mod">
        <pc:chgData name="Sai Lakkaraju" userId="67789ed4-6cf2-46dd-bb2a-c209225f1b65" providerId="ADAL" clId="{02BF0754-D826-439F-B6A6-E04E32BE089C}" dt="2022-04-30T14:03:38.995" v="110" actId="404"/>
        <pc:sldMkLst>
          <pc:docMk/>
          <pc:sldMk cId="1719498063" sldId="328"/>
        </pc:sldMkLst>
        <pc:spChg chg="add del mod">
          <ac:chgData name="Sai Lakkaraju" userId="67789ed4-6cf2-46dd-bb2a-c209225f1b65" providerId="ADAL" clId="{02BF0754-D826-439F-B6A6-E04E32BE089C}" dt="2022-04-30T14:03:26.661" v="107"/>
          <ac:spMkLst>
            <pc:docMk/>
            <pc:sldMk cId="1719498063" sldId="328"/>
            <ac:spMk id="2" creationId="{F75A01D0-2E65-46E9-B5D5-2CFD38FC7AEC}"/>
          </ac:spMkLst>
        </pc:spChg>
        <pc:spChg chg="add del mod">
          <ac:chgData name="Sai Lakkaraju" userId="67789ed4-6cf2-46dd-bb2a-c209225f1b65" providerId="ADAL" clId="{02BF0754-D826-439F-B6A6-E04E32BE089C}" dt="2022-04-30T14:03:26.661" v="107"/>
          <ac:spMkLst>
            <pc:docMk/>
            <pc:sldMk cId="1719498063" sldId="328"/>
            <ac:spMk id="3" creationId="{13FA5F03-CA0D-4426-8962-81C9F2309B9F}"/>
          </ac:spMkLst>
        </pc:spChg>
        <pc:spChg chg="mod">
          <ac:chgData name="Sai Lakkaraju" userId="67789ed4-6cf2-46dd-bb2a-c209225f1b65" providerId="ADAL" clId="{02BF0754-D826-439F-B6A6-E04E32BE089C}" dt="2022-04-30T14:03:26.661" v="107"/>
          <ac:spMkLst>
            <pc:docMk/>
            <pc:sldMk cId="1719498063" sldId="328"/>
            <ac:spMk id="14340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03:38.995" v="110" actId="404"/>
          <ac:spMkLst>
            <pc:docMk/>
            <pc:sldMk cId="1719498063" sldId="328"/>
            <ac:spMk id="14344" creationId="{00000000-0000-0000-0000-000000000000}"/>
          </ac:spMkLst>
        </pc:spChg>
      </pc:sldChg>
      <pc:sldChg chg="addSp delSp modSp add mod modNotesTx">
        <pc:chgData name="Sai Lakkaraju" userId="67789ed4-6cf2-46dd-bb2a-c209225f1b65" providerId="ADAL" clId="{02BF0754-D826-439F-B6A6-E04E32BE089C}" dt="2022-04-30T14:11:48.744" v="188" actId="20577"/>
        <pc:sldMkLst>
          <pc:docMk/>
          <pc:sldMk cId="101328839" sldId="329"/>
        </pc:sldMkLst>
        <pc:spChg chg="add del mod">
          <ac:chgData name="Sai Lakkaraju" userId="67789ed4-6cf2-46dd-bb2a-c209225f1b65" providerId="ADAL" clId="{02BF0754-D826-439F-B6A6-E04E32BE089C}" dt="2022-04-30T14:06:44.389" v="111"/>
          <ac:spMkLst>
            <pc:docMk/>
            <pc:sldMk cId="101328839" sldId="329"/>
            <ac:spMk id="2" creationId="{F9943BAC-371D-4EB3-AFE5-D1165CA887F1}"/>
          </ac:spMkLst>
        </pc:spChg>
        <pc:spChg chg="add del mod">
          <ac:chgData name="Sai Lakkaraju" userId="67789ed4-6cf2-46dd-bb2a-c209225f1b65" providerId="ADAL" clId="{02BF0754-D826-439F-B6A6-E04E32BE089C}" dt="2022-04-30T14:06:44.389" v="111"/>
          <ac:spMkLst>
            <pc:docMk/>
            <pc:sldMk cId="101328839" sldId="329"/>
            <ac:spMk id="3" creationId="{AA5D5963-222A-47BE-ABF8-E6D84D45930C}"/>
          </ac:spMkLst>
        </pc:spChg>
        <pc:spChg chg="mod">
          <ac:chgData name="Sai Lakkaraju" userId="67789ed4-6cf2-46dd-bb2a-c209225f1b65" providerId="ADAL" clId="{02BF0754-D826-439F-B6A6-E04E32BE089C}" dt="2022-04-30T14:06:44.389" v="111"/>
          <ac:spMkLst>
            <pc:docMk/>
            <pc:sldMk cId="101328839" sldId="329"/>
            <ac:spMk id="14340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07:12.224" v="122" actId="14100"/>
          <ac:spMkLst>
            <pc:docMk/>
            <pc:sldMk cId="101328839" sldId="329"/>
            <ac:spMk id="14344" creationId="{00000000-0000-0000-0000-000000000000}"/>
          </ac:spMkLst>
        </pc:spChg>
      </pc:sldChg>
      <pc:sldChg chg="addSp delSp modSp add mod">
        <pc:chgData name="Sai Lakkaraju" userId="67789ed4-6cf2-46dd-bb2a-c209225f1b65" providerId="ADAL" clId="{02BF0754-D826-439F-B6A6-E04E32BE089C}" dt="2022-04-30T14:12:03.969" v="195" actId="27636"/>
        <pc:sldMkLst>
          <pc:docMk/>
          <pc:sldMk cId="3004120517" sldId="330"/>
        </pc:sldMkLst>
        <pc:spChg chg="add del mod">
          <ac:chgData name="Sai Lakkaraju" userId="67789ed4-6cf2-46dd-bb2a-c209225f1b65" providerId="ADAL" clId="{02BF0754-D826-439F-B6A6-E04E32BE089C}" dt="2022-04-30T14:11:58.990" v="190"/>
          <ac:spMkLst>
            <pc:docMk/>
            <pc:sldMk cId="3004120517" sldId="330"/>
            <ac:spMk id="2" creationId="{EB26A16C-CFDC-49E6-BD3F-EFE762010D21}"/>
          </ac:spMkLst>
        </pc:spChg>
        <pc:spChg chg="add del mod">
          <ac:chgData name="Sai Lakkaraju" userId="67789ed4-6cf2-46dd-bb2a-c209225f1b65" providerId="ADAL" clId="{02BF0754-D826-439F-B6A6-E04E32BE089C}" dt="2022-04-30T14:11:58.990" v="190"/>
          <ac:spMkLst>
            <pc:docMk/>
            <pc:sldMk cId="3004120517" sldId="330"/>
            <ac:spMk id="3" creationId="{2CFE72A0-2989-41D0-B163-6E08680AF488}"/>
          </ac:spMkLst>
        </pc:spChg>
        <pc:spChg chg="mod">
          <ac:chgData name="Sai Lakkaraju" userId="67789ed4-6cf2-46dd-bb2a-c209225f1b65" providerId="ADAL" clId="{02BF0754-D826-439F-B6A6-E04E32BE089C}" dt="2022-04-30T14:11:58.990" v="190"/>
          <ac:spMkLst>
            <pc:docMk/>
            <pc:sldMk cId="3004120517" sldId="330"/>
            <ac:spMk id="14340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12:03.969" v="195" actId="27636"/>
          <ac:spMkLst>
            <pc:docMk/>
            <pc:sldMk cId="3004120517" sldId="330"/>
            <ac:spMk id="14344" creationId="{00000000-0000-0000-0000-000000000000}"/>
          </ac:spMkLst>
        </pc:spChg>
      </pc:sldChg>
      <pc:sldChg chg="addSp delSp modSp add">
        <pc:chgData name="Sai Lakkaraju" userId="67789ed4-6cf2-46dd-bb2a-c209225f1b65" providerId="ADAL" clId="{02BF0754-D826-439F-B6A6-E04E32BE089C}" dt="2022-04-30T14:13:52.508" v="201"/>
        <pc:sldMkLst>
          <pc:docMk/>
          <pc:sldMk cId="2878479248" sldId="331"/>
        </pc:sldMkLst>
        <pc:spChg chg="add del mod">
          <ac:chgData name="Sai Lakkaraju" userId="67789ed4-6cf2-46dd-bb2a-c209225f1b65" providerId="ADAL" clId="{02BF0754-D826-439F-B6A6-E04E32BE089C}" dt="2022-04-30T14:13:52.508" v="201"/>
          <ac:spMkLst>
            <pc:docMk/>
            <pc:sldMk cId="2878479248" sldId="331"/>
            <ac:spMk id="2" creationId="{35DDFEA7-E422-4AEE-B464-065A8EF07009}"/>
          </ac:spMkLst>
        </pc:spChg>
        <pc:spChg chg="add del mod">
          <ac:chgData name="Sai Lakkaraju" userId="67789ed4-6cf2-46dd-bb2a-c209225f1b65" providerId="ADAL" clId="{02BF0754-D826-439F-B6A6-E04E32BE089C}" dt="2022-04-30T14:13:52.508" v="201"/>
          <ac:spMkLst>
            <pc:docMk/>
            <pc:sldMk cId="2878479248" sldId="331"/>
            <ac:spMk id="3" creationId="{731B71E8-29E6-4613-90B2-0BB3F94BAFF6}"/>
          </ac:spMkLst>
        </pc:spChg>
        <pc:spChg chg="mod">
          <ac:chgData name="Sai Lakkaraju" userId="67789ed4-6cf2-46dd-bb2a-c209225f1b65" providerId="ADAL" clId="{02BF0754-D826-439F-B6A6-E04E32BE089C}" dt="2022-04-30T14:13:52.508" v="201"/>
          <ac:spMkLst>
            <pc:docMk/>
            <pc:sldMk cId="2878479248" sldId="331"/>
            <ac:spMk id="80898" creationId="{00000000-0000-0000-0000-000000000000}"/>
          </ac:spMkLst>
        </pc:spChg>
        <pc:spChg chg="mod">
          <ac:chgData name="Sai Lakkaraju" userId="67789ed4-6cf2-46dd-bb2a-c209225f1b65" providerId="ADAL" clId="{02BF0754-D826-439F-B6A6-E04E32BE089C}" dt="2022-04-30T14:13:52.508" v="201"/>
          <ac:spMkLst>
            <pc:docMk/>
            <pc:sldMk cId="2878479248" sldId="331"/>
            <ac:spMk id="8089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F1B1C-EF43-42DF-8D93-6D1AA054F092}" type="datetimeFigureOut">
              <a:rPr lang="en-AU" smtClean="0"/>
              <a:t>26/09/2023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D68BF-496A-42D2-A159-C1EBC09BAB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4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96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84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23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Embedded Script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92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2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Qty, </a:t>
            </a:r>
            <a:r>
              <a:rPr lang="en-US" dirty="0" err="1"/>
              <a:t>UnitPrice</a:t>
            </a:r>
            <a:r>
              <a:rPr lang="en-US" dirty="0"/>
              <a:t> are </a:t>
            </a:r>
            <a:r>
              <a:rPr lang="en-US" dirty="0" err="1"/>
              <a:t>variavbles</a:t>
            </a:r>
            <a:r>
              <a:rPr lang="en-US" dirty="0"/>
              <a:t>. </a:t>
            </a:r>
          </a:p>
          <a:p>
            <a:r>
              <a:rPr lang="en-US" dirty="0" err="1"/>
              <a:t>Claculte</a:t>
            </a:r>
            <a:r>
              <a:rPr lang="en-US" dirty="0"/>
              <a:t> Pay is the function.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1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44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43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81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 and Text area are the form elements. </a:t>
            </a:r>
          </a:p>
          <a:p>
            <a:r>
              <a:rPr lang="en-AU" dirty="0"/>
              <a:t>Type: Data type</a:t>
            </a:r>
          </a:p>
          <a:p>
            <a:r>
              <a:rPr lang="en-AU" dirty="0"/>
              <a:t>Name: is the name of the attribute. If the name attribute is removed data will not be submitted.</a:t>
            </a:r>
          </a:p>
          <a:p>
            <a:r>
              <a:rPr lang="en-AU" dirty="0"/>
              <a:t>ID: a unique name is the html page. JavaScript code can be written using this id field. See slide 10. </a:t>
            </a:r>
            <a:r>
              <a:rPr lang="en-AU" dirty="0" err="1"/>
              <a:t>GetElementbyID</a:t>
            </a:r>
            <a:r>
              <a:rPr lang="en-AU" dirty="0"/>
              <a:t> usage.</a:t>
            </a:r>
          </a:p>
          <a:p>
            <a:endParaRPr lang="en-AU" dirty="0"/>
          </a:p>
          <a:p>
            <a:r>
              <a:rPr lang="en-AU" dirty="0"/>
              <a:t>Required. HTML5 attribute that makes sure the value is filled in. This is normally checked when Submit button is clicked.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68BF-496A-42D2-A159-C1EBC09BAB5B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5903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3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EDB22C-E7C2-4D9B-9C3E-B3770423D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FCEA447-2275-4903-97D5-0EF4EF264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F0323C-6842-42A1-AE34-80EECC96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6CD285F-01C7-4064-AF1F-C986D711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B61DB0-E754-4632-BADF-5CEE7CA7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7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27E172-530A-4D1A-B2C5-91C70AE4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134E0C8-7DCF-48A5-B01B-72B77AC44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5D8764-6F1E-416E-88F1-C40EC896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09A7AD7-758F-437C-8CE1-AFECB2DA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9139AE-6A7F-4A3F-B55D-EF7BB338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9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6A45D9-8D6E-462F-AC5F-7BB4715F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9611C77-EC1B-4D70-9E27-37B2E6C53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9631775-49F7-4A48-B7C0-D9C11BD8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447C9EE-4580-41D5-B986-FDAE9A06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141C14-7C63-4286-AD36-5C148DD0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3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897A15-60D4-4D51-8523-72BD3AF8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9B8C380-48F3-4C56-AD06-EB8A6D266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17E5B96-8801-48EC-8518-84940648E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51C1791-8B8D-451F-B33E-480EB096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B850D6A-1B8C-41EC-8155-C991E24F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34E6DD7-BAF3-4453-8ADD-14B605AB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6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7AA53F-EFA9-4935-9BA6-ACD23B63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5DD2FFD-3B85-4820-9A85-46D10637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0843DD0-9099-4073-9F4D-FA7CE1F1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EAF83C7-3C4A-4E06-A6EC-CCE99DC6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1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C0655C52-F4AE-48FF-B7ED-E59B9B30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170CF46-11FE-48D1-B8B9-CAECA0ED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AC6CEEA-32CF-4EDC-B2A9-66DF66C7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8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6B7B79-C372-4208-9243-122D500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6D3DEE-3AA0-40D2-B769-CFE4018E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69934A8-77AF-408B-B458-B54836913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4DBEAF5-DB43-4606-9EAD-D4DFF04E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F9FE0FD-4B71-401F-8A4E-A66DEE72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F7D4E9A-31D9-4729-B33A-37322776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D6BC55-C3D8-407B-834B-CECFFB5D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4226BAC-83CF-4F24-B598-08F19EA61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B4D9986-C85E-462F-86EC-A99E04E0C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41FD837-8440-405F-8CDC-D907FDE0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B8B99F4-866C-4C1F-8FDA-F5B6DE8A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0B63BB6-94D8-4898-AC43-C5544E5D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5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058A4960-2CF9-4F7B-B4C7-6C13F4FEF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01271" y="2133600"/>
            <a:ext cx="5538329" cy="3031720"/>
          </a:xfrm>
          <a:prstGeom prst="rect">
            <a:avLst/>
          </a:prstGeom>
          <a:solidFill>
            <a:srgbClr val="3536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xmlns="" id="{C0E71FB0-7939-4DDF-A383-231D84E07241}"/>
              </a:ext>
            </a:extLst>
          </p:cNvPr>
          <p:cNvSpPr>
            <a:spLocks/>
          </p:cNvSpPr>
          <p:nvPr userDrawn="1"/>
        </p:nvSpPr>
        <p:spPr bwMode="auto">
          <a:xfrm>
            <a:off x="136585" y="2152291"/>
            <a:ext cx="6694046" cy="3031721"/>
          </a:xfrm>
          <a:custGeom>
            <a:avLst/>
            <a:gdLst>
              <a:gd name="T0" fmla="*/ 4054 w 4054"/>
              <a:gd name="T1" fmla="*/ 804 h 1623"/>
              <a:gd name="T2" fmla="*/ 3860 w 4054"/>
              <a:gd name="T3" fmla="*/ 631 h 1623"/>
              <a:gd name="T4" fmla="*/ 3860 w 4054"/>
              <a:gd name="T5" fmla="*/ 0 h 1623"/>
              <a:gd name="T6" fmla="*/ 0 w 4054"/>
              <a:gd name="T7" fmla="*/ 0 h 1623"/>
              <a:gd name="T8" fmla="*/ 0 w 4054"/>
              <a:gd name="T9" fmla="*/ 1623 h 1623"/>
              <a:gd name="T10" fmla="*/ 3860 w 4054"/>
              <a:gd name="T11" fmla="*/ 1623 h 1623"/>
              <a:gd name="T12" fmla="*/ 3860 w 4054"/>
              <a:gd name="T13" fmla="*/ 976 h 1623"/>
              <a:gd name="T14" fmla="*/ 4054 w 4054"/>
              <a:gd name="T15" fmla="*/ 804 h 1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054" h="1623">
                <a:moveTo>
                  <a:pt x="4054" y="804"/>
                </a:moveTo>
                <a:lnTo>
                  <a:pt x="3860" y="631"/>
                </a:lnTo>
                <a:lnTo>
                  <a:pt x="3860" y="0"/>
                </a:lnTo>
                <a:lnTo>
                  <a:pt x="0" y="0"/>
                </a:lnTo>
                <a:lnTo>
                  <a:pt x="0" y="1623"/>
                </a:lnTo>
                <a:lnTo>
                  <a:pt x="3860" y="1623"/>
                </a:lnTo>
                <a:lnTo>
                  <a:pt x="3860" y="976"/>
                </a:lnTo>
                <a:lnTo>
                  <a:pt x="4054" y="804"/>
                </a:lnTo>
                <a:close/>
              </a:path>
            </a:pathLst>
          </a:custGeom>
          <a:gradFill>
            <a:gsLst>
              <a:gs pos="0">
                <a:srgbClr val="FFFF00">
                  <a:alpha val="30000"/>
                </a:srgbClr>
              </a:gs>
              <a:gs pos="50000">
                <a:srgbClr val="FFFF00">
                  <a:alpha val="52000"/>
                </a:srgb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 dirty="0"/>
          </a:p>
        </p:txBody>
      </p:sp>
      <p:pic>
        <p:nvPicPr>
          <p:cNvPr id="6" name="Picture 5" descr="A picture containing object&#10;&#10;Description automatically generated">
            <a:extLst>
              <a:ext uri="{FF2B5EF4-FFF2-40B4-BE49-F238E27FC236}">
                <a16:creationId xmlns:a16="http://schemas.microsoft.com/office/drawing/2014/main" xmlns="" id="{EE829E3D-5DC5-4C91-B8B5-3B7110E1DE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046" y="1438"/>
            <a:ext cx="7665790" cy="182736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EF0205C-9ED4-4F7F-9D8A-6727FF2865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2971800"/>
            <a:ext cx="4776330" cy="685800"/>
          </a:xfrm>
        </p:spPr>
        <p:txBody>
          <a:bodyPr/>
          <a:lstStyle>
            <a:lvl1pPr>
              <a:defRPr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DEB8F57-8DD4-44E9-AC18-A7A8C7131C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86600" y="2970663"/>
            <a:ext cx="4191000" cy="91440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538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4000" r="-2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D8D7EAF-242D-4B80-9DDE-E75E2110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B71D8C2-8A15-46F1-A685-6BDE75347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03E8A7B-EC95-43F8-8F85-BA5FC1C30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AECDF-4D51-4BE2-A52E-75061839962F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A938BF8-A7D3-44B9-9393-07DE8B836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D48635-2CA3-476A-A1E5-2809B06A1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racket, holding, hitting, woman&#10;&#10;Description automatically generated">
            <a:extLst>
              <a:ext uri="{FF2B5EF4-FFF2-40B4-BE49-F238E27FC236}">
                <a16:creationId xmlns:a16="http://schemas.microsoft.com/office/drawing/2014/main" xmlns="" id="{1F5731C2-29BF-4169-8176-7D7E8F362D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297" y="0"/>
            <a:ext cx="12275297" cy="681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2.xml"/><Relationship Id="rId7" Type="http://schemas.openxmlformats.org/officeDocument/2006/relationships/hyperlink" Target="https://www.w3schools.com/js/tryit.asp?filename=tryjs_whereto_body" TargetMode="Externa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hyperlink" Target="https://www.w3schools.com/js/tryit.asp?filename=tryjs_intro_lightbulb" TargetMode="Externa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4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E85A57C-D93F-440A-A179-9167EF529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Web Development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4875C1C-3858-44F5-9117-CB658AFD44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AU" dirty="0">
                <a:solidFill>
                  <a:schemeClr val="tx1"/>
                </a:solidFill>
              </a:rPr>
              <a:t>Week #11</a:t>
            </a:r>
          </a:p>
        </p:txBody>
      </p:sp>
    </p:spTree>
    <p:extLst>
      <p:ext uri="{BB962C8B-B14F-4D97-AF65-F5344CB8AC3E}">
        <p14:creationId xmlns:p14="http://schemas.microsoft.com/office/powerpoint/2010/main" val="71563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FBAF93E8-B21C-46B2-01BE-B2B3DEB39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This Weeks Lecture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AU" dirty="0"/>
          </a:p>
          <a:p>
            <a:r>
              <a:rPr lang="en-AU" dirty="0"/>
              <a:t>What is JavaScript?</a:t>
            </a:r>
          </a:p>
          <a:p>
            <a:r>
              <a:rPr lang="en-AU" dirty="0"/>
              <a:t>How to add it to a web page?</a:t>
            </a:r>
          </a:p>
          <a:p>
            <a:r>
              <a:rPr lang="en-AU" dirty="0"/>
              <a:t>Simple example</a:t>
            </a:r>
          </a:p>
          <a:p>
            <a:r>
              <a:rPr lang="en-AU" dirty="0"/>
              <a:t>Basics of JavaScript programming</a:t>
            </a:r>
          </a:p>
          <a:p>
            <a:pPr lvl="1"/>
            <a:r>
              <a:rPr lang="en-AU" dirty="0"/>
              <a:t>–variables, functions, events</a:t>
            </a:r>
          </a:p>
          <a:p>
            <a:r>
              <a:rPr lang="en-AU"/>
              <a:t>Fully </a:t>
            </a:r>
            <a:r>
              <a:rPr lang="en-AU" dirty="0"/>
              <a:t>featured example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310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97E32240-915E-C9BC-DBA6-8E3113F0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What is JavaScript?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 dirty="0"/>
          </a:p>
          <a:p>
            <a:r>
              <a:rPr lang="en-AU" dirty="0"/>
              <a:t>a high-level programming language</a:t>
            </a:r>
          </a:p>
          <a:p>
            <a:pPr lvl="1"/>
            <a:r>
              <a:rPr lang="en-AU" dirty="0"/>
              <a:t>usually runs in a browser (client side)</a:t>
            </a:r>
          </a:p>
          <a:p>
            <a:pPr lvl="1"/>
            <a:r>
              <a:rPr lang="en-AU" dirty="0"/>
              <a:t>it can be standalone (server side) (Node.js)</a:t>
            </a:r>
          </a:p>
          <a:p>
            <a:pPr lvl="1"/>
            <a:endParaRPr lang="en-AU" dirty="0"/>
          </a:p>
          <a:p>
            <a:r>
              <a:rPr lang="en-US" dirty="0"/>
              <a:t>used to make web pages interactive</a:t>
            </a:r>
          </a:p>
          <a:p>
            <a:r>
              <a:rPr lang="en-US" dirty="0"/>
              <a:t>insert dynamic text into HTML (ex: username)</a:t>
            </a:r>
          </a:p>
          <a:p>
            <a:r>
              <a:rPr lang="en-US" dirty="0"/>
              <a:t>react to events (ex: page load user click)</a:t>
            </a:r>
          </a:p>
          <a:p>
            <a:r>
              <a:rPr lang="en-US" dirty="0"/>
              <a:t>get information about a user's computer (ex: browser type)</a:t>
            </a:r>
          </a:p>
          <a:p>
            <a:r>
              <a:rPr lang="en-US" dirty="0"/>
              <a:t>perform calculations on user's computer (ex: form validation)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5975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When to use JavaScript?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client-side scripting (JavaScript) benefits:</a:t>
            </a:r>
          </a:p>
          <a:p>
            <a:pPr lvl="1"/>
            <a:r>
              <a:rPr lang="en-US" b="1" u="sng" dirty="0"/>
              <a:t>usability: </a:t>
            </a:r>
            <a:r>
              <a:rPr lang="en-US" dirty="0"/>
              <a:t>can modify a page without having to post back to the server (faster UI)</a:t>
            </a:r>
          </a:p>
          <a:p>
            <a:pPr lvl="1"/>
            <a:endParaRPr lang="en-US" dirty="0"/>
          </a:p>
          <a:p>
            <a:pPr lvl="1"/>
            <a:r>
              <a:rPr lang="en-US" b="1" u="sng" dirty="0"/>
              <a:t>efficiency: </a:t>
            </a:r>
            <a:r>
              <a:rPr lang="en-US" dirty="0"/>
              <a:t>can make small, quick changes to page without waiting for server</a:t>
            </a:r>
          </a:p>
          <a:p>
            <a:pPr lvl="1"/>
            <a:endParaRPr lang="en-US" dirty="0"/>
          </a:p>
          <a:p>
            <a:pPr lvl="1"/>
            <a:r>
              <a:rPr lang="en-US" b="1" u="sng" dirty="0"/>
              <a:t>event-driven: </a:t>
            </a:r>
            <a:r>
              <a:rPr lang="en-US" dirty="0"/>
              <a:t>can respond to user actions like clicks and key presses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019800"/>
            <a:ext cx="7162800" cy="701675"/>
          </a:xfrm>
        </p:spPr>
        <p:txBody>
          <a:bodyPr/>
          <a:lstStyle/>
          <a:p>
            <a:r>
              <a:rPr lang="en-US" dirty="0"/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148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Adding JavaScript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>
                <a:solidFill>
                  <a:srgbClr val="FF0000"/>
                </a:solidFill>
              </a:rPr>
              <a:t>loaded from external file</a:t>
            </a:r>
          </a:p>
          <a:p>
            <a:pPr lvl="1"/>
            <a:r>
              <a:rPr lang="en-AU" dirty="0"/>
              <a:t>recommended</a:t>
            </a:r>
          </a:p>
          <a:p>
            <a:pPr lvl="1"/>
            <a:r>
              <a:rPr lang="en-AU" dirty="0"/>
              <a:t>same code can be shared by many pages</a:t>
            </a:r>
          </a:p>
          <a:p>
            <a:pPr lvl="1"/>
            <a:r>
              <a:rPr lang="en-AU" dirty="0"/>
              <a:t>&lt;script src="scriptfile.js"&gt;&lt;/script&gt;</a:t>
            </a:r>
          </a:p>
          <a:p>
            <a:pPr lvl="1"/>
            <a:endParaRPr lang="en-AU" dirty="0"/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solidFill>
                  <a:srgbClr val="FF0000"/>
                </a:solidFill>
              </a:rPr>
              <a:t>embedded within a page</a:t>
            </a:r>
          </a:p>
          <a:p>
            <a:pPr lvl="1"/>
            <a:r>
              <a:rPr lang="en-AU" dirty="0"/>
              <a:t>&lt;script&gt; // JavaScript code&lt;/script&gt;</a:t>
            </a:r>
          </a:p>
          <a:p>
            <a:pPr lvl="1"/>
            <a:endParaRPr lang="en-AU" dirty="0"/>
          </a:p>
          <a:p>
            <a:pPr marL="457200" indent="-457200">
              <a:buFont typeface="+mj-lt"/>
              <a:buAutoNum type="arabicPeriod"/>
            </a:pPr>
            <a:r>
              <a:rPr lang="en-AU" dirty="0">
                <a:solidFill>
                  <a:srgbClr val="FF0000"/>
                </a:solidFill>
              </a:rPr>
              <a:t>Inline</a:t>
            </a:r>
          </a:p>
          <a:p>
            <a:pPr lvl="1"/>
            <a:r>
              <a:rPr lang="en-AU" dirty="0"/>
              <a:t>&lt;a </a:t>
            </a:r>
            <a:r>
              <a:rPr lang="en-AU" dirty="0" err="1"/>
              <a:t>onclick</a:t>
            </a:r>
            <a:r>
              <a:rPr lang="en-AU" dirty="0"/>
              <a:t>="//JS code"&gt;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407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Simple Example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Try it </a:t>
            </a:r>
          </a:p>
          <a:p>
            <a:r>
              <a:rPr lang="en-US" dirty="0">
                <a:hlinkClick r:id="rId7"/>
              </a:rPr>
              <a:t>https://www.w3schools.com/js/tryit.asp?filename=tryjs_whereto_body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200400" y="6176964"/>
            <a:ext cx="8305800" cy="544512"/>
          </a:xfrm>
        </p:spPr>
        <p:txBody>
          <a:bodyPr/>
          <a:lstStyle/>
          <a:p>
            <a:r>
              <a:rPr lang="en-US" dirty="0"/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151054"/>
            <a:ext cx="9448800" cy="28687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5255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Variables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1"/>
            <a:r>
              <a:rPr lang="en-AU" b="1" dirty="0"/>
              <a:t>var</a:t>
            </a:r>
            <a:r>
              <a:rPr lang="en-AU" dirty="0"/>
              <a:t> </a:t>
            </a:r>
            <a:r>
              <a:rPr lang="en-AU" dirty="0">
                <a:solidFill>
                  <a:srgbClr val="FF0000"/>
                </a:solidFill>
              </a:rPr>
              <a:t>name</a:t>
            </a:r>
            <a:r>
              <a:rPr lang="en-AU" dirty="0"/>
              <a:t> = </a:t>
            </a:r>
            <a:r>
              <a:rPr lang="en-AU" dirty="0">
                <a:solidFill>
                  <a:srgbClr val="0070C0"/>
                </a:solidFill>
              </a:rPr>
              <a:t>"Peter“</a:t>
            </a:r>
          </a:p>
          <a:p>
            <a:pPr lvl="1"/>
            <a:r>
              <a:rPr lang="en-AU" b="1" dirty="0"/>
              <a:t>var</a:t>
            </a:r>
            <a:r>
              <a:rPr lang="en-AU" dirty="0"/>
              <a:t> </a:t>
            </a:r>
            <a:r>
              <a:rPr lang="en-AU" dirty="0">
                <a:solidFill>
                  <a:srgbClr val="FF0000"/>
                </a:solidFill>
              </a:rPr>
              <a:t>now</a:t>
            </a:r>
            <a:r>
              <a:rPr lang="en-AU" dirty="0"/>
              <a:t> = </a:t>
            </a:r>
            <a:r>
              <a:rPr lang="en-AU" dirty="0">
                <a:solidFill>
                  <a:srgbClr val="0070C0"/>
                </a:solidFill>
              </a:rPr>
              <a:t>new Date()</a:t>
            </a:r>
          </a:p>
          <a:p>
            <a:pPr lvl="1"/>
            <a:endParaRPr lang="en-AU" dirty="0"/>
          </a:p>
          <a:p>
            <a:pPr lvl="1"/>
            <a:r>
              <a:rPr lang="en-AU" b="1" i="1" dirty="0"/>
              <a:t>Variables have a name (identifier)</a:t>
            </a:r>
          </a:p>
          <a:p>
            <a:pPr lvl="2"/>
            <a:r>
              <a:rPr lang="en-AU" dirty="0"/>
              <a:t>case sensitive</a:t>
            </a:r>
          </a:p>
          <a:p>
            <a:pPr lvl="2"/>
            <a:r>
              <a:rPr lang="en-AU" dirty="0"/>
              <a:t>must start with a letter or $ or _</a:t>
            </a:r>
          </a:p>
          <a:p>
            <a:pPr lvl="2"/>
            <a:r>
              <a:rPr lang="en-AU" dirty="0"/>
              <a:t>can contain letters, numbers, $ and _</a:t>
            </a:r>
          </a:p>
          <a:p>
            <a:pPr lvl="2"/>
            <a:endParaRPr lang="en-AU" dirty="0"/>
          </a:p>
          <a:p>
            <a:pPr lvl="1"/>
            <a:r>
              <a:rPr lang="en-AU" b="1" i="1" dirty="0"/>
              <a:t>Variables hold a value–type of value can be</a:t>
            </a:r>
          </a:p>
          <a:p>
            <a:pPr lvl="2"/>
            <a:r>
              <a:rPr lang="en-AU" dirty="0"/>
              <a:t>number (1, 2.0, etc.)</a:t>
            </a:r>
          </a:p>
          <a:p>
            <a:pPr lvl="2"/>
            <a:r>
              <a:rPr lang="en-AU" dirty="0"/>
              <a:t>string ("hello", 'Peter')</a:t>
            </a:r>
          </a:p>
          <a:p>
            <a:pPr lvl="2"/>
            <a:r>
              <a:rPr lang="en-AU" dirty="0" err="1"/>
              <a:t>boolean</a:t>
            </a:r>
            <a:r>
              <a:rPr lang="en-AU" dirty="0"/>
              <a:t> (true / false)</a:t>
            </a:r>
          </a:p>
          <a:p>
            <a:pPr lvl="2"/>
            <a:r>
              <a:rPr lang="en-AU" dirty="0"/>
              <a:t>array ([1, 2, 3] group of values)</a:t>
            </a:r>
          </a:p>
          <a:p>
            <a:pPr lvl="2"/>
            <a:r>
              <a:rPr lang="en-AU" dirty="0"/>
              <a:t>object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0824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functions hold a series of statements/expressions</a:t>
            </a:r>
          </a:p>
          <a:p>
            <a:r>
              <a:rPr lang="en-AU" dirty="0"/>
              <a:t>they are used to "package" some functionality</a:t>
            </a:r>
          </a:p>
          <a:p>
            <a:pPr marL="457200" lvl="1" indent="0">
              <a:buNone/>
            </a:pPr>
            <a:r>
              <a:rPr lang="en-AU" b="1" i="1" dirty="0"/>
              <a:t>function</a:t>
            </a:r>
            <a:r>
              <a:rPr lang="en-AU" i="1" dirty="0">
                <a:solidFill>
                  <a:srgbClr val="FFFF00"/>
                </a:solidFill>
              </a:rPr>
              <a:t> </a:t>
            </a:r>
            <a:r>
              <a:rPr lang="en-AU" i="1" dirty="0" err="1">
                <a:solidFill>
                  <a:srgbClr val="FF0000"/>
                </a:solidFill>
              </a:rPr>
              <a:t>calculatePrice</a:t>
            </a:r>
            <a:r>
              <a:rPr lang="en-AU" i="1" dirty="0">
                <a:solidFill>
                  <a:srgbClr val="FFFF00"/>
                </a:solidFill>
              </a:rPr>
              <a:t> </a:t>
            </a:r>
            <a:r>
              <a:rPr lang="en-AU" i="1" dirty="0">
                <a:solidFill>
                  <a:srgbClr val="0070C0"/>
                </a:solidFill>
              </a:rPr>
              <a:t>(qty, </a:t>
            </a:r>
            <a:r>
              <a:rPr lang="en-AU" i="1" dirty="0" err="1">
                <a:solidFill>
                  <a:srgbClr val="0070C0"/>
                </a:solidFill>
              </a:rPr>
              <a:t>unitPrice</a:t>
            </a:r>
            <a:r>
              <a:rPr lang="en-AU" i="1" dirty="0">
                <a:solidFill>
                  <a:srgbClr val="0070C0"/>
                </a:solidFill>
              </a:rPr>
              <a:t>){ </a:t>
            </a:r>
          </a:p>
          <a:p>
            <a:pPr marL="457200" lvl="1" indent="0">
              <a:buNone/>
            </a:pPr>
            <a:r>
              <a:rPr lang="en-AU" i="1" dirty="0">
                <a:solidFill>
                  <a:srgbClr val="0070C0"/>
                </a:solidFill>
              </a:rPr>
              <a:t>return qty * </a:t>
            </a:r>
            <a:r>
              <a:rPr lang="en-AU" i="1" dirty="0" err="1">
                <a:solidFill>
                  <a:srgbClr val="0070C0"/>
                </a:solidFill>
              </a:rPr>
              <a:t>unitPrice</a:t>
            </a:r>
            <a:endParaRPr lang="en-AU" i="1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en-AU" i="1" dirty="0">
                <a:solidFill>
                  <a:srgbClr val="FFFF00"/>
                </a:solidFill>
              </a:rPr>
              <a:t>}</a:t>
            </a:r>
          </a:p>
          <a:p>
            <a:pPr lvl="1"/>
            <a:r>
              <a:rPr lang="en-AU" dirty="0"/>
              <a:t>Functions have a name (identifier, same rules as variables)</a:t>
            </a:r>
          </a:p>
          <a:p>
            <a:pPr lvl="1"/>
            <a:r>
              <a:rPr lang="en-AU" dirty="0"/>
              <a:t>Functions have some arguments (parameters) as inputs</a:t>
            </a:r>
          </a:p>
          <a:p>
            <a:pPr lvl="2"/>
            <a:r>
              <a:rPr lang="en-AU" dirty="0"/>
              <a:t>used to pass information to the function</a:t>
            </a:r>
          </a:p>
          <a:p>
            <a:pPr lvl="1"/>
            <a:r>
              <a:rPr lang="en-AU" dirty="0"/>
              <a:t>Functions return some value back to the caller.</a:t>
            </a:r>
          </a:p>
          <a:p>
            <a:pPr lvl="2"/>
            <a:endParaRPr lang="en-AU" dirty="0"/>
          </a:p>
          <a:p>
            <a:r>
              <a:rPr lang="en-AU" dirty="0"/>
              <a:t>we use functions by calling them</a:t>
            </a:r>
          </a:p>
          <a:p>
            <a:pPr marL="457200" lvl="1" indent="0">
              <a:buNone/>
            </a:pPr>
            <a:r>
              <a:rPr lang="en-AU" b="1" i="1" dirty="0"/>
              <a:t>var</a:t>
            </a:r>
            <a:r>
              <a:rPr lang="en-AU" dirty="0">
                <a:solidFill>
                  <a:srgbClr val="FF0000"/>
                </a:solidFill>
              </a:rPr>
              <a:t> total = </a:t>
            </a:r>
            <a:r>
              <a:rPr lang="en-AU" dirty="0" err="1">
                <a:solidFill>
                  <a:srgbClr val="FF0000"/>
                </a:solidFill>
              </a:rPr>
              <a:t>calculatePrice</a:t>
            </a:r>
            <a:r>
              <a:rPr lang="en-AU" i="1" dirty="0">
                <a:solidFill>
                  <a:srgbClr val="0070C0"/>
                </a:solidFill>
              </a:rPr>
              <a:t>(12, 1.25)</a:t>
            </a:r>
            <a:endParaRPr lang="en-US" i="1" dirty="0">
              <a:solidFill>
                <a:srgbClr val="0070C0"/>
              </a:solidFill>
            </a:endParaRPr>
          </a:p>
          <a:p>
            <a:pPr lvl="2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9677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JS Events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we can get JS to run code when something happens</a:t>
            </a:r>
          </a:p>
          <a:p>
            <a:r>
              <a:rPr lang="en-AU" dirty="0"/>
              <a:t>inline, using attribute</a:t>
            </a:r>
          </a:p>
          <a:p>
            <a:pPr lvl="1"/>
            <a:r>
              <a:rPr lang="en-AU" dirty="0"/>
              <a:t>onclick</a:t>
            </a:r>
          </a:p>
          <a:p>
            <a:pPr lvl="1"/>
            <a:r>
              <a:rPr lang="en-AU" b="1" i="1" dirty="0"/>
              <a:t>&lt;button onclick="</a:t>
            </a:r>
            <a:r>
              <a:rPr lang="en-AU" b="1" i="1" dirty="0" err="1"/>
              <a:t>this.textContent</a:t>
            </a:r>
            <a:r>
              <a:rPr lang="en-AU" b="1" i="1" dirty="0"/>
              <a:t> = Date()"&gt;</a:t>
            </a:r>
          </a:p>
          <a:p>
            <a:pPr lvl="1"/>
            <a:endParaRPr lang="en-AU" b="1" i="1" dirty="0"/>
          </a:p>
          <a:p>
            <a:r>
              <a:rPr lang="en-AU" dirty="0"/>
              <a:t>Click me to find out what the time is&lt;/button&gt;</a:t>
            </a:r>
          </a:p>
          <a:p>
            <a:r>
              <a:rPr lang="en-AU" dirty="0"/>
              <a:t>by attaching a listener</a:t>
            </a:r>
          </a:p>
          <a:p>
            <a:pPr lvl="1"/>
            <a:r>
              <a:rPr lang="en-AU" dirty="0"/>
              <a:t>–event name</a:t>
            </a:r>
          </a:p>
          <a:p>
            <a:pPr lvl="1"/>
            <a:r>
              <a:rPr lang="en-AU" dirty="0"/>
              <a:t>–function to call when event occurs</a:t>
            </a:r>
          </a:p>
          <a:p>
            <a:r>
              <a:rPr lang="en-AU" dirty="0" err="1"/>
              <a:t>document.getElementById</a:t>
            </a:r>
            <a:r>
              <a:rPr lang="en-AU" dirty="0"/>
              <a:t>("</a:t>
            </a:r>
            <a:r>
              <a:rPr lang="en-AU" dirty="0" err="1"/>
              <a:t>qty</a:t>
            </a:r>
            <a:r>
              <a:rPr lang="en-AU" dirty="0"/>
              <a:t>").</a:t>
            </a:r>
            <a:r>
              <a:rPr lang="en-AU" dirty="0" err="1"/>
              <a:t>addEventListener</a:t>
            </a:r>
            <a:r>
              <a:rPr lang="en-AU" dirty="0"/>
              <a:t>("change", </a:t>
            </a:r>
            <a:r>
              <a:rPr lang="en-AU" dirty="0" err="1"/>
              <a:t>updateTotal</a:t>
            </a:r>
            <a:r>
              <a:rPr lang="en-AU" dirty="0"/>
              <a:t>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4994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A84FB3-44AB-FC26-46D1-F5554AED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Function Example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E5CE77B-7607-D98C-7765-1F70A83D8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00200"/>
            <a:ext cx="10515600" cy="4343399"/>
          </a:xfrm>
        </p:spPr>
      </p:pic>
    </p:spTree>
    <p:extLst>
      <p:ext uri="{BB962C8B-B14F-4D97-AF65-F5344CB8AC3E}">
        <p14:creationId xmlns:p14="http://schemas.microsoft.com/office/powerpoint/2010/main" val="1009386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Most used events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solidFill>
                  <a:srgbClr val="FF0000"/>
                </a:solidFill>
              </a:rPr>
              <a:t>change</a:t>
            </a:r>
            <a:r>
              <a:rPr lang="en-AU" dirty="0"/>
              <a:t> – an HTML element has been changed</a:t>
            </a:r>
          </a:p>
          <a:p>
            <a:r>
              <a:rPr lang="en-AU" dirty="0">
                <a:solidFill>
                  <a:srgbClr val="FF0000"/>
                </a:solidFill>
              </a:rPr>
              <a:t>click</a:t>
            </a:r>
            <a:r>
              <a:rPr lang="en-AU" dirty="0"/>
              <a:t> – the user clicked an HTML element</a:t>
            </a:r>
          </a:p>
          <a:p>
            <a:r>
              <a:rPr lang="en-AU" dirty="0">
                <a:solidFill>
                  <a:srgbClr val="FF0000"/>
                </a:solidFill>
              </a:rPr>
              <a:t>focus</a:t>
            </a:r>
            <a:r>
              <a:rPr lang="en-AU" dirty="0"/>
              <a:t> – an element gets focus (ready for keyboard input)</a:t>
            </a:r>
          </a:p>
          <a:p>
            <a:r>
              <a:rPr lang="en-AU" dirty="0">
                <a:solidFill>
                  <a:srgbClr val="FF0000"/>
                </a:solidFill>
              </a:rPr>
              <a:t>blur </a:t>
            </a:r>
            <a:r>
              <a:rPr lang="en-AU" dirty="0"/>
              <a:t>– an element loses focus</a:t>
            </a:r>
          </a:p>
          <a:p>
            <a:r>
              <a:rPr lang="en-AU" dirty="0" err="1">
                <a:solidFill>
                  <a:srgbClr val="FF0000"/>
                </a:solidFill>
              </a:rPr>
              <a:t>mouseover</a:t>
            </a:r>
            <a:r>
              <a:rPr lang="en-AU" dirty="0"/>
              <a:t> – the mouse moved over an HTML element</a:t>
            </a:r>
          </a:p>
          <a:p>
            <a:r>
              <a:rPr lang="en-AU" dirty="0" err="1">
                <a:solidFill>
                  <a:srgbClr val="FF0000"/>
                </a:solidFill>
              </a:rPr>
              <a:t>mouseout</a:t>
            </a:r>
            <a:r>
              <a:rPr lang="en-AU" dirty="0"/>
              <a:t> – the mouse moved away from an HTML element</a:t>
            </a:r>
          </a:p>
          <a:p>
            <a:r>
              <a:rPr lang="en-AU" dirty="0" err="1">
                <a:solidFill>
                  <a:srgbClr val="FF0000"/>
                </a:solidFill>
              </a:rPr>
              <a:t>keydown</a:t>
            </a:r>
            <a:r>
              <a:rPr lang="en-AU" dirty="0"/>
              <a:t> – a keyboard key was pressed</a:t>
            </a:r>
          </a:p>
          <a:p>
            <a:r>
              <a:rPr lang="en-AU" dirty="0">
                <a:solidFill>
                  <a:srgbClr val="FF0000"/>
                </a:solidFill>
              </a:rPr>
              <a:t>load </a:t>
            </a:r>
            <a:r>
              <a:rPr lang="en-AU" dirty="0"/>
              <a:t>– the browser finished loading the page</a:t>
            </a:r>
          </a:p>
          <a:p>
            <a:r>
              <a:rPr lang="en-AU" dirty="0">
                <a:solidFill>
                  <a:srgbClr val="FF0000"/>
                </a:solidFill>
              </a:rPr>
              <a:t>submit </a:t>
            </a:r>
            <a:r>
              <a:rPr lang="en-AU" dirty="0"/>
              <a:t>– a form is submitted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78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Try the following examples…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>
                <a:hlinkClick r:id="rId6"/>
              </a:rPr>
              <a:t>https://www.w3schools.com/js/tryit.asp?filename=tryjs_intro_lightbulb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582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Document Object Model (</a:t>
            </a:r>
            <a:r>
              <a:rPr lang="en-US" dirty="0">
                <a:solidFill>
                  <a:schemeClr val="bg1"/>
                </a:solidFill>
              </a:rPr>
              <a:t>DOM)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HTML is parsed to construct DOM</a:t>
            </a:r>
          </a:p>
          <a:p>
            <a:r>
              <a:rPr lang="en-AU" dirty="0"/>
              <a:t>selectors are used to apply CSS to DOM elements</a:t>
            </a:r>
          </a:p>
          <a:p>
            <a:r>
              <a:rPr lang="en-AU" dirty="0"/>
              <a:t>JavaScript code can manipulate DOM </a:t>
            </a:r>
          </a:p>
          <a:p>
            <a:pPr lvl="1"/>
            <a:r>
              <a:rPr lang="en-AU" dirty="0"/>
              <a:t>–change the elements</a:t>
            </a:r>
          </a:p>
          <a:p>
            <a:pPr lvl="2"/>
            <a:r>
              <a:rPr lang="en-AU" dirty="0"/>
              <a:t>style, value, content, etc.</a:t>
            </a:r>
          </a:p>
          <a:p>
            <a:pPr lvl="1"/>
            <a:r>
              <a:rPr lang="en-AU" dirty="0"/>
              <a:t>–change the structure of DOM</a:t>
            </a:r>
          </a:p>
          <a:p>
            <a:pPr lvl="2"/>
            <a:r>
              <a:rPr lang="en-AU" dirty="0"/>
              <a:t>add and remove elements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8904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B9B7BA-3CCE-B1EE-B828-00F6A6B3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Forms Revisited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3CE5AB8F-CA03-73D3-7090-1D202FED1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1072652"/>
            <a:ext cx="10744200" cy="5104311"/>
          </a:xfrm>
        </p:spPr>
      </p:pic>
    </p:spTree>
    <p:extLst>
      <p:ext uri="{BB962C8B-B14F-4D97-AF65-F5344CB8AC3E}">
        <p14:creationId xmlns:p14="http://schemas.microsoft.com/office/powerpoint/2010/main" val="3323427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94C9F53-0666-7922-F84E-DB698DF5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CSS for this form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8FAC4B6-584B-8352-C510-01B649CF57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302657"/>
            <a:ext cx="10515600" cy="4576763"/>
          </a:xfrm>
        </p:spPr>
      </p:pic>
    </p:spTree>
    <p:extLst>
      <p:ext uri="{BB962C8B-B14F-4D97-AF65-F5344CB8AC3E}">
        <p14:creationId xmlns:p14="http://schemas.microsoft.com/office/powerpoint/2010/main" val="3215365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DD2F61B-50B8-3202-C703-0510F3D275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533400"/>
            <a:ext cx="10591800" cy="5324475"/>
          </a:xfrm>
        </p:spPr>
      </p:pic>
    </p:spTree>
    <p:extLst>
      <p:ext uri="{BB962C8B-B14F-4D97-AF65-F5344CB8AC3E}">
        <p14:creationId xmlns:p14="http://schemas.microsoft.com/office/powerpoint/2010/main" val="2078562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29C67AE-0A5F-6507-0BBF-E0B2F479D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609600"/>
            <a:ext cx="10744199" cy="4793456"/>
          </a:xfrm>
        </p:spPr>
      </p:pic>
    </p:spTree>
    <p:extLst>
      <p:ext uri="{BB962C8B-B14F-4D97-AF65-F5344CB8AC3E}">
        <p14:creationId xmlns:p14="http://schemas.microsoft.com/office/powerpoint/2010/main" val="2951079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xmlns="" id="{429251A5-7300-4DC7-CAB0-8B5CF0856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CSS for this form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5B75195-B8B1-0745-57B0-116B3DBA6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544" y="1600200"/>
            <a:ext cx="8232912" cy="4576763"/>
          </a:xfrm>
          <a:noFill/>
        </p:spPr>
      </p:pic>
    </p:spTree>
    <p:extLst>
      <p:ext uri="{BB962C8B-B14F-4D97-AF65-F5344CB8AC3E}">
        <p14:creationId xmlns:p14="http://schemas.microsoft.com/office/powerpoint/2010/main" val="937352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C99809-B4B9-A9CC-4967-753D4FB3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Running this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342417E2-01EC-58B0-CE53-7A1B6EAE25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1487714"/>
            <a:ext cx="5181600" cy="419763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A651BFE6-2473-C02A-C947-DCF94A78E1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487714"/>
            <a:ext cx="5181600" cy="4357470"/>
          </a:xfrm>
        </p:spPr>
      </p:pic>
    </p:spTree>
    <p:extLst>
      <p:ext uri="{BB962C8B-B14F-4D97-AF65-F5344CB8AC3E}">
        <p14:creationId xmlns:p14="http://schemas.microsoft.com/office/powerpoint/2010/main" val="144072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B56095-EE10-9EEC-5A43-59C183533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Just a warning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0707AF-5828-CBC9-55DF-AFE346C4E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can take the code to create a contact us form for your assignment. However, you must use Java Script to validate the fields instead of the “required” attribute.</a:t>
            </a:r>
          </a:p>
        </p:txBody>
      </p:sp>
    </p:spTree>
    <p:extLst>
      <p:ext uri="{BB962C8B-B14F-4D97-AF65-F5344CB8AC3E}">
        <p14:creationId xmlns:p14="http://schemas.microsoft.com/office/powerpoint/2010/main" val="3312167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What is JavaScript?</a:t>
            </a:r>
          </a:p>
          <a:p>
            <a:r>
              <a:rPr lang="en-AU" dirty="0"/>
              <a:t>How to add it to a web page?</a:t>
            </a:r>
          </a:p>
          <a:p>
            <a:r>
              <a:rPr lang="en-AU" dirty="0"/>
              <a:t>Simple example</a:t>
            </a:r>
          </a:p>
          <a:p>
            <a:r>
              <a:rPr lang="en-AU" dirty="0"/>
              <a:t>Basics of JavaScript programming</a:t>
            </a:r>
          </a:p>
          <a:p>
            <a:pPr lvl="1"/>
            <a:r>
              <a:rPr lang="en-AU" dirty="0"/>
              <a:t>–variables, functions, events</a:t>
            </a:r>
          </a:p>
          <a:p>
            <a:r>
              <a:rPr lang="en-AU" dirty="0"/>
              <a:t>Fully featured example</a:t>
            </a:r>
          </a:p>
          <a:p>
            <a:pPr lvl="1"/>
            <a:endParaRPr lang="en-A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1247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MLSuSnFSPvErDPPVLsd1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1de9jLR3DL7Ik9m5HTAMH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MLSuSnFSPvErDPPVLsd1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FefzMLrF6j3IKhqIrq5S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1de9jLR3DL7Ik9m5HTAMH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8TCvAoxScJ0Fc1lDsGO2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MLSuSnFSPvErDPPVLsd1X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FefzMLrF6j3IKhqIrq5S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1de9jLR3DL7Ik9m5HTAMH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0JulSCqVnUvC5SnM2xAvg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EXkJ4rUXE3RiAyj2ba1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UW06EvmwWIckik1CEKnh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d2WfQpkAxVWh2oJYMoA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0JulSCqVnUvC5SnM2xAvgI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EXkJ4rUXE3RiAyj2ba1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UW06EvmwWIckik1CEKnh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0JulSCqVnUvC5SnM2xAvgI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EXkJ4rUXE3RiAyj2ba1s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UW06EvmwWIckik1CEKnh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68PRzkNDZMUZM2n9ZKfWr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gn1hDSFXYHu74VGZQpL4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twmFLPnIEVLYPSeImGPj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up2DZH9NHGq7rR5IPmNf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UrUtC338MQGdie5GacZ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6e9K6XW2tgJcU9MsYsbLV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9PxXr8IUCwGhClv0358JUI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4pZJMozZJQJGcyVEDFul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Gbe7XntAlV4S1HO1mFvf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5B60CE4C-EDC0-496D-AE6D-84B42325BD16}" vid="{64883BDB-BA55-4845-887F-AD4C7C3254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WIN Lecture Final template-T1-2022</Template>
  <TotalTime>917</TotalTime>
  <Words>862</Words>
  <Application>Microsoft Office PowerPoint</Application>
  <PresentationFormat>Custom</PresentationFormat>
  <Paragraphs>139</Paragraphs>
  <Slides>21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Theme2</vt:lpstr>
      <vt:lpstr>PowerPoint Presentation</vt:lpstr>
      <vt:lpstr>This Weeks Lecture</vt:lpstr>
      <vt:lpstr>What is JavaScript?</vt:lpstr>
      <vt:lpstr>When to use JavaScript?</vt:lpstr>
      <vt:lpstr>Adding JavaScript</vt:lpstr>
      <vt:lpstr>Simple Example</vt:lpstr>
      <vt:lpstr>Variables</vt:lpstr>
      <vt:lpstr>Functions</vt:lpstr>
      <vt:lpstr>JS Events</vt:lpstr>
      <vt:lpstr>Function Example</vt:lpstr>
      <vt:lpstr>Most used events</vt:lpstr>
      <vt:lpstr>Try the following examples…</vt:lpstr>
      <vt:lpstr>Document Object Model (DOM)</vt:lpstr>
      <vt:lpstr>Forms Revisited</vt:lpstr>
      <vt:lpstr>CSS for this form</vt:lpstr>
      <vt:lpstr>PowerPoint Presentation</vt:lpstr>
      <vt:lpstr>PowerPoint Presentation</vt:lpstr>
      <vt:lpstr>CSS for this form</vt:lpstr>
      <vt:lpstr>Running this Code</vt:lpstr>
      <vt:lpstr>Just a warning</vt:lpstr>
      <vt:lpstr>Summary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Kiran Lakkaraju</dc:creator>
  <cp:lastModifiedBy>Ali Aljaafreh</cp:lastModifiedBy>
  <cp:revision>24</cp:revision>
  <dcterms:created xsi:type="dcterms:W3CDTF">2022-03-12T12:34:51Z</dcterms:created>
  <dcterms:modified xsi:type="dcterms:W3CDTF">2023-09-26T03:03:34Z</dcterms:modified>
</cp:coreProperties>
</file>