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7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0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6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17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41" r:id="rId3"/>
    <p:sldId id="260" r:id="rId4"/>
    <p:sldId id="332" r:id="rId5"/>
    <p:sldId id="339" r:id="rId6"/>
    <p:sldId id="344" r:id="rId7"/>
    <p:sldId id="347" r:id="rId8"/>
    <p:sldId id="349" r:id="rId9"/>
    <p:sldId id="350" r:id="rId10"/>
    <p:sldId id="353" r:id="rId11"/>
    <p:sldId id="354" r:id="rId12"/>
    <p:sldId id="356" r:id="rId13"/>
    <p:sldId id="358" r:id="rId14"/>
    <p:sldId id="359" r:id="rId15"/>
    <p:sldId id="362" r:id="rId16"/>
    <p:sldId id="363" r:id="rId17"/>
    <p:sldId id="364" r:id="rId18"/>
    <p:sldId id="365" r:id="rId19"/>
    <p:sldId id="368" r:id="rId20"/>
    <p:sldId id="369" r:id="rId21"/>
    <p:sldId id="379" r:id="rId22"/>
    <p:sldId id="382" r:id="rId23"/>
    <p:sldId id="384" r:id="rId24"/>
    <p:sldId id="386" r:id="rId25"/>
    <p:sldId id="388" r:id="rId26"/>
    <p:sldId id="34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4B5394-50EE-42AF-843B-BF8E7B4B15F7}">
          <p14:sldIdLst>
            <p14:sldId id="256"/>
            <p14:sldId id="341"/>
            <p14:sldId id="260"/>
            <p14:sldId id="332"/>
            <p14:sldId id="339"/>
            <p14:sldId id="344"/>
            <p14:sldId id="347"/>
            <p14:sldId id="349"/>
            <p14:sldId id="350"/>
            <p14:sldId id="353"/>
            <p14:sldId id="354"/>
            <p14:sldId id="356"/>
            <p14:sldId id="358"/>
            <p14:sldId id="359"/>
            <p14:sldId id="362"/>
            <p14:sldId id="363"/>
            <p14:sldId id="364"/>
            <p14:sldId id="365"/>
            <p14:sldId id="368"/>
            <p14:sldId id="369"/>
            <p14:sldId id="379"/>
            <p14:sldId id="382"/>
            <p14:sldId id="384"/>
            <p14:sldId id="386"/>
            <p14:sldId id="388"/>
          </p14:sldIdLst>
        </p14:section>
        <p14:section name="Next Week" id="{FD86B605-444E-4BCA-826D-771DBC58A369}">
          <p14:sldIdLst>
            <p14:sldId id="3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A56C4-888E-4B3D-BEC5-895BDA841D87}" v="40" dt="2022-05-22T06:08:37.0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75229" autoAdjust="0"/>
  </p:normalViewPr>
  <p:slideViewPr>
    <p:cSldViewPr>
      <p:cViewPr varScale="1">
        <p:scale>
          <a:sx n="66" d="100"/>
          <a:sy n="66" d="100"/>
        </p:scale>
        <p:origin x="566" y="4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Lakkaraju" userId="67789ed4-6cf2-46dd-bb2a-c209225f1b65" providerId="ADAL" clId="{D61A56C4-888E-4B3D-BEC5-895BDA841D87}"/>
    <pc:docChg chg="custSel delSld modSld modSection">
      <pc:chgData name="Sai Lakkaraju" userId="67789ed4-6cf2-46dd-bb2a-c209225f1b65" providerId="ADAL" clId="{D61A56C4-888E-4B3D-BEC5-895BDA841D87}" dt="2022-05-22T06:28:43.508" v="386" actId="6549"/>
      <pc:docMkLst>
        <pc:docMk/>
      </pc:docMkLst>
      <pc:sldChg chg="modSp mod">
        <pc:chgData name="Sai Lakkaraju" userId="67789ed4-6cf2-46dd-bb2a-c209225f1b65" providerId="ADAL" clId="{D61A56C4-888E-4B3D-BEC5-895BDA841D87}" dt="2022-05-22T04:40:01.506" v="1" actId="20577"/>
        <pc:sldMkLst>
          <pc:docMk/>
          <pc:sldMk cId="715634170" sldId="256"/>
        </pc:sldMkLst>
        <pc:spChg chg="mod">
          <ac:chgData name="Sai Lakkaraju" userId="67789ed4-6cf2-46dd-bb2a-c209225f1b65" providerId="ADAL" clId="{D61A56C4-888E-4B3D-BEC5-895BDA841D87}" dt="2022-05-22T04:40:01.506" v="1" actId="20577"/>
          <ac:spMkLst>
            <pc:docMk/>
            <pc:sldMk cId="715634170" sldId="256"/>
            <ac:spMk id="3" creationId="{94875C1C-3858-44F5-9117-CB658AFD44E3}"/>
          </ac:spMkLst>
        </pc:spChg>
      </pc:sldChg>
      <pc:sldChg chg="del">
        <pc:chgData name="Sai Lakkaraju" userId="67789ed4-6cf2-46dd-bb2a-c209225f1b65" providerId="ADAL" clId="{D61A56C4-888E-4B3D-BEC5-895BDA841D87}" dt="2022-05-22T06:07:38.184" v="353" actId="47"/>
        <pc:sldMkLst>
          <pc:docMk/>
          <pc:sldMk cId="194403597" sldId="259"/>
        </pc:sldMkLst>
      </pc:sldChg>
      <pc:sldChg chg="modSp mod">
        <pc:chgData name="Sai Lakkaraju" userId="67789ed4-6cf2-46dd-bb2a-c209225f1b65" providerId="ADAL" clId="{D61A56C4-888E-4B3D-BEC5-895BDA841D87}" dt="2022-05-22T04:49:59.856" v="26" actId="20577"/>
        <pc:sldMkLst>
          <pc:docMk/>
          <pc:sldMk cId="3521356257" sldId="260"/>
        </pc:sldMkLst>
        <pc:spChg chg="mod">
          <ac:chgData name="Sai Lakkaraju" userId="67789ed4-6cf2-46dd-bb2a-c209225f1b65" providerId="ADAL" clId="{D61A56C4-888E-4B3D-BEC5-895BDA841D87}" dt="2022-05-22T04:49:59.856" v="26" actId="20577"/>
          <ac:spMkLst>
            <pc:docMk/>
            <pc:sldMk cId="3521356257" sldId="260"/>
            <ac:spMk id="5" creationId="{6E959DAC-ADCF-FE80-F96B-0564DBB847A4}"/>
          </ac:spMkLst>
        </pc:spChg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9798925" sldId="262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636588591" sldId="273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511593561" sldId="275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777817630" sldId="277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1796800335" sldId="281"/>
        </pc:sldMkLst>
      </pc:sldChg>
      <pc:sldChg chg="del">
        <pc:chgData name="Sai Lakkaraju" userId="67789ed4-6cf2-46dd-bb2a-c209225f1b65" providerId="ADAL" clId="{D61A56C4-888E-4B3D-BEC5-895BDA841D87}" dt="2022-05-22T04:47:57.435" v="8" actId="47"/>
        <pc:sldMkLst>
          <pc:docMk/>
          <pc:sldMk cId="3421247528" sldId="318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506391433" sldId="333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675180938" sldId="334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537819638" sldId="335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792855501" sldId="336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359468493" sldId="337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52770739" sldId="338"/>
        </pc:sldMkLst>
      </pc:sldChg>
      <pc:sldChg chg="modSp mod">
        <pc:chgData name="Sai Lakkaraju" userId="67789ed4-6cf2-46dd-bb2a-c209225f1b65" providerId="ADAL" clId="{D61A56C4-888E-4B3D-BEC5-895BDA841D87}" dt="2022-05-22T06:08:00.293" v="381" actId="20577"/>
        <pc:sldMkLst>
          <pc:docMk/>
          <pc:sldMk cId="3737601890" sldId="340"/>
        </pc:sldMkLst>
        <pc:spChg chg="mod">
          <ac:chgData name="Sai Lakkaraju" userId="67789ed4-6cf2-46dd-bb2a-c209225f1b65" providerId="ADAL" clId="{D61A56C4-888E-4B3D-BEC5-895BDA841D87}" dt="2022-05-22T06:08:00.293" v="381" actId="20577"/>
          <ac:spMkLst>
            <pc:docMk/>
            <pc:sldMk cId="3737601890" sldId="340"/>
            <ac:spMk id="3" creationId="{82A00D0A-00EF-DBBA-EE09-FE30B05744B3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4:49:50.299" v="25" actId="27636"/>
        <pc:sldMkLst>
          <pc:docMk/>
          <pc:sldMk cId="2183107123" sldId="341"/>
        </pc:sldMkLst>
        <pc:spChg chg="add del mod">
          <ac:chgData name="Sai Lakkaraju" userId="67789ed4-6cf2-46dd-bb2a-c209225f1b65" providerId="ADAL" clId="{D61A56C4-888E-4B3D-BEC5-895BDA841D87}" dt="2022-05-22T04:49:39.474" v="21"/>
          <ac:spMkLst>
            <pc:docMk/>
            <pc:sldMk cId="2183107123" sldId="341"/>
            <ac:spMk id="2" creationId="{B8DD6B00-3E3C-80D0-46BF-02D9DF8AE970}"/>
          </ac:spMkLst>
        </pc:spChg>
        <pc:spChg chg="mod">
          <ac:chgData name="Sai Lakkaraju" userId="67789ed4-6cf2-46dd-bb2a-c209225f1b65" providerId="ADAL" clId="{D61A56C4-888E-4B3D-BEC5-895BDA841D87}" dt="2022-05-22T04:49:50.299" v="25" actId="27636"/>
          <ac:spMkLst>
            <pc:docMk/>
            <pc:sldMk cId="2183107123" sldId="341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4:49:39.474" v="21"/>
          <ac:spMkLst>
            <pc:docMk/>
            <pc:sldMk cId="2183107123" sldId="341"/>
            <ac:spMk id="4" creationId="{797D4D01-C6D0-7EA8-C196-5089EF5A5BF9}"/>
          </ac:spMkLst>
        </pc:spChg>
        <pc:spChg chg="mod">
          <ac:chgData name="Sai Lakkaraju" userId="67789ed4-6cf2-46dd-bb2a-c209225f1b65" providerId="ADAL" clId="{D61A56C4-888E-4B3D-BEC5-895BDA841D87}" dt="2022-05-22T04:49:39.474" v="21"/>
          <ac:spMkLst>
            <pc:docMk/>
            <pc:sldMk cId="2183107123" sldId="341"/>
            <ac:spMk id="5" creationId="{47AE0CF4-2A13-13F1-8DDA-BFAB7660ED66}"/>
          </ac:spMkLst>
        </pc:spChg>
      </pc:sldChg>
      <pc:sldChg chg="del">
        <pc:chgData name="Sai Lakkaraju" userId="67789ed4-6cf2-46dd-bb2a-c209225f1b65" providerId="ADAL" clId="{D61A56C4-888E-4B3D-BEC5-895BDA841D87}" dt="2022-05-22T04:47:46.060" v="7" actId="47"/>
        <pc:sldMkLst>
          <pc:docMk/>
          <pc:sldMk cId="3351710511" sldId="342"/>
        </pc:sldMkLst>
      </pc:sldChg>
      <pc:sldChg chg="del">
        <pc:chgData name="Sai Lakkaraju" userId="67789ed4-6cf2-46dd-bb2a-c209225f1b65" providerId="ADAL" clId="{D61A56C4-888E-4B3D-BEC5-895BDA841D87}" dt="2022-05-22T04:47:36.494" v="6" actId="47"/>
        <pc:sldMkLst>
          <pc:docMk/>
          <pc:sldMk cId="3078979757" sldId="343"/>
        </pc:sldMkLst>
      </pc:sldChg>
      <pc:sldChg chg="del">
        <pc:chgData name="Sai Lakkaraju" userId="67789ed4-6cf2-46dd-bb2a-c209225f1b65" providerId="ADAL" clId="{D61A56C4-888E-4B3D-BEC5-895BDA841D87}" dt="2022-05-22T05:39:13.586" v="27" actId="47"/>
        <pc:sldMkLst>
          <pc:docMk/>
          <pc:sldMk cId="2400392239" sldId="345"/>
        </pc:sldMkLst>
      </pc:sldChg>
      <pc:sldChg chg="addSp delSp modSp del mod modClrScheme chgLayout">
        <pc:chgData name="Sai Lakkaraju" userId="67789ed4-6cf2-46dd-bb2a-c209225f1b65" providerId="ADAL" clId="{D61A56C4-888E-4B3D-BEC5-895BDA841D87}" dt="2022-05-22T04:49:27.476" v="19" actId="47"/>
        <pc:sldMkLst>
          <pc:docMk/>
          <pc:sldMk cId="1804491219" sldId="346"/>
        </pc:sldMkLst>
        <pc:spChg chg="add del mod ord">
          <ac:chgData name="Sai Lakkaraju" userId="67789ed4-6cf2-46dd-bb2a-c209225f1b65" providerId="ADAL" clId="{D61A56C4-888E-4B3D-BEC5-895BDA841D87}" dt="2022-05-22T04:48:36.188" v="10"/>
          <ac:spMkLst>
            <pc:docMk/>
            <pc:sldMk cId="1804491219" sldId="346"/>
            <ac:spMk id="2" creationId="{B75EB03C-D19F-2C40-C31B-26E985E2ECAD}"/>
          </ac:spMkLst>
        </pc:spChg>
        <pc:spChg chg="mod ord">
          <ac:chgData name="Sai Lakkaraju" userId="67789ed4-6cf2-46dd-bb2a-c209225f1b65" providerId="ADAL" clId="{D61A56C4-888E-4B3D-BEC5-895BDA841D87}" dt="2022-05-22T04:49:25.004" v="18" actId="21"/>
          <ac:spMkLst>
            <pc:docMk/>
            <pc:sldMk cId="1804491219" sldId="346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4:48:36.188" v="10"/>
          <ac:spMkLst>
            <pc:docMk/>
            <pc:sldMk cId="1804491219" sldId="346"/>
            <ac:spMk id="4" creationId="{F3C12EEF-396B-AEB7-46DB-AE11DF05ABC1}"/>
          </ac:spMkLst>
        </pc:spChg>
        <pc:spChg chg="add del mod">
          <ac:chgData name="Sai Lakkaraju" userId="67789ed4-6cf2-46dd-bb2a-c209225f1b65" providerId="ADAL" clId="{D61A56C4-888E-4B3D-BEC5-895BDA841D87}" dt="2022-05-22T04:48:38.547" v="11"/>
          <ac:spMkLst>
            <pc:docMk/>
            <pc:sldMk cId="1804491219" sldId="346"/>
            <ac:spMk id="5" creationId="{08F32069-72EF-317D-D439-A8FDA7FF57AA}"/>
          </ac:spMkLst>
        </pc:spChg>
        <pc:spChg chg="add del mod">
          <ac:chgData name="Sai Lakkaraju" userId="67789ed4-6cf2-46dd-bb2a-c209225f1b65" providerId="ADAL" clId="{D61A56C4-888E-4B3D-BEC5-895BDA841D87}" dt="2022-05-22T04:48:38.547" v="11"/>
          <ac:spMkLst>
            <pc:docMk/>
            <pc:sldMk cId="1804491219" sldId="346"/>
            <ac:spMk id="6" creationId="{FF3B643F-2BCD-1AF4-B2ED-0EF302709569}"/>
          </ac:spMkLst>
        </pc:spChg>
        <pc:spChg chg="add del mod">
          <ac:chgData name="Sai Lakkaraju" userId="67789ed4-6cf2-46dd-bb2a-c209225f1b65" providerId="ADAL" clId="{D61A56C4-888E-4B3D-BEC5-895BDA841D87}" dt="2022-05-22T04:48:44.993" v="12"/>
          <ac:spMkLst>
            <pc:docMk/>
            <pc:sldMk cId="1804491219" sldId="346"/>
            <ac:spMk id="7" creationId="{C285C4D4-DE91-A80A-BF8B-4432C1720A30}"/>
          </ac:spMkLst>
        </pc:spChg>
        <pc:spChg chg="add del mod">
          <ac:chgData name="Sai Lakkaraju" userId="67789ed4-6cf2-46dd-bb2a-c209225f1b65" providerId="ADAL" clId="{D61A56C4-888E-4B3D-BEC5-895BDA841D87}" dt="2022-05-22T04:48:44.993" v="12"/>
          <ac:spMkLst>
            <pc:docMk/>
            <pc:sldMk cId="1804491219" sldId="346"/>
            <ac:spMk id="8" creationId="{9F64AD32-BC9E-DA32-ABE1-76933C0CDC0B}"/>
          </ac:spMkLst>
        </pc:spChg>
        <pc:spChg chg="add del mod">
          <ac:chgData name="Sai Lakkaraju" userId="67789ed4-6cf2-46dd-bb2a-c209225f1b65" providerId="ADAL" clId="{D61A56C4-888E-4B3D-BEC5-895BDA841D87}" dt="2022-05-22T04:48:50.128" v="13" actId="700"/>
          <ac:spMkLst>
            <pc:docMk/>
            <pc:sldMk cId="1804491219" sldId="346"/>
            <ac:spMk id="9" creationId="{9E189599-A150-7037-0BCF-22A7B2AC53D4}"/>
          </ac:spMkLst>
        </pc:spChg>
        <pc:spChg chg="del">
          <ac:chgData name="Sai Lakkaraju" userId="67789ed4-6cf2-46dd-bb2a-c209225f1b65" providerId="ADAL" clId="{D61A56C4-888E-4B3D-BEC5-895BDA841D87}" dt="2022-05-22T04:48:53.594" v="14" actId="26606"/>
          <ac:spMkLst>
            <pc:docMk/>
            <pc:sldMk cId="1804491219" sldId="346"/>
            <ac:spMk id="10" creationId="{00000000-0000-0000-0000-000000000000}"/>
          </ac:spMkLst>
        </pc:spChg>
        <pc:spChg chg="add mod ord">
          <ac:chgData name="Sai Lakkaraju" userId="67789ed4-6cf2-46dd-bb2a-c209225f1b65" providerId="ADAL" clId="{D61A56C4-888E-4B3D-BEC5-895BDA841D87}" dt="2022-05-22T04:49:08.486" v="17"/>
          <ac:spMkLst>
            <pc:docMk/>
            <pc:sldMk cId="1804491219" sldId="346"/>
            <ac:spMk id="11" creationId="{FF5D22E9-268F-42CC-95E7-D1D963D00D31}"/>
          </ac:spMkLst>
        </pc:spChg>
        <pc:spChg chg="add del mod">
          <ac:chgData name="Sai Lakkaraju" userId="67789ed4-6cf2-46dd-bb2a-c209225f1b65" providerId="ADAL" clId="{D61A56C4-888E-4B3D-BEC5-895BDA841D87}" dt="2022-05-22T04:48:57.571" v="15" actId="700"/>
          <ac:spMkLst>
            <pc:docMk/>
            <pc:sldMk cId="1804491219" sldId="346"/>
            <ac:spMk id="16" creationId="{AE03B361-9B97-C49D-4E2E-533276F605EA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5:41:32.104" v="64" actId="6549"/>
        <pc:sldMkLst>
          <pc:docMk/>
          <pc:sldMk cId="4145975879" sldId="347"/>
        </pc:sldMkLst>
        <pc:spChg chg="add del mod">
          <ac:chgData name="Sai Lakkaraju" userId="67789ed4-6cf2-46dd-bb2a-c209225f1b65" providerId="ADAL" clId="{D61A56C4-888E-4B3D-BEC5-895BDA841D87}" dt="2022-05-22T05:39:18.126" v="28"/>
          <ac:spMkLst>
            <pc:docMk/>
            <pc:sldMk cId="4145975879" sldId="347"/>
            <ac:spMk id="2" creationId="{9E6B1D31-7E2D-CC39-8EE6-42B0BE1002EA}"/>
          </ac:spMkLst>
        </pc:spChg>
        <pc:spChg chg="add del mod">
          <ac:chgData name="Sai Lakkaraju" userId="67789ed4-6cf2-46dd-bb2a-c209225f1b65" providerId="ADAL" clId="{D61A56C4-888E-4B3D-BEC5-895BDA841D87}" dt="2022-05-22T05:39:19.213" v="29"/>
          <ac:spMkLst>
            <pc:docMk/>
            <pc:sldMk cId="4145975879" sldId="347"/>
            <ac:spMk id="3" creationId="{0039A30F-C29A-3A11-7CFA-1FAD2D44B144}"/>
          </ac:spMkLst>
        </pc:spChg>
        <pc:spChg chg="add del mod">
          <ac:chgData name="Sai Lakkaraju" userId="67789ed4-6cf2-46dd-bb2a-c209225f1b65" providerId="ADAL" clId="{D61A56C4-888E-4B3D-BEC5-895BDA841D87}" dt="2022-05-22T05:39:19.213" v="29"/>
          <ac:spMkLst>
            <pc:docMk/>
            <pc:sldMk cId="4145975879" sldId="347"/>
            <ac:spMk id="4" creationId="{9077DCB7-BCEF-48AD-BB62-F913B318C0E5}"/>
          </ac:spMkLst>
        </pc:spChg>
        <pc:spChg chg="del mod">
          <ac:chgData name="Sai Lakkaraju" userId="67789ed4-6cf2-46dd-bb2a-c209225f1b65" providerId="ADAL" clId="{D61A56C4-888E-4B3D-BEC5-895BDA841D87}" dt="2022-05-22T05:39:42.920" v="46" actId="478"/>
          <ac:spMkLst>
            <pc:docMk/>
            <pc:sldMk cId="4145975879" sldId="347"/>
            <ac:spMk id="5" creationId="{00000000-0000-0000-0000-000000000000}"/>
          </ac:spMkLst>
        </pc:spChg>
        <pc:spChg chg="add mod">
          <ac:chgData name="Sai Lakkaraju" userId="67789ed4-6cf2-46dd-bb2a-c209225f1b65" providerId="ADAL" clId="{D61A56C4-888E-4B3D-BEC5-895BDA841D87}" dt="2022-05-22T05:40:14.722" v="56"/>
          <ac:spMkLst>
            <pc:docMk/>
            <pc:sldMk cId="4145975879" sldId="347"/>
            <ac:spMk id="6" creationId="{BC1483B7-1B94-C60F-4230-6663D83B759A}"/>
          </ac:spMkLst>
        </pc:spChg>
        <pc:spChg chg="add del mod">
          <ac:chgData name="Sai Lakkaraju" userId="67789ed4-6cf2-46dd-bb2a-c209225f1b65" providerId="ADAL" clId="{D61A56C4-888E-4B3D-BEC5-895BDA841D87}" dt="2022-05-22T05:40:14.722" v="56"/>
          <ac:spMkLst>
            <pc:docMk/>
            <pc:sldMk cId="4145975879" sldId="347"/>
            <ac:spMk id="7" creationId="{6F34FCC6-6509-A647-7C74-E09CC4CA37B3}"/>
          </ac:spMkLst>
        </pc:spChg>
        <pc:spChg chg="add del mod">
          <ac:chgData name="Sai Lakkaraju" userId="67789ed4-6cf2-46dd-bb2a-c209225f1b65" providerId="ADAL" clId="{D61A56C4-888E-4B3D-BEC5-895BDA841D87}" dt="2022-05-22T05:40:14.722" v="56"/>
          <ac:spMkLst>
            <pc:docMk/>
            <pc:sldMk cId="4145975879" sldId="347"/>
            <ac:spMk id="8" creationId="{ABC2008F-B74A-16C1-B5E4-37A30DDB0DFB}"/>
          </ac:spMkLst>
        </pc:spChg>
        <pc:spChg chg="mod">
          <ac:chgData name="Sai Lakkaraju" userId="67789ed4-6cf2-46dd-bb2a-c209225f1b65" providerId="ADAL" clId="{D61A56C4-888E-4B3D-BEC5-895BDA841D87}" dt="2022-05-22T05:41:32.104" v="64" actId="6549"/>
          <ac:spMkLst>
            <pc:docMk/>
            <pc:sldMk cId="4145975879" sldId="347"/>
            <ac:spMk id="18435" creationId="{00000000-0000-0000-0000-000000000000}"/>
          </ac:spMkLst>
        </pc:spChg>
      </pc:sldChg>
      <pc:sldChg chg="modSp del mod">
        <pc:chgData name="Sai Lakkaraju" userId="67789ed4-6cf2-46dd-bb2a-c209225f1b65" providerId="ADAL" clId="{D61A56C4-888E-4B3D-BEC5-895BDA841D87}" dt="2022-05-22T05:40:05.881" v="52" actId="47"/>
        <pc:sldMkLst>
          <pc:docMk/>
          <pc:sldMk cId="1631487707" sldId="348"/>
        </pc:sldMkLst>
        <pc:spChg chg="mod">
          <ac:chgData name="Sai Lakkaraju" userId="67789ed4-6cf2-46dd-bb2a-c209225f1b65" providerId="ADAL" clId="{D61A56C4-888E-4B3D-BEC5-895BDA841D87}" dt="2022-05-22T05:40:03.736" v="51" actId="27636"/>
          <ac:spMkLst>
            <pc:docMk/>
            <pc:sldMk cId="1631487707" sldId="348"/>
            <ac:spMk id="18435" creationId="{00000000-0000-0000-0000-000000000000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5:42:47.908" v="76" actId="14100"/>
        <pc:sldMkLst>
          <pc:docMk/>
          <pc:sldMk cId="3744078097" sldId="349"/>
        </pc:sldMkLst>
        <pc:spChg chg="add del mod">
          <ac:chgData name="Sai Lakkaraju" userId="67789ed4-6cf2-46dd-bb2a-c209225f1b65" providerId="ADAL" clId="{D61A56C4-888E-4B3D-BEC5-895BDA841D87}" dt="2022-05-22T05:41:45.947" v="65"/>
          <ac:spMkLst>
            <pc:docMk/>
            <pc:sldMk cId="3744078097" sldId="349"/>
            <ac:spMk id="2" creationId="{2A844C3D-F0C1-DBA2-B6AE-3DC464EB0541}"/>
          </ac:spMkLst>
        </pc:spChg>
        <pc:spChg chg="add del mod">
          <ac:chgData name="Sai Lakkaraju" userId="67789ed4-6cf2-46dd-bb2a-c209225f1b65" providerId="ADAL" clId="{D61A56C4-888E-4B3D-BEC5-895BDA841D87}" dt="2022-05-22T05:41:45.947" v="65"/>
          <ac:spMkLst>
            <pc:docMk/>
            <pc:sldMk cId="3744078097" sldId="349"/>
            <ac:spMk id="3" creationId="{2FF60FB3-C313-19AD-2A1C-D5266E194F7A}"/>
          </ac:spMkLst>
        </pc:spChg>
        <pc:spChg chg="mod">
          <ac:chgData name="Sai Lakkaraju" userId="67789ed4-6cf2-46dd-bb2a-c209225f1b65" providerId="ADAL" clId="{D61A56C4-888E-4B3D-BEC5-895BDA841D87}" dt="2022-05-22T05:42:47.908" v="76" actId="14100"/>
          <ac:spMkLst>
            <pc:docMk/>
            <pc:sldMk cId="3744078097" sldId="349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5:41:45.947" v="65"/>
          <ac:spMkLst>
            <pc:docMk/>
            <pc:sldMk cId="3744078097" sldId="349"/>
            <ac:spMk id="5" creationId="{65B0E1AA-F1C9-347A-C04E-DEA16CF1F8A7}"/>
          </ac:spMkLst>
        </pc:spChg>
        <pc:spChg chg="add del mod">
          <ac:chgData name="Sai Lakkaraju" userId="67789ed4-6cf2-46dd-bb2a-c209225f1b65" providerId="ADAL" clId="{D61A56C4-888E-4B3D-BEC5-895BDA841D87}" dt="2022-05-22T05:41:50.149" v="66"/>
          <ac:spMkLst>
            <pc:docMk/>
            <pc:sldMk cId="3744078097" sldId="349"/>
            <ac:spMk id="6" creationId="{D1956832-5013-DB53-D8C3-F9DEDBF71AE6}"/>
          </ac:spMkLst>
        </pc:spChg>
        <pc:spChg chg="add del mod">
          <ac:chgData name="Sai Lakkaraju" userId="67789ed4-6cf2-46dd-bb2a-c209225f1b65" providerId="ADAL" clId="{D61A56C4-888E-4B3D-BEC5-895BDA841D87}" dt="2022-05-22T05:41:50.149" v="66"/>
          <ac:spMkLst>
            <pc:docMk/>
            <pc:sldMk cId="3744078097" sldId="349"/>
            <ac:spMk id="7" creationId="{4891806A-E6FB-ADE8-EB55-BA36A3B5AF96}"/>
          </ac:spMkLst>
        </pc:spChg>
        <pc:spChg chg="add del mod">
          <ac:chgData name="Sai Lakkaraju" userId="67789ed4-6cf2-46dd-bb2a-c209225f1b65" providerId="ADAL" clId="{D61A56C4-888E-4B3D-BEC5-895BDA841D87}" dt="2022-05-22T05:41:50.149" v="66"/>
          <ac:spMkLst>
            <pc:docMk/>
            <pc:sldMk cId="3744078097" sldId="349"/>
            <ac:spMk id="8" creationId="{CEB9A03D-FE7D-202E-2CA5-620C64C16A1F}"/>
          </ac:spMkLst>
        </pc:spChg>
        <pc:spChg chg="mod">
          <ac:chgData name="Sai Lakkaraju" userId="67789ed4-6cf2-46dd-bb2a-c209225f1b65" providerId="ADAL" clId="{D61A56C4-888E-4B3D-BEC5-895BDA841D87}" dt="2022-05-22T05:41:50.149" v="66"/>
          <ac:spMkLst>
            <pc:docMk/>
            <pc:sldMk cId="3744078097" sldId="349"/>
            <ac:spMk id="18434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5:42:14.924" v="72" actId="27636"/>
          <ac:spMkLst>
            <pc:docMk/>
            <pc:sldMk cId="3744078097" sldId="349"/>
            <ac:spMk id="18435" creationId="{00000000-0000-0000-0000-000000000000}"/>
          </ac:spMkLst>
        </pc:spChg>
      </pc:sldChg>
      <pc:sldChg chg="addSp delSp modSp mod modClrScheme chgLayout modNotesTx">
        <pc:chgData name="Sai Lakkaraju" userId="67789ed4-6cf2-46dd-bb2a-c209225f1b65" providerId="ADAL" clId="{D61A56C4-888E-4B3D-BEC5-895BDA841D87}" dt="2022-05-22T05:46:57.580" v="160" actId="6549"/>
        <pc:sldMkLst>
          <pc:docMk/>
          <pc:sldMk cId="3565255681" sldId="350"/>
        </pc:sldMkLst>
        <pc:spChg chg="add del mod">
          <ac:chgData name="Sai Lakkaraju" userId="67789ed4-6cf2-46dd-bb2a-c209225f1b65" providerId="ADAL" clId="{D61A56C4-888E-4B3D-BEC5-895BDA841D87}" dt="2022-05-22T05:43:02.328" v="77"/>
          <ac:spMkLst>
            <pc:docMk/>
            <pc:sldMk cId="3565255681" sldId="350"/>
            <ac:spMk id="2" creationId="{8CACB2F5-B815-E88A-5CBE-14BE6BA13F88}"/>
          </ac:spMkLst>
        </pc:spChg>
        <pc:spChg chg="add del mod">
          <ac:chgData name="Sai Lakkaraju" userId="67789ed4-6cf2-46dd-bb2a-c209225f1b65" providerId="ADAL" clId="{D61A56C4-888E-4B3D-BEC5-895BDA841D87}" dt="2022-05-22T05:43:02.328" v="77"/>
          <ac:spMkLst>
            <pc:docMk/>
            <pc:sldMk cId="3565255681" sldId="350"/>
            <ac:spMk id="3" creationId="{63120544-E14C-49D0-66A2-2A3953FFEE74}"/>
          </ac:spMkLst>
        </pc:spChg>
        <pc:spChg chg="mod ord">
          <ac:chgData name="Sai Lakkaraju" userId="67789ed4-6cf2-46dd-bb2a-c209225f1b65" providerId="ADAL" clId="{D61A56C4-888E-4B3D-BEC5-895BDA841D87}" dt="2022-05-22T05:44:51.194" v="102" actId="14100"/>
          <ac:spMkLst>
            <pc:docMk/>
            <pc:sldMk cId="3565255681" sldId="350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5:43:02.328" v="77"/>
          <ac:spMkLst>
            <pc:docMk/>
            <pc:sldMk cId="3565255681" sldId="350"/>
            <ac:spMk id="5" creationId="{B4923948-22C1-F43D-8685-2C07FF5CB0AB}"/>
          </ac:spMkLst>
        </pc:spChg>
        <pc:spChg chg="add mod ord">
          <ac:chgData name="Sai Lakkaraju" userId="67789ed4-6cf2-46dd-bb2a-c209225f1b65" providerId="ADAL" clId="{D61A56C4-888E-4B3D-BEC5-895BDA841D87}" dt="2022-05-22T05:46:44.677" v="159" actId="27636"/>
          <ac:spMkLst>
            <pc:docMk/>
            <pc:sldMk cId="3565255681" sldId="350"/>
            <ac:spMk id="6" creationId="{DF8BBCFF-F7C5-5AAA-A0C7-FC7A23F67ECF}"/>
          </ac:spMkLst>
        </pc:spChg>
        <pc:spChg chg="mod ord">
          <ac:chgData name="Sai Lakkaraju" userId="67789ed4-6cf2-46dd-bb2a-c209225f1b65" providerId="ADAL" clId="{D61A56C4-888E-4B3D-BEC5-895BDA841D87}" dt="2022-05-22T05:44:20.779" v="91" actId="700"/>
          <ac:spMkLst>
            <pc:docMk/>
            <pc:sldMk cId="3565255681" sldId="350"/>
            <ac:spMk id="19458" creationId="{00000000-0000-0000-0000-000000000000}"/>
          </ac:spMkLst>
        </pc:spChg>
        <pc:spChg chg="mod ord">
          <ac:chgData name="Sai Lakkaraju" userId="67789ed4-6cf2-46dd-bb2a-c209225f1b65" providerId="ADAL" clId="{D61A56C4-888E-4B3D-BEC5-895BDA841D87}" dt="2022-05-22T05:46:57.580" v="160" actId="6549"/>
          <ac:spMkLst>
            <pc:docMk/>
            <pc:sldMk cId="3565255681" sldId="350"/>
            <ac:spMk id="19459" creationId="{00000000-0000-0000-0000-000000000000}"/>
          </ac:spMkLst>
        </pc:spChg>
      </pc:sldChg>
      <pc:sldChg chg="modSp del mod">
        <pc:chgData name="Sai Lakkaraju" userId="67789ed4-6cf2-46dd-bb2a-c209225f1b65" providerId="ADAL" clId="{D61A56C4-888E-4B3D-BEC5-895BDA841D87}" dt="2022-05-22T05:43:58.092" v="88" actId="47"/>
        <pc:sldMkLst>
          <pc:docMk/>
          <pc:sldMk cId="3960824697" sldId="351"/>
        </pc:sldMkLst>
        <pc:spChg chg="mod">
          <ac:chgData name="Sai Lakkaraju" userId="67789ed4-6cf2-46dd-bb2a-c209225f1b65" providerId="ADAL" clId="{D61A56C4-888E-4B3D-BEC5-895BDA841D87}" dt="2022-05-22T05:43:55.635" v="87" actId="21"/>
          <ac:spMkLst>
            <pc:docMk/>
            <pc:sldMk cId="3960824697" sldId="351"/>
            <ac:spMk id="19459" creationId="{00000000-0000-0000-0000-000000000000}"/>
          </ac:spMkLst>
        </pc:spChg>
      </pc:sldChg>
      <pc:sldChg chg="modSp del mod">
        <pc:chgData name="Sai Lakkaraju" userId="67789ed4-6cf2-46dd-bb2a-c209225f1b65" providerId="ADAL" clId="{D61A56C4-888E-4B3D-BEC5-895BDA841D87}" dt="2022-05-22T05:46:12.632" v="132" actId="47"/>
        <pc:sldMkLst>
          <pc:docMk/>
          <pc:sldMk cId="2349677817" sldId="352"/>
        </pc:sldMkLst>
        <pc:spChg chg="mod">
          <ac:chgData name="Sai Lakkaraju" userId="67789ed4-6cf2-46dd-bb2a-c209225f1b65" providerId="ADAL" clId="{D61A56C4-888E-4B3D-BEC5-895BDA841D87}" dt="2022-05-22T05:45:01.090" v="103" actId="21"/>
          <ac:spMkLst>
            <pc:docMk/>
            <pc:sldMk cId="2349677817" sldId="352"/>
            <ac:spMk id="19459" creationId="{00000000-0000-0000-0000-000000000000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5:48:10.275" v="166" actId="403"/>
        <pc:sldMkLst>
          <pc:docMk/>
          <pc:sldMk cId="3044994406" sldId="353"/>
        </pc:sldMkLst>
        <pc:spChg chg="add del mod">
          <ac:chgData name="Sai Lakkaraju" userId="67789ed4-6cf2-46dd-bb2a-c209225f1b65" providerId="ADAL" clId="{D61A56C4-888E-4B3D-BEC5-895BDA841D87}" dt="2022-05-22T05:47:29.689" v="161"/>
          <ac:spMkLst>
            <pc:docMk/>
            <pc:sldMk cId="3044994406" sldId="353"/>
            <ac:spMk id="2" creationId="{C84690F2-4F06-EF0B-AA0E-A5A2BFFFA319}"/>
          </ac:spMkLst>
        </pc:spChg>
        <pc:spChg chg="add del mod">
          <ac:chgData name="Sai Lakkaraju" userId="67789ed4-6cf2-46dd-bb2a-c209225f1b65" providerId="ADAL" clId="{D61A56C4-888E-4B3D-BEC5-895BDA841D87}" dt="2022-05-22T05:47:29.689" v="161"/>
          <ac:spMkLst>
            <pc:docMk/>
            <pc:sldMk cId="3044994406" sldId="353"/>
            <ac:spMk id="3" creationId="{7A88BFF6-DB7B-53D0-B900-97EDE44FAE5B}"/>
          </ac:spMkLst>
        </pc:spChg>
        <pc:spChg chg="del mod">
          <ac:chgData name="Sai Lakkaraju" userId="67789ed4-6cf2-46dd-bb2a-c209225f1b65" providerId="ADAL" clId="{D61A56C4-888E-4B3D-BEC5-895BDA841D87}" dt="2022-05-22T05:47:34.432" v="162" actId="478"/>
          <ac:spMkLst>
            <pc:docMk/>
            <pc:sldMk cId="3044994406" sldId="353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5:47:29.689" v="161"/>
          <ac:spMkLst>
            <pc:docMk/>
            <pc:sldMk cId="3044994406" sldId="353"/>
            <ac:spMk id="5" creationId="{9F8B72DA-5A73-F118-30CA-3DAC4EED34F5}"/>
          </ac:spMkLst>
        </pc:spChg>
        <pc:spChg chg="add mod">
          <ac:chgData name="Sai Lakkaraju" userId="67789ed4-6cf2-46dd-bb2a-c209225f1b65" providerId="ADAL" clId="{D61A56C4-888E-4B3D-BEC5-895BDA841D87}" dt="2022-05-22T05:47:42.666" v="163"/>
          <ac:spMkLst>
            <pc:docMk/>
            <pc:sldMk cId="3044994406" sldId="353"/>
            <ac:spMk id="8" creationId="{63428355-A5E0-C16F-47E4-42FCD56B240A}"/>
          </ac:spMkLst>
        </pc:spChg>
        <pc:spChg chg="mod">
          <ac:chgData name="Sai Lakkaraju" userId="67789ed4-6cf2-46dd-bb2a-c209225f1b65" providerId="ADAL" clId="{D61A56C4-888E-4B3D-BEC5-895BDA841D87}" dt="2022-05-22T05:47:29.689" v="161"/>
          <ac:spMkLst>
            <pc:docMk/>
            <pc:sldMk cId="3044994406" sldId="353"/>
            <ac:spMk id="23554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5:48:10.275" v="166" actId="403"/>
          <ac:spMkLst>
            <pc:docMk/>
            <pc:sldMk cId="3044994406" sldId="353"/>
            <ac:spMk id="23555" creationId="{00000000-0000-0000-0000-000000000000}"/>
          </ac:spMkLst>
        </pc:spChg>
      </pc:sldChg>
      <pc:sldChg chg="addSp delSp modSp mod modClrScheme chgLayout">
        <pc:chgData name="Sai Lakkaraju" userId="67789ed4-6cf2-46dd-bb2a-c209225f1b65" providerId="ADAL" clId="{D61A56C4-888E-4B3D-BEC5-895BDA841D87}" dt="2022-05-22T05:51:17.755" v="189"/>
        <pc:sldMkLst>
          <pc:docMk/>
          <pc:sldMk cId="1203078066" sldId="354"/>
        </pc:sldMkLst>
        <pc:spChg chg="mod ord">
          <ac:chgData name="Sai Lakkaraju" userId="67789ed4-6cf2-46dd-bb2a-c209225f1b65" providerId="ADAL" clId="{D61A56C4-888E-4B3D-BEC5-895BDA841D87}" dt="2022-05-22T05:48:19.076" v="168" actId="700"/>
          <ac:spMkLst>
            <pc:docMk/>
            <pc:sldMk cId="1203078066" sldId="354"/>
            <ac:spMk id="2" creationId="{00000000-0000-0000-0000-000000000000}"/>
          </ac:spMkLst>
        </pc:spChg>
        <pc:spChg chg="mod ord">
          <ac:chgData name="Sai Lakkaraju" userId="67789ed4-6cf2-46dd-bb2a-c209225f1b65" providerId="ADAL" clId="{D61A56C4-888E-4B3D-BEC5-895BDA841D87}" dt="2022-05-22T05:50:48.618" v="185" actId="20577"/>
          <ac:spMkLst>
            <pc:docMk/>
            <pc:sldMk cId="1203078066" sldId="354"/>
            <ac:spMk id="3" creationId="{00000000-0000-0000-0000-000000000000}"/>
          </ac:spMkLst>
        </pc:spChg>
        <pc:spChg chg="del mod ord">
          <ac:chgData name="Sai Lakkaraju" userId="67789ed4-6cf2-46dd-bb2a-c209225f1b65" providerId="ADAL" clId="{D61A56C4-888E-4B3D-BEC5-895BDA841D87}" dt="2022-05-22T05:51:16.260" v="188" actId="478"/>
          <ac:spMkLst>
            <pc:docMk/>
            <pc:sldMk cId="1203078066" sldId="354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5:48:15.135" v="167"/>
          <ac:spMkLst>
            <pc:docMk/>
            <pc:sldMk cId="1203078066" sldId="354"/>
            <ac:spMk id="5" creationId="{2E9BA7F2-3224-F35E-6080-5EFA4EBBA66B}"/>
          </ac:spMkLst>
        </pc:spChg>
        <pc:spChg chg="add del mod">
          <ac:chgData name="Sai Lakkaraju" userId="67789ed4-6cf2-46dd-bb2a-c209225f1b65" providerId="ADAL" clId="{D61A56C4-888E-4B3D-BEC5-895BDA841D87}" dt="2022-05-22T05:48:15.135" v="167"/>
          <ac:spMkLst>
            <pc:docMk/>
            <pc:sldMk cId="1203078066" sldId="354"/>
            <ac:spMk id="6" creationId="{74F79149-1EC0-0879-03B4-E88DE98F9F6E}"/>
          </ac:spMkLst>
        </pc:spChg>
        <pc:spChg chg="add del mod">
          <ac:chgData name="Sai Lakkaraju" userId="67789ed4-6cf2-46dd-bb2a-c209225f1b65" providerId="ADAL" clId="{D61A56C4-888E-4B3D-BEC5-895BDA841D87}" dt="2022-05-22T05:48:15.135" v="167"/>
          <ac:spMkLst>
            <pc:docMk/>
            <pc:sldMk cId="1203078066" sldId="354"/>
            <ac:spMk id="7" creationId="{7C062E68-64A4-3E1E-D3C9-B4549D1492FC}"/>
          </ac:spMkLst>
        </pc:spChg>
        <pc:spChg chg="add del mod ord">
          <ac:chgData name="Sai Lakkaraju" userId="67789ed4-6cf2-46dd-bb2a-c209225f1b65" providerId="ADAL" clId="{D61A56C4-888E-4B3D-BEC5-895BDA841D87}" dt="2022-05-22T05:48:27.773" v="170"/>
          <ac:spMkLst>
            <pc:docMk/>
            <pc:sldMk cId="1203078066" sldId="354"/>
            <ac:spMk id="8" creationId="{2DC17AC7-109C-FDEE-0F8F-BD3D608B8D2B}"/>
          </ac:spMkLst>
        </pc:spChg>
        <pc:spChg chg="add del mod">
          <ac:chgData name="Sai Lakkaraju" userId="67789ed4-6cf2-46dd-bb2a-c209225f1b65" providerId="ADAL" clId="{D61A56C4-888E-4B3D-BEC5-895BDA841D87}" dt="2022-05-22T05:49:32.689" v="172" actId="22"/>
          <ac:spMkLst>
            <pc:docMk/>
            <pc:sldMk cId="1203078066" sldId="354"/>
            <ac:spMk id="11" creationId="{1C689A77-D769-9D2C-2229-ED37F99E4BEC}"/>
          </ac:spMkLst>
        </pc:spChg>
        <pc:spChg chg="add mod">
          <ac:chgData name="Sai Lakkaraju" userId="67789ed4-6cf2-46dd-bb2a-c209225f1b65" providerId="ADAL" clId="{D61A56C4-888E-4B3D-BEC5-895BDA841D87}" dt="2022-05-22T05:51:17.755" v="189"/>
          <ac:spMkLst>
            <pc:docMk/>
            <pc:sldMk cId="1203078066" sldId="354"/>
            <ac:spMk id="14" creationId="{A12FAC8E-2AC0-3B1F-B4EE-ACCC5E1F3280}"/>
          </ac:spMkLst>
        </pc:spChg>
        <pc:picChg chg="add del mod">
          <ac:chgData name="Sai Lakkaraju" userId="67789ed4-6cf2-46dd-bb2a-c209225f1b65" providerId="ADAL" clId="{D61A56C4-888E-4B3D-BEC5-895BDA841D87}" dt="2022-05-22T05:49:30.190" v="171" actId="478"/>
          <ac:picMkLst>
            <pc:docMk/>
            <pc:sldMk cId="1203078066" sldId="354"/>
            <ac:picMk id="9" creationId="{45EFE628-DE88-F270-8AF8-6B29B24A99F6}"/>
          </ac:picMkLst>
        </pc:picChg>
        <pc:picChg chg="add mod ord">
          <ac:chgData name="Sai Lakkaraju" userId="67789ed4-6cf2-46dd-bb2a-c209225f1b65" providerId="ADAL" clId="{D61A56C4-888E-4B3D-BEC5-895BDA841D87}" dt="2022-05-22T05:49:36.355" v="173" actId="1076"/>
          <ac:picMkLst>
            <pc:docMk/>
            <pc:sldMk cId="1203078066" sldId="354"/>
            <ac:picMk id="13" creationId="{054A6099-2C69-E3F6-C50D-F86737DB4694}"/>
          </ac:picMkLst>
        </pc:picChg>
      </pc:sldChg>
      <pc:sldChg chg="addSp delSp modSp del mod">
        <pc:chgData name="Sai Lakkaraju" userId="67789ed4-6cf2-46dd-bb2a-c209225f1b65" providerId="ADAL" clId="{D61A56C4-888E-4B3D-BEC5-895BDA841D87}" dt="2022-05-22T05:49:40.146" v="174" actId="47"/>
        <pc:sldMkLst>
          <pc:docMk/>
          <pc:sldMk cId="1884844868" sldId="355"/>
        </pc:sldMkLst>
        <pc:spChg chg="add mod">
          <ac:chgData name="Sai Lakkaraju" userId="67789ed4-6cf2-46dd-bb2a-c209225f1b65" providerId="ADAL" clId="{D61A56C4-888E-4B3D-BEC5-895BDA841D87}" dt="2022-05-22T05:48:23.847" v="169" actId="21"/>
          <ac:spMkLst>
            <pc:docMk/>
            <pc:sldMk cId="1884844868" sldId="355"/>
            <ac:spMk id="5" creationId="{5CBE8CFC-66D3-5A52-2EAF-6E9E7361A87D}"/>
          </ac:spMkLst>
        </pc:spChg>
        <pc:picChg chg="del">
          <ac:chgData name="Sai Lakkaraju" userId="67789ed4-6cf2-46dd-bb2a-c209225f1b65" providerId="ADAL" clId="{D61A56C4-888E-4B3D-BEC5-895BDA841D87}" dt="2022-05-22T05:48:23.847" v="169" actId="21"/>
          <ac:picMkLst>
            <pc:docMk/>
            <pc:sldMk cId="1884844868" sldId="355"/>
            <ac:picMk id="6" creationId="{00000000-0000-0000-0000-000000000000}"/>
          </ac:picMkLst>
        </pc:picChg>
      </pc:sldChg>
      <pc:sldChg chg="addSp delSp modSp mod modClrScheme chgLayout">
        <pc:chgData name="Sai Lakkaraju" userId="67789ed4-6cf2-46dd-bb2a-c209225f1b65" providerId="ADAL" clId="{D61A56C4-888E-4B3D-BEC5-895BDA841D87}" dt="2022-05-22T06:28:43.508" v="386" actId="6549"/>
        <pc:sldMkLst>
          <pc:docMk/>
          <pc:sldMk cId="2330090581" sldId="356"/>
        </pc:sldMkLst>
        <pc:spChg chg="add del mod">
          <ac:chgData name="Sai Lakkaraju" userId="67789ed4-6cf2-46dd-bb2a-c209225f1b65" providerId="ADAL" clId="{D61A56C4-888E-4B3D-BEC5-895BDA841D87}" dt="2022-05-22T05:50:03.451" v="175"/>
          <ac:spMkLst>
            <pc:docMk/>
            <pc:sldMk cId="2330090581" sldId="356"/>
            <ac:spMk id="2" creationId="{43CC82A7-BD76-353B-526A-A2E611A9104D}"/>
          </ac:spMkLst>
        </pc:spChg>
        <pc:spChg chg="add del mod">
          <ac:chgData name="Sai Lakkaraju" userId="67789ed4-6cf2-46dd-bb2a-c209225f1b65" providerId="ADAL" clId="{D61A56C4-888E-4B3D-BEC5-895BDA841D87}" dt="2022-05-22T05:50:03.451" v="175"/>
          <ac:spMkLst>
            <pc:docMk/>
            <pc:sldMk cId="2330090581" sldId="356"/>
            <ac:spMk id="4" creationId="{ED5F3784-79C8-37C7-3B42-1E6DD3F6F532}"/>
          </ac:spMkLst>
        </pc:spChg>
        <pc:spChg chg="del mod ord">
          <ac:chgData name="Sai Lakkaraju" userId="67789ed4-6cf2-46dd-bb2a-c209225f1b65" providerId="ADAL" clId="{D61A56C4-888E-4B3D-BEC5-895BDA841D87}" dt="2022-05-22T05:51:03.520" v="187" actId="478"/>
          <ac:spMkLst>
            <pc:docMk/>
            <pc:sldMk cId="2330090581" sldId="356"/>
            <ac:spMk id="5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5:50:03.451" v="175"/>
          <ac:spMkLst>
            <pc:docMk/>
            <pc:sldMk cId="2330090581" sldId="356"/>
            <ac:spMk id="6" creationId="{F806B6E1-A4E5-1F09-ACD3-EBE511DC67FF}"/>
          </ac:spMkLst>
        </pc:spChg>
        <pc:spChg chg="add del mod ord">
          <ac:chgData name="Sai Lakkaraju" userId="67789ed4-6cf2-46dd-bb2a-c209225f1b65" providerId="ADAL" clId="{D61A56C4-888E-4B3D-BEC5-895BDA841D87}" dt="2022-05-22T05:52:00.497" v="193" actId="22"/>
          <ac:spMkLst>
            <pc:docMk/>
            <pc:sldMk cId="2330090581" sldId="356"/>
            <ac:spMk id="7" creationId="{9ACA1E2C-FCA7-A77D-8E2D-0FB96AA3B673}"/>
          </ac:spMkLst>
        </pc:spChg>
        <pc:spChg chg="add mod">
          <ac:chgData name="Sai Lakkaraju" userId="67789ed4-6cf2-46dd-bb2a-c209225f1b65" providerId="ADAL" clId="{D61A56C4-888E-4B3D-BEC5-895BDA841D87}" dt="2022-05-22T05:51:29.185" v="191" actId="1076"/>
          <ac:spMkLst>
            <pc:docMk/>
            <pc:sldMk cId="2330090581" sldId="356"/>
            <ac:spMk id="10" creationId="{A940C100-3FA6-DE1C-2EE3-CA5B3D68D7CB}"/>
          </ac:spMkLst>
        </pc:spChg>
        <pc:spChg chg="add mod">
          <ac:chgData name="Sai Lakkaraju" userId="67789ed4-6cf2-46dd-bb2a-c209225f1b65" providerId="ADAL" clId="{D61A56C4-888E-4B3D-BEC5-895BDA841D87}" dt="2022-05-22T05:52:47.492" v="203" actId="14100"/>
          <ac:spMkLst>
            <pc:docMk/>
            <pc:sldMk cId="2330090581" sldId="356"/>
            <ac:spMk id="13" creationId="{2E23DCEB-4BCA-70C0-CEF4-FFE7537A44A5}"/>
          </ac:spMkLst>
        </pc:spChg>
        <pc:spChg chg="mod ord">
          <ac:chgData name="Sai Lakkaraju" userId="67789ed4-6cf2-46dd-bb2a-c209225f1b65" providerId="ADAL" clId="{D61A56C4-888E-4B3D-BEC5-895BDA841D87}" dt="2022-05-22T06:28:43.508" v="386" actId="6549"/>
          <ac:spMkLst>
            <pc:docMk/>
            <pc:sldMk cId="2330090581" sldId="356"/>
            <ac:spMk id="24578" creationId="{00000000-0000-0000-0000-000000000000}"/>
          </ac:spMkLst>
        </pc:spChg>
        <pc:spChg chg="mod ord">
          <ac:chgData name="Sai Lakkaraju" userId="67789ed4-6cf2-46dd-bb2a-c209225f1b65" providerId="ADAL" clId="{D61A56C4-888E-4B3D-BEC5-895BDA841D87}" dt="2022-05-22T05:52:29.870" v="199" actId="14100"/>
          <ac:spMkLst>
            <pc:docMk/>
            <pc:sldMk cId="2330090581" sldId="356"/>
            <ac:spMk id="24579" creationId="{00000000-0000-0000-0000-000000000000}"/>
          </ac:spMkLst>
        </pc:spChg>
        <pc:picChg chg="del mod">
          <ac:chgData name="Sai Lakkaraju" userId="67789ed4-6cf2-46dd-bb2a-c209225f1b65" providerId="ADAL" clId="{D61A56C4-888E-4B3D-BEC5-895BDA841D87}" dt="2022-05-22T05:51:57.157" v="192" actId="478"/>
          <ac:picMkLst>
            <pc:docMk/>
            <pc:sldMk cId="2330090581" sldId="356"/>
            <ac:picMk id="3" creationId="{00000000-0000-0000-0000-000000000000}"/>
          </ac:picMkLst>
        </pc:picChg>
        <pc:picChg chg="add mod ord">
          <ac:chgData name="Sai Lakkaraju" userId="67789ed4-6cf2-46dd-bb2a-c209225f1b65" providerId="ADAL" clId="{D61A56C4-888E-4B3D-BEC5-895BDA841D87}" dt="2022-05-22T05:52:03.628" v="194" actId="1076"/>
          <ac:picMkLst>
            <pc:docMk/>
            <pc:sldMk cId="2330090581" sldId="356"/>
            <ac:picMk id="9" creationId="{A65F86CE-DCE6-1E02-8B0A-8951CF40BFF0}"/>
          </ac:picMkLst>
        </pc:picChg>
      </pc:sldChg>
      <pc:sldChg chg="addSp delSp modSp del mod">
        <pc:chgData name="Sai Lakkaraju" userId="67789ed4-6cf2-46dd-bb2a-c209225f1b65" providerId="ADAL" clId="{D61A56C4-888E-4B3D-BEC5-895BDA841D87}" dt="2022-05-22T05:52:54.941" v="204" actId="47"/>
        <pc:sldMkLst>
          <pc:docMk/>
          <pc:sldMk cId="1738904928" sldId="357"/>
        </pc:sldMkLst>
        <pc:spChg chg="add del mod">
          <ac:chgData name="Sai Lakkaraju" userId="67789ed4-6cf2-46dd-bb2a-c209225f1b65" providerId="ADAL" clId="{D61A56C4-888E-4B3D-BEC5-895BDA841D87}" dt="2022-05-22T05:52:13.134" v="195"/>
          <ac:spMkLst>
            <pc:docMk/>
            <pc:sldMk cId="1738904928" sldId="357"/>
            <ac:spMk id="2" creationId="{864E3581-1CF3-2CAA-9389-E354C6D0C00C}"/>
          </ac:spMkLst>
        </pc:spChg>
        <pc:spChg chg="add del mod">
          <ac:chgData name="Sai Lakkaraju" userId="67789ed4-6cf2-46dd-bb2a-c209225f1b65" providerId="ADAL" clId="{D61A56C4-888E-4B3D-BEC5-895BDA841D87}" dt="2022-05-22T05:52:13.134" v="195"/>
          <ac:spMkLst>
            <pc:docMk/>
            <pc:sldMk cId="1738904928" sldId="357"/>
            <ac:spMk id="3" creationId="{C9BF3A77-3C9A-6E48-A63B-44EE2C944D4D}"/>
          </ac:spMkLst>
        </pc:spChg>
        <pc:spChg chg="add mod">
          <ac:chgData name="Sai Lakkaraju" userId="67789ed4-6cf2-46dd-bb2a-c209225f1b65" providerId="ADAL" clId="{D61A56C4-888E-4B3D-BEC5-895BDA841D87}" dt="2022-05-22T05:52:22.145" v="198" actId="21"/>
          <ac:spMkLst>
            <pc:docMk/>
            <pc:sldMk cId="1738904928" sldId="357"/>
            <ac:spMk id="5" creationId="{6D351A52-9B5C-4EFF-5B1D-DFB2E463A7F7}"/>
          </ac:spMkLst>
        </pc:spChg>
        <pc:spChg chg="mod">
          <ac:chgData name="Sai Lakkaraju" userId="67789ed4-6cf2-46dd-bb2a-c209225f1b65" providerId="ADAL" clId="{D61A56C4-888E-4B3D-BEC5-895BDA841D87}" dt="2022-05-22T05:52:13.134" v="195"/>
          <ac:spMkLst>
            <pc:docMk/>
            <pc:sldMk cId="1738904928" sldId="357"/>
            <ac:spMk id="24578" creationId="{00000000-0000-0000-0000-000000000000}"/>
          </ac:spMkLst>
        </pc:spChg>
        <pc:spChg chg="del mod">
          <ac:chgData name="Sai Lakkaraju" userId="67789ed4-6cf2-46dd-bb2a-c209225f1b65" providerId="ADAL" clId="{D61A56C4-888E-4B3D-BEC5-895BDA841D87}" dt="2022-05-22T05:52:22.145" v="198" actId="21"/>
          <ac:spMkLst>
            <pc:docMk/>
            <pc:sldMk cId="1738904928" sldId="357"/>
            <ac:spMk id="24579" creationId="{00000000-0000-0000-0000-000000000000}"/>
          </ac:spMkLst>
        </pc:spChg>
      </pc:sldChg>
      <pc:sldChg chg="addSp delSp modSp">
        <pc:chgData name="Sai Lakkaraju" userId="67789ed4-6cf2-46dd-bb2a-c209225f1b65" providerId="ADAL" clId="{D61A56C4-888E-4B3D-BEC5-895BDA841D87}" dt="2022-05-22T05:52:59.797" v="205"/>
        <pc:sldMkLst>
          <pc:docMk/>
          <pc:sldMk cId="1463582339" sldId="358"/>
        </pc:sldMkLst>
        <pc:spChg chg="add del mod">
          <ac:chgData name="Sai Lakkaraju" userId="67789ed4-6cf2-46dd-bb2a-c209225f1b65" providerId="ADAL" clId="{D61A56C4-888E-4B3D-BEC5-895BDA841D87}" dt="2022-05-22T05:52:59.797" v="205"/>
          <ac:spMkLst>
            <pc:docMk/>
            <pc:sldMk cId="1463582339" sldId="358"/>
            <ac:spMk id="2" creationId="{4EEFA20F-81FB-F4B2-DEC7-0FF591B107C8}"/>
          </ac:spMkLst>
        </pc:spChg>
        <pc:spChg chg="add del mod">
          <ac:chgData name="Sai Lakkaraju" userId="67789ed4-6cf2-46dd-bb2a-c209225f1b65" providerId="ADAL" clId="{D61A56C4-888E-4B3D-BEC5-895BDA841D87}" dt="2022-05-22T05:52:59.797" v="205"/>
          <ac:spMkLst>
            <pc:docMk/>
            <pc:sldMk cId="1463582339" sldId="358"/>
            <ac:spMk id="3" creationId="{3F3B317F-8106-C4CF-2F1A-BDC1A84DF034}"/>
          </ac:spMkLst>
        </pc:spChg>
        <pc:spChg chg="mod">
          <ac:chgData name="Sai Lakkaraju" userId="67789ed4-6cf2-46dd-bb2a-c209225f1b65" providerId="ADAL" clId="{D61A56C4-888E-4B3D-BEC5-895BDA841D87}" dt="2022-05-22T05:52:59.797" v="205"/>
          <ac:spMkLst>
            <pc:docMk/>
            <pc:sldMk cId="1463582339" sldId="358"/>
            <ac:spMk id="31746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5:52:59.797" v="205"/>
          <ac:spMkLst>
            <pc:docMk/>
            <pc:sldMk cId="1463582339" sldId="358"/>
            <ac:spMk id="31747" creationId="{00000000-0000-0000-0000-000000000000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5:54:07.103" v="215" actId="14100"/>
        <pc:sldMkLst>
          <pc:docMk/>
          <pc:sldMk cId="3611230457" sldId="359"/>
        </pc:sldMkLst>
        <pc:spChg chg="add del mod">
          <ac:chgData name="Sai Lakkaraju" userId="67789ed4-6cf2-46dd-bb2a-c209225f1b65" providerId="ADAL" clId="{D61A56C4-888E-4B3D-BEC5-895BDA841D87}" dt="2022-05-22T05:53:21.543" v="206"/>
          <ac:spMkLst>
            <pc:docMk/>
            <pc:sldMk cId="3611230457" sldId="359"/>
            <ac:spMk id="2" creationId="{91150556-E24E-7638-665A-3BA001AA7531}"/>
          </ac:spMkLst>
        </pc:spChg>
        <pc:spChg chg="add del mod">
          <ac:chgData name="Sai Lakkaraju" userId="67789ed4-6cf2-46dd-bb2a-c209225f1b65" providerId="ADAL" clId="{D61A56C4-888E-4B3D-BEC5-895BDA841D87}" dt="2022-05-22T05:53:21.543" v="206"/>
          <ac:spMkLst>
            <pc:docMk/>
            <pc:sldMk cId="3611230457" sldId="359"/>
            <ac:spMk id="3" creationId="{2D12010B-CD24-4251-4231-8E3805912AE8}"/>
          </ac:spMkLst>
        </pc:spChg>
        <pc:spChg chg="mod">
          <ac:chgData name="Sai Lakkaraju" userId="67789ed4-6cf2-46dd-bb2a-c209225f1b65" providerId="ADAL" clId="{D61A56C4-888E-4B3D-BEC5-895BDA841D87}" dt="2022-05-22T05:53:26.026" v="207" actId="6549"/>
          <ac:spMkLst>
            <pc:docMk/>
            <pc:sldMk cId="3611230457" sldId="359"/>
            <ac:spMk id="32770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5:54:07.103" v="215" actId="14100"/>
          <ac:spMkLst>
            <pc:docMk/>
            <pc:sldMk cId="3611230457" sldId="359"/>
            <ac:spMk id="32771" creationId="{00000000-0000-0000-0000-000000000000}"/>
          </ac:spMkLst>
        </pc:spChg>
      </pc:sldChg>
      <pc:sldChg chg="addSp delSp modSp del mod">
        <pc:chgData name="Sai Lakkaraju" userId="67789ed4-6cf2-46dd-bb2a-c209225f1b65" providerId="ADAL" clId="{D61A56C4-888E-4B3D-BEC5-895BDA841D87}" dt="2022-05-22T05:53:48.084" v="214" actId="47"/>
        <pc:sldMkLst>
          <pc:docMk/>
          <pc:sldMk cId="94933599" sldId="361"/>
        </pc:sldMkLst>
        <pc:spChg chg="add del mod">
          <ac:chgData name="Sai Lakkaraju" userId="67789ed4-6cf2-46dd-bb2a-c209225f1b65" providerId="ADAL" clId="{D61A56C4-888E-4B3D-BEC5-895BDA841D87}" dt="2022-05-22T05:53:30.041" v="208"/>
          <ac:spMkLst>
            <pc:docMk/>
            <pc:sldMk cId="94933599" sldId="361"/>
            <ac:spMk id="2" creationId="{A5172939-F7BF-E82E-8493-09660E16E730}"/>
          </ac:spMkLst>
        </pc:spChg>
        <pc:spChg chg="add del mod">
          <ac:chgData name="Sai Lakkaraju" userId="67789ed4-6cf2-46dd-bb2a-c209225f1b65" providerId="ADAL" clId="{D61A56C4-888E-4B3D-BEC5-895BDA841D87}" dt="2022-05-22T05:53:30.041" v="208"/>
          <ac:spMkLst>
            <pc:docMk/>
            <pc:sldMk cId="94933599" sldId="361"/>
            <ac:spMk id="3" creationId="{E563E7F0-8D2C-2355-64DB-2F4635673048}"/>
          </ac:spMkLst>
        </pc:spChg>
        <pc:spChg chg="mod">
          <ac:chgData name="Sai Lakkaraju" userId="67789ed4-6cf2-46dd-bb2a-c209225f1b65" providerId="ADAL" clId="{D61A56C4-888E-4B3D-BEC5-895BDA841D87}" dt="2022-05-22T05:53:30.041" v="208"/>
          <ac:spMkLst>
            <pc:docMk/>
            <pc:sldMk cId="94933599" sldId="361"/>
            <ac:spMk id="34818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5:53:34.663" v="209" actId="21"/>
          <ac:spMkLst>
            <pc:docMk/>
            <pc:sldMk cId="94933599" sldId="361"/>
            <ac:spMk id="34819" creationId="{00000000-0000-0000-0000-000000000000}"/>
          </ac:spMkLst>
        </pc:spChg>
      </pc:sldChg>
      <pc:sldChg chg="addSp delSp modSp mod modClrScheme chgLayout modNotesTx">
        <pc:chgData name="Sai Lakkaraju" userId="67789ed4-6cf2-46dd-bb2a-c209225f1b65" providerId="ADAL" clId="{D61A56C4-888E-4B3D-BEC5-895BDA841D87}" dt="2022-05-22T06:03:38.651" v="309" actId="20577"/>
        <pc:sldMkLst>
          <pc:docMk/>
          <pc:sldMk cId="2204866091" sldId="362"/>
        </pc:sldMkLst>
        <pc:spChg chg="add del mod">
          <ac:chgData name="Sai Lakkaraju" userId="67789ed4-6cf2-46dd-bb2a-c209225f1b65" providerId="ADAL" clId="{D61A56C4-888E-4B3D-BEC5-895BDA841D87}" dt="2022-05-22T06:02:40.609" v="219" actId="700"/>
          <ac:spMkLst>
            <pc:docMk/>
            <pc:sldMk cId="2204866091" sldId="362"/>
            <ac:spMk id="5" creationId="{6262BE73-5114-6341-5513-18B91E676DD0}"/>
          </ac:spMkLst>
        </pc:spChg>
        <pc:spChg chg="del">
          <ac:chgData name="Sai Lakkaraju" userId="67789ed4-6cf2-46dd-bb2a-c209225f1b65" providerId="ADAL" clId="{D61A56C4-888E-4B3D-BEC5-895BDA841D87}" dt="2022-05-22T06:02:34.593" v="218" actId="478"/>
          <ac:spMkLst>
            <pc:docMk/>
            <pc:sldMk cId="2204866091" sldId="362"/>
            <ac:spMk id="34818" creationId="{00000000-0000-0000-0000-000000000000}"/>
          </ac:spMkLst>
        </pc:spChg>
        <pc:picChg chg="add mod">
          <ac:chgData name="Sai Lakkaraju" userId="67789ed4-6cf2-46dd-bb2a-c209225f1b65" providerId="ADAL" clId="{D61A56C4-888E-4B3D-BEC5-895BDA841D87}" dt="2022-05-22T06:02:50.555" v="222" actId="14100"/>
          <ac:picMkLst>
            <pc:docMk/>
            <pc:sldMk cId="2204866091" sldId="362"/>
            <ac:picMk id="3" creationId="{9F76FA54-4B66-4930-E971-7D4D37AA029B}"/>
          </ac:picMkLst>
        </pc:picChg>
        <pc:picChg chg="del">
          <ac:chgData name="Sai Lakkaraju" userId="67789ed4-6cf2-46dd-bb2a-c209225f1b65" providerId="ADAL" clId="{D61A56C4-888E-4B3D-BEC5-895BDA841D87}" dt="2022-05-22T06:02:23.576" v="216" actId="478"/>
          <ac:picMkLst>
            <pc:docMk/>
            <pc:sldMk cId="2204866091" sldId="362"/>
            <ac:picMk id="8" creationId="{00000000-0000-0000-0000-000000000000}"/>
          </ac:picMkLst>
        </pc:picChg>
      </pc:sldChg>
      <pc:sldChg chg="addSp delSp modSp">
        <pc:chgData name="Sai Lakkaraju" userId="67789ed4-6cf2-46dd-bb2a-c209225f1b65" providerId="ADAL" clId="{D61A56C4-888E-4B3D-BEC5-895BDA841D87}" dt="2022-05-22T06:03:48.453" v="310"/>
        <pc:sldMkLst>
          <pc:docMk/>
          <pc:sldMk cId="132604658" sldId="363"/>
        </pc:sldMkLst>
        <pc:spChg chg="add del mod">
          <ac:chgData name="Sai Lakkaraju" userId="67789ed4-6cf2-46dd-bb2a-c209225f1b65" providerId="ADAL" clId="{D61A56C4-888E-4B3D-BEC5-895BDA841D87}" dt="2022-05-22T06:03:48.453" v="310"/>
          <ac:spMkLst>
            <pc:docMk/>
            <pc:sldMk cId="132604658" sldId="363"/>
            <ac:spMk id="2" creationId="{DA70D7B0-BA69-28BD-66D1-CF9F0F2213A8}"/>
          </ac:spMkLst>
        </pc:spChg>
        <pc:spChg chg="add del mod">
          <ac:chgData name="Sai Lakkaraju" userId="67789ed4-6cf2-46dd-bb2a-c209225f1b65" providerId="ADAL" clId="{D61A56C4-888E-4B3D-BEC5-895BDA841D87}" dt="2022-05-22T06:03:48.453" v="310"/>
          <ac:spMkLst>
            <pc:docMk/>
            <pc:sldMk cId="132604658" sldId="363"/>
            <ac:spMk id="3" creationId="{D793241F-2F61-6882-1C64-9447FBCD1A8F}"/>
          </ac:spMkLst>
        </pc:spChg>
        <pc:spChg chg="mod">
          <ac:chgData name="Sai Lakkaraju" userId="67789ed4-6cf2-46dd-bb2a-c209225f1b65" providerId="ADAL" clId="{D61A56C4-888E-4B3D-BEC5-895BDA841D87}" dt="2022-05-22T06:03:48.453" v="310"/>
          <ac:spMkLst>
            <pc:docMk/>
            <pc:sldMk cId="132604658" sldId="363"/>
            <ac:spMk id="40962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3:48.453" v="310"/>
          <ac:spMkLst>
            <pc:docMk/>
            <pc:sldMk cId="132604658" sldId="363"/>
            <ac:spMk id="40963" creationId="{00000000-0000-0000-0000-000000000000}"/>
          </ac:spMkLst>
        </pc:spChg>
      </pc:sldChg>
      <pc:sldChg chg="addSp delSp modSp">
        <pc:chgData name="Sai Lakkaraju" userId="67789ed4-6cf2-46dd-bb2a-c209225f1b65" providerId="ADAL" clId="{D61A56C4-888E-4B3D-BEC5-895BDA841D87}" dt="2022-05-22T06:03:56.531" v="311"/>
        <pc:sldMkLst>
          <pc:docMk/>
          <pc:sldMk cId="2587269918" sldId="364"/>
        </pc:sldMkLst>
        <pc:spChg chg="add del mod">
          <ac:chgData name="Sai Lakkaraju" userId="67789ed4-6cf2-46dd-bb2a-c209225f1b65" providerId="ADAL" clId="{D61A56C4-888E-4B3D-BEC5-895BDA841D87}" dt="2022-05-22T06:03:56.531" v="311"/>
          <ac:spMkLst>
            <pc:docMk/>
            <pc:sldMk cId="2587269918" sldId="364"/>
            <ac:spMk id="2" creationId="{FFD58F10-6221-4BFF-0E8E-05E018BEA2DC}"/>
          </ac:spMkLst>
        </pc:spChg>
        <pc:spChg chg="add del mod">
          <ac:chgData name="Sai Lakkaraju" userId="67789ed4-6cf2-46dd-bb2a-c209225f1b65" providerId="ADAL" clId="{D61A56C4-888E-4B3D-BEC5-895BDA841D87}" dt="2022-05-22T06:03:56.531" v="311"/>
          <ac:spMkLst>
            <pc:docMk/>
            <pc:sldMk cId="2587269918" sldId="364"/>
            <ac:spMk id="3" creationId="{F6382854-10DE-9386-C4E0-A2239F11E943}"/>
          </ac:spMkLst>
        </pc:spChg>
        <pc:spChg chg="mod">
          <ac:chgData name="Sai Lakkaraju" userId="67789ed4-6cf2-46dd-bb2a-c209225f1b65" providerId="ADAL" clId="{D61A56C4-888E-4B3D-BEC5-895BDA841D87}" dt="2022-05-22T06:03:56.531" v="311"/>
          <ac:spMkLst>
            <pc:docMk/>
            <pc:sldMk cId="2587269918" sldId="364"/>
            <ac:spMk id="41986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3:56.531" v="311"/>
          <ac:spMkLst>
            <pc:docMk/>
            <pc:sldMk cId="2587269918" sldId="364"/>
            <ac:spMk id="41987" creationId="{00000000-0000-0000-0000-000000000000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6:04:15.048" v="313" actId="478"/>
        <pc:sldMkLst>
          <pc:docMk/>
          <pc:sldMk cId="3780567131" sldId="365"/>
        </pc:sldMkLst>
        <pc:spChg chg="mod">
          <ac:chgData name="Sai Lakkaraju" userId="67789ed4-6cf2-46dd-bb2a-c209225f1b65" providerId="ADAL" clId="{D61A56C4-888E-4B3D-BEC5-895BDA841D87}" dt="2022-05-22T06:04:07.421" v="312"/>
          <ac:spMkLst>
            <pc:docMk/>
            <pc:sldMk cId="3780567131" sldId="365"/>
            <ac:spMk id="2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4:07.421" v="312"/>
          <ac:spMkLst>
            <pc:docMk/>
            <pc:sldMk cId="3780567131" sldId="365"/>
            <ac:spMk id="3" creationId="{00000000-0000-0000-0000-000000000000}"/>
          </ac:spMkLst>
        </pc:spChg>
        <pc:spChg chg="del mod">
          <ac:chgData name="Sai Lakkaraju" userId="67789ed4-6cf2-46dd-bb2a-c209225f1b65" providerId="ADAL" clId="{D61A56C4-888E-4B3D-BEC5-895BDA841D87}" dt="2022-05-22T06:04:15.048" v="313" actId="478"/>
          <ac:spMkLst>
            <pc:docMk/>
            <pc:sldMk cId="3780567131" sldId="365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6:04:07.421" v="312"/>
          <ac:spMkLst>
            <pc:docMk/>
            <pc:sldMk cId="3780567131" sldId="365"/>
            <ac:spMk id="5" creationId="{CA207E91-6B9E-B7E9-6FBD-214FD2ECBD71}"/>
          </ac:spMkLst>
        </pc:spChg>
        <pc:spChg chg="add del mod">
          <ac:chgData name="Sai Lakkaraju" userId="67789ed4-6cf2-46dd-bb2a-c209225f1b65" providerId="ADAL" clId="{D61A56C4-888E-4B3D-BEC5-895BDA841D87}" dt="2022-05-22T06:04:07.421" v="312"/>
          <ac:spMkLst>
            <pc:docMk/>
            <pc:sldMk cId="3780567131" sldId="365"/>
            <ac:spMk id="6" creationId="{E17C0168-410B-B677-CA84-10A7C988E807}"/>
          </ac:spMkLst>
        </pc:spChg>
        <pc:spChg chg="add del mod">
          <ac:chgData name="Sai Lakkaraju" userId="67789ed4-6cf2-46dd-bb2a-c209225f1b65" providerId="ADAL" clId="{D61A56C4-888E-4B3D-BEC5-895BDA841D87}" dt="2022-05-22T06:04:07.421" v="312"/>
          <ac:spMkLst>
            <pc:docMk/>
            <pc:sldMk cId="3780567131" sldId="365"/>
            <ac:spMk id="7" creationId="{9E13A886-3066-6330-D45D-7368C7EAA152}"/>
          </ac:spMkLst>
        </pc:spChg>
      </pc:sldChg>
      <pc:sldChg chg="addSp delSp modSp">
        <pc:chgData name="Sai Lakkaraju" userId="67789ed4-6cf2-46dd-bb2a-c209225f1b65" providerId="ADAL" clId="{D61A56C4-888E-4B3D-BEC5-895BDA841D87}" dt="2022-05-22T06:04:18.816" v="314"/>
        <pc:sldMkLst>
          <pc:docMk/>
          <pc:sldMk cId="3074325267" sldId="368"/>
        </pc:sldMkLst>
        <pc:spChg chg="add del mod">
          <ac:chgData name="Sai Lakkaraju" userId="67789ed4-6cf2-46dd-bb2a-c209225f1b65" providerId="ADAL" clId="{D61A56C4-888E-4B3D-BEC5-895BDA841D87}" dt="2022-05-22T06:04:18.816" v="314"/>
          <ac:spMkLst>
            <pc:docMk/>
            <pc:sldMk cId="3074325267" sldId="368"/>
            <ac:spMk id="2" creationId="{7B27A3F1-E811-928F-8DF0-641AA29390B1}"/>
          </ac:spMkLst>
        </pc:spChg>
        <pc:spChg chg="add del mod">
          <ac:chgData name="Sai Lakkaraju" userId="67789ed4-6cf2-46dd-bb2a-c209225f1b65" providerId="ADAL" clId="{D61A56C4-888E-4B3D-BEC5-895BDA841D87}" dt="2022-05-22T06:04:18.816" v="314"/>
          <ac:spMkLst>
            <pc:docMk/>
            <pc:sldMk cId="3074325267" sldId="368"/>
            <ac:spMk id="3" creationId="{A5F22F6F-4031-9E14-56F3-F8F710493F96}"/>
          </ac:spMkLst>
        </pc:spChg>
        <pc:spChg chg="mod">
          <ac:chgData name="Sai Lakkaraju" userId="67789ed4-6cf2-46dd-bb2a-c209225f1b65" providerId="ADAL" clId="{D61A56C4-888E-4B3D-BEC5-895BDA841D87}" dt="2022-05-22T06:04:18.816" v="314"/>
          <ac:spMkLst>
            <pc:docMk/>
            <pc:sldMk cId="3074325267" sldId="368"/>
            <ac:spMk id="43010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4:18.816" v="314"/>
          <ac:spMkLst>
            <pc:docMk/>
            <pc:sldMk cId="3074325267" sldId="368"/>
            <ac:spMk id="43011" creationId="{00000000-0000-0000-0000-000000000000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6:04:31.440" v="315"/>
        <pc:sldMkLst>
          <pc:docMk/>
          <pc:sldMk cId="3873717589" sldId="369"/>
        </pc:sldMkLst>
        <pc:spChg chg="add del mod">
          <ac:chgData name="Sai Lakkaraju" userId="67789ed4-6cf2-46dd-bb2a-c209225f1b65" providerId="ADAL" clId="{D61A56C4-888E-4B3D-BEC5-895BDA841D87}" dt="2022-05-22T06:04:31.440" v="315"/>
          <ac:spMkLst>
            <pc:docMk/>
            <pc:sldMk cId="3873717589" sldId="369"/>
            <ac:spMk id="2" creationId="{6B709D3E-8FCE-97B7-859B-B6F929A07C32}"/>
          </ac:spMkLst>
        </pc:spChg>
        <pc:spChg chg="add del mod">
          <ac:chgData name="Sai Lakkaraju" userId="67789ed4-6cf2-46dd-bb2a-c209225f1b65" providerId="ADAL" clId="{D61A56C4-888E-4B3D-BEC5-895BDA841D87}" dt="2022-05-22T06:04:31.440" v="315"/>
          <ac:spMkLst>
            <pc:docMk/>
            <pc:sldMk cId="3873717589" sldId="369"/>
            <ac:spMk id="3" creationId="{DF583671-3A93-9583-4998-A3982009F358}"/>
          </ac:spMkLst>
        </pc:spChg>
        <pc:spChg chg="mod">
          <ac:chgData name="Sai Lakkaraju" userId="67789ed4-6cf2-46dd-bb2a-c209225f1b65" providerId="ADAL" clId="{D61A56C4-888E-4B3D-BEC5-895BDA841D87}" dt="2022-05-22T06:04:31.440" v="315"/>
          <ac:spMkLst>
            <pc:docMk/>
            <pc:sldMk cId="3873717589" sldId="369"/>
            <ac:spMk id="43010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4:31.440" v="315"/>
          <ac:spMkLst>
            <pc:docMk/>
            <pc:sldMk cId="3873717589" sldId="369"/>
            <ac:spMk id="43011" creationId="{00000000-0000-0000-0000-000000000000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6:06:10.441" v="342" actId="14100"/>
        <pc:sldMkLst>
          <pc:docMk/>
          <pc:sldMk cId="1885589524" sldId="379"/>
        </pc:sldMkLst>
        <pc:spChg chg="add del mod">
          <ac:chgData name="Sai Lakkaraju" userId="67789ed4-6cf2-46dd-bb2a-c209225f1b65" providerId="ADAL" clId="{D61A56C4-888E-4B3D-BEC5-895BDA841D87}" dt="2022-05-22T06:04:37.518" v="316"/>
          <ac:spMkLst>
            <pc:docMk/>
            <pc:sldMk cId="1885589524" sldId="379"/>
            <ac:spMk id="2" creationId="{02DB958F-0ABD-8522-A91D-13F2A64F2C24}"/>
          </ac:spMkLst>
        </pc:spChg>
        <pc:spChg chg="add del mod">
          <ac:chgData name="Sai Lakkaraju" userId="67789ed4-6cf2-46dd-bb2a-c209225f1b65" providerId="ADAL" clId="{D61A56C4-888E-4B3D-BEC5-895BDA841D87}" dt="2022-05-22T06:04:37.518" v="316"/>
          <ac:spMkLst>
            <pc:docMk/>
            <pc:sldMk cId="1885589524" sldId="379"/>
            <ac:spMk id="3" creationId="{A647A230-BF92-2288-4D49-6AD0E46AA43F}"/>
          </ac:spMkLst>
        </pc:spChg>
        <pc:spChg chg="mod">
          <ac:chgData name="Sai Lakkaraju" userId="67789ed4-6cf2-46dd-bb2a-c209225f1b65" providerId="ADAL" clId="{D61A56C4-888E-4B3D-BEC5-895BDA841D87}" dt="2022-05-22T06:05:44.927" v="335"/>
          <ac:spMkLst>
            <pc:docMk/>
            <pc:sldMk cId="1885589524" sldId="379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6:04:37.518" v="316"/>
          <ac:spMkLst>
            <pc:docMk/>
            <pc:sldMk cId="1885589524" sldId="379"/>
            <ac:spMk id="5" creationId="{0C67002D-8E33-8493-5052-EDDF6DE2DBA0}"/>
          </ac:spMkLst>
        </pc:spChg>
        <pc:spChg chg="add del mod">
          <ac:chgData name="Sai Lakkaraju" userId="67789ed4-6cf2-46dd-bb2a-c209225f1b65" providerId="ADAL" clId="{D61A56C4-888E-4B3D-BEC5-895BDA841D87}" dt="2022-05-22T06:05:44.927" v="335"/>
          <ac:spMkLst>
            <pc:docMk/>
            <pc:sldMk cId="1885589524" sldId="379"/>
            <ac:spMk id="6" creationId="{28EA8B55-A71A-5DF3-8CAA-AD74301FACB6}"/>
          </ac:spMkLst>
        </pc:spChg>
        <pc:spChg chg="add del mod">
          <ac:chgData name="Sai Lakkaraju" userId="67789ed4-6cf2-46dd-bb2a-c209225f1b65" providerId="ADAL" clId="{D61A56C4-888E-4B3D-BEC5-895BDA841D87}" dt="2022-05-22T06:05:44.927" v="335"/>
          <ac:spMkLst>
            <pc:docMk/>
            <pc:sldMk cId="1885589524" sldId="379"/>
            <ac:spMk id="7" creationId="{F05AD4CE-DBF0-5E22-A8E1-DAEA1D3913DA}"/>
          </ac:spMkLst>
        </pc:spChg>
        <pc:spChg chg="add del mod">
          <ac:chgData name="Sai Lakkaraju" userId="67789ed4-6cf2-46dd-bb2a-c209225f1b65" providerId="ADAL" clId="{D61A56C4-888E-4B3D-BEC5-895BDA841D87}" dt="2022-05-22T06:05:44.927" v="335"/>
          <ac:spMkLst>
            <pc:docMk/>
            <pc:sldMk cId="1885589524" sldId="379"/>
            <ac:spMk id="8" creationId="{B6CB6F5B-18BE-B7B9-AEA5-6AD4A1547966}"/>
          </ac:spMkLst>
        </pc:spChg>
        <pc:spChg chg="mod">
          <ac:chgData name="Sai Lakkaraju" userId="67789ed4-6cf2-46dd-bb2a-c209225f1b65" providerId="ADAL" clId="{D61A56C4-888E-4B3D-BEC5-895BDA841D87}" dt="2022-05-22T06:05:44.927" v="335"/>
          <ac:spMkLst>
            <pc:docMk/>
            <pc:sldMk cId="1885589524" sldId="379"/>
            <ac:spMk id="21506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6:10.441" v="342" actId="14100"/>
          <ac:spMkLst>
            <pc:docMk/>
            <pc:sldMk cId="1885589524" sldId="379"/>
            <ac:spMk id="21507" creationId="{00000000-0000-0000-0000-000000000000}"/>
          </ac:spMkLst>
        </pc:spChg>
      </pc:sldChg>
      <pc:sldChg chg="modSp del mod">
        <pc:chgData name="Sai Lakkaraju" userId="67789ed4-6cf2-46dd-bb2a-c209225f1b65" providerId="ADAL" clId="{D61A56C4-888E-4B3D-BEC5-895BDA841D87}" dt="2022-05-22T06:05:15.467" v="327" actId="47"/>
        <pc:sldMkLst>
          <pc:docMk/>
          <pc:sldMk cId="1932763831" sldId="380"/>
        </pc:sldMkLst>
        <pc:spChg chg="mod">
          <ac:chgData name="Sai Lakkaraju" userId="67789ed4-6cf2-46dd-bb2a-c209225f1b65" providerId="ADAL" clId="{D61A56C4-888E-4B3D-BEC5-895BDA841D87}" dt="2022-05-22T06:05:00.323" v="321" actId="21"/>
          <ac:spMkLst>
            <pc:docMk/>
            <pc:sldMk cId="1932763831" sldId="380"/>
            <ac:spMk id="21506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4:47.677" v="317" actId="21"/>
          <ac:spMkLst>
            <pc:docMk/>
            <pc:sldMk cId="1932763831" sldId="380"/>
            <ac:spMk id="21507" creationId="{00000000-0000-0000-0000-000000000000}"/>
          </ac:spMkLst>
        </pc:spChg>
      </pc:sldChg>
      <pc:sldChg chg="modSp del mod">
        <pc:chgData name="Sai Lakkaraju" userId="67789ed4-6cf2-46dd-bb2a-c209225f1b65" providerId="ADAL" clId="{D61A56C4-888E-4B3D-BEC5-895BDA841D87}" dt="2022-05-22T06:05:58.736" v="341" actId="47"/>
        <pc:sldMkLst>
          <pc:docMk/>
          <pc:sldMk cId="958952761" sldId="381"/>
        </pc:sldMkLst>
        <pc:spChg chg="mod">
          <ac:chgData name="Sai Lakkaraju" userId="67789ed4-6cf2-46dd-bb2a-c209225f1b65" providerId="ADAL" clId="{D61A56C4-888E-4B3D-BEC5-895BDA841D87}" dt="2022-05-22T06:05:28.237" v="328" actId="21"/>
          <ac:spMkLst>
            <pc:docMk/>
            <pc:sldMk cId="958952761" sldId="381"/>
            <ac:spMk id="21507" creationId="{00000000-0000-0000-0000-000000000000}"/>
          </ac:spMkLst>
        </pc:spChg>
      </pc:sldChg>
      <pc:sldChg chg="addSp delSp modSp">
        <pc:chgData name="Sai Lakkaraju" userId="67789ed4-6cf2-46dd-bb2a-c209225f1b65" providerId="ADAL" clId="{D61A56C4-888E-4B3D-BEC5-895BDA841D87}" dt="2022-05-22T06:06:22.611" v="344"/>
        <pc:sldMkLst>
          <pc:docMk/>
          <pc:sldMk cId="1534334677" sldId="382"/>
        </pc:sldMkLst>
        <pc:spChg chg="mod">
          <ac:chgData name="Sai Lakkaraju" userId="67789ed4-6cf2-46dd-bb2a-c209225f1b65" providerId="ADAL" clId="{D61A56C4-888E-4B3D-BEC5-895BDA841D87}" dt="2022-05-22T06:06:22.611" v="344"/>
          <ac:spMkLst>
            <pc:docMk/>
            <pc:sldMk cId="1534334677" sldId="382"/>
            <ac:spMk id="2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6:22.611" v="344"/>
          <ac:spMkLst>
            <pc:docMk/>
            <pc:sldMk cId="1534334677" sldId="382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6:06:19.626" v="343"/>
          <ac:spMkLst>
            <pc:docMk/>
            <pc:sldMk cId="1534334677" sldId="382"/>
            <ac:spMk id="4" creationId="{F43F625F-704B-44B5-A791-DC5DEE9BD1EB}"/>
          </ac:spMkLst>
        </pc:spChg>
        <pc:spChg chg="add del mod">
          <ac:chgData name="Sai Lakkaraju" userId="67789ed4-6cf2-46dd-bb2a-c209225f1b65" providerId="ADAL" clId="{D61A56C4-888E-4B3D-BEC5-895BDA841D87}" dt="2022-05-22T06:06:19.626" v="343"/>
          <ac:spMkLst>
            <pc:docMk/>
            <pc:sldMk cId="1534334677" sldId="382"/>
            <ac:spMk id="5" creationId="{4FA8AC5E-F051-E174-336F-E3F39105B957}"/>
          </ac:spMkLst>
        </pc:spChg>
        <pc:spChg chg="add del mod">
          <ac:chgData name="Sai Lakkaraju" userId="67789ed4-6cf2-46dd-bb2a-c209225f1b65" providerId="ADAL" clId="{D61A56C4-888E-4B3D-BEC5-895BDA841D87}" dt="2022-05-22T06:06:22.611" v="344"/>
          <ac:spMkLst>
            <pc:docMk/>
            <pc:sldMk cId="1534334677" sldId="382"/>
            <ac:spMk id="6" creationId="{0A2289B6-F5D8-6F2E-171F-AB091214DBC1}"/>
          </ac:spMkLst>
        </pc:spChg>
        <pc:spChg chg="add del mod">
          <ac:chgData name="Sai Lakkaraju" userId="67789ed4-6cf2-46dd-bb2a-c209225f1b65" providerId="ADAL" clId="{D61A56C4-888E-4B3D-BEC5-895BDA841D87}" dt="2022-05-22T06:06:22.611" v="344"/>
          <ac:spMkLst>
            <pc:docMk/>
            <pc:sldMk cId="1534334677" sldId="382"/>
            <ac:spMk id="7" creationId="{B6AEF046-AE09-843C-43FC-436A51E6CC1A}"/>
          </ac:spMkLst>
        </pc:spChg>
      </pc:sldChg>
      <pc:sldChg chg="addSp delSp modSp mod modNotesTx">
        <pc:chgData name="Sai Lakkaraju" userId="67789ed4-6cf2-46dd-bb2a-c209225f1b65" providerId="ADAL" clId="{D61A56C4-888E-4B3D-BEC5-895BDA841D87}" dt="2022-05-22T06:07:21.881" v="351"/>
        <pc:sldMkLst>
          <pc:docMk/>
          <pc:sldMk cId="3677568081" sldId="384"/>
        </pc:sldMkLst>
        <pc:spChg chg="mod">
          <ac:chgData name="Sai Lakkaraju" userId="67789ed4-6cf2-46dd-bb2a-c209225f1b65" providerId="ADAL" clId="{D61A56C4-888E-4B3D-BEC5-895BDA841D87}" dt="2022-05-22T06:06:35.986" v="345"/>
          <ac:spMkLst>
            <pc:docMk/>
            <pc:sldMk cId="3677568081" sldId="384"/>
            <ac:spMk id="2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6:35.986" v="345"/>
          <ac:spMkLst>
            <pc:docMk/>
            <pc:sldMk cId="3677568081" sldId="384"/>
            <ac:spMk id="3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6:06:35.986" v="345"/>
          <ac:spMkLst>
            <pc:docMk/>
            <pc:sldMk cId="3677568081" sldId="384"/>
            <ac:spMk id="4" creationId="{76B3006D-DDCE-54BF-952E-CE6410BA4D5D}"/>
          </ac:spMkLst>
        </pc:spChg>
        <pc:spChg chg="add del mod">
          <ac:chgData name="Sai Lakkaraju" userId="67789ed4-6cf2-46dd-bb2a-c209225f1b65" providerId="ADAL" clId="{D61A56C4-888E-4B3D-BEC5-895BDA841D87}" dt="2022-05-22T06:06:35.986" v="345"/>
          <ac:spMkLst>
            <pc:docMk/>
            <pc:sldMk cId="3677568081" sldId="384"/>
            <ac:spMk id="5" creationId="{F2357897-C954-DDA0-E685-05DA3ED95252}"/>
          </ac:spMkLst>
        </pc:spChg>
      </pc:sldChg>
      <pc:sldChg chg="addSp delSp modSp mod">
        <pc:chgData name="Sai Lakkaraju" userId="67789ed4-6cf2-46dd-bb2a-c209225f1b65" providerId="ADAL" clId="{D61A56C4-888E-4B3D-BEC5-895BDA841D87}" dt="2022-05-22T06:06:50.682" v="347" actId="478"/>
        <pc:sldMkLst>
          <pc:docMk/>
          <pc:sldMk cId="970299690" sldId="386"/>
        </pc:sldMkLst>
        <pc:spChg chg="mod">
          <ac:chgData name="Sai Lakkaraju" userId="67789ed4-6cf2-46dd-bb2a-c209225f1b65" providerId="ADAL" clId="{D61A56C4-888E-4B3D-BEC5-895BDA841D87}" dt="2022-05-22T06:06:42.486" v="346"/>
          <ac:spMkLst>
            <pc:docMk/>
            <pc:sldMk cId="970299690" sldId="386"/>
            <ac:spMk id="2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6:42.486" v="346"/>
          <ac:spMkLst>
            <pc:docMk/>
            <pc:sldMk cId="970299690" sldId="386"/>
            <ac:spMk id="3" creationId="{00000000-0000-0000-0000-000000000000}"/>
          </ac:spMkLst>
        </pc:spChg>
        <pc:spChg chg="del mod">
          <ac:chgData name="Sai Lakkaraju" userId="67789ed4-6cf2-46dd-bb2a-c209225f1b65" providerId="ADAL" clId="{D61A56C4-888E-4B3D-BEC5-895BDA841D87}" dt="2022-05-22T06:06:50.682" v="347" actId="478"/>
          <ac:spMkLst>
            <pc:docMk/>
            <pc:sldMk cId="970299690" sldId="386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6:06:42.486" v="346"/>
          <ac:spMkLst>
            <pc:docMk/>
            <pc:sldMk cId="970299690" sldId="386"/>
            <ac:spMk id="5" creationId="{551AB4B2-516F-AB78-BE72-B345B829CC69}"/>
          </ac:spMkLst>
        </pc:spChg>
        <pc:spChg chg="add del mod">
          <ac:chgData name="Sai Lakkaraju" userId="67789ed4-6cf2-46dd-bb2a-c209225f1b65" providerId="ADAL" clId="{D61A56C4-888E-4B3D-BEC5-895BDA841D87}" dt="2022-05-22T06:06:42.486" v="346"/>
          <ac:spMkLst>
            <pc:docMk/>
            <pc:sldMk cId="970299690" sldId="386"/>
            <ac:spMk id="6" creationId="{C2CCF07A-60B5-8F37-4527-EE04D8A8FB7A}"/>
          </ac:spMkLst>
        </pc:spChg>
        <pc:spChg chg="add del mod">
          <ac:chgData name="Sai Lakkaraju" userId="67789ed4-6cf2-46dd-bb2a-c209225f1b65" providerId="ADAL" clId="{D61A56C4-888E-4B3D-BEC5-895BDA841D87}" dt="2022-05-22T06:06:42.486" v="346"/>
          <ac:spMkLst>
            <pc:docMk/>
            <pc:sldMk cId="970299690" sldId="386"/>
            <ac:spMk id="7" creationId="{4772897B-32E0-B7FF-571C-8E51C15BE00C}"/>
          </ac:spMkLst>
        </pc:spChg>
      </pc:sldChg>
      <pc:sldChg chg="addSp delSp modSp del mod">
        <pc:chgData name="Sai Lakkaraju" userId="67789ed4-6cf2-46dd-bb2a-c209225f1b65" providerId="ADAL" clId="{D61A56C4-888E-4B3D-BEC5-895BDA841D87}" dt="2022-05-22T06:07:24.450" v="352" actId="47"/>
        <pc:sldMkLst>
          <pc:docMk/>
          <pc:sldMk cId="2421665927" sldId="387"/>
        </pc:sldMkLst>
        <pc:spChg chg="mod">
          <ac:chgData name="Sai Lakkaraju" userId="67789ed4-6cf2-46dd-bb2a-c209225f1b65" providerId="ADAL" clId="{D61A56C4-888E-4B3D-BEC5-895BDA841D87}" dt="2022-05-22T06:07:18.272" v="350" actId="21"/>
          <ac:spMkLst>
            <pc:docMk/>
            <pc:sldMk cId="2421665927" sldId="387"/>
            <ac:spMk id="2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7:01.781" v="348"/>
          <ac:spMkLst>
            <pc:docMk/>
            <pc:sldMk cId="2421665927" sldId="387"/>
            <ac:spMk id="3" creationId="{00000000-0000-0000-0000-000000000000}"/>
          </ac:spMkLst>
        </pc:spChg>
        <pc:spChg chg="del mod">
          <ac:chgData name="Sai Lakkaraju" userId="67789ed4-6cf2-46dd-bb2a-c209225f1b65" providerId="ADAL" clId="{D61A56C4-888E-4B3D-BEC5-895BDA841D87}" dt="2022-05-22T06:07:05.996" v="349" actId="478"/>
          <ac:spMkLst>
            <pc:docMk/>
            <pc:sldMk cId="2421665927" sldId="387"/>
            <ac:spMk id="4" creationId="{00000000-0000-0000-0000-000000000000}"/>
          </ac:spMkLst>
        </pc:spChg>
        <pc:spChg chg="add del mod">
          <ac:chgData name="Sai Lakkaraju" userId="67789ed4-6cf2-46dd-bb2a-c209225f1b65" providerId="ADAL" clId="{D61A56C4-888E-4B3D-BEC5-895BDA841D87}" dt="2022-05-22T06:07:01.781" v="348"/>
          <ac:spMkLst>
            <pc:docMk/>
            <pc:sldMk cId="2421665927" sldId="387"/>
            <ac:spMk id="5" creationId="{F03757C7-325F-C342-5B88-CBD4BDE36C47}"/>
          </ac:spMkLst>
        </pc:spChg>
        <pc:spChg chg="add del mod">
          <ac:chgData name="Sai Lakkaraju" userId="67789ed4-6cf2-46dd-bb2a-c209225f1b65" providerId="ADAL" clId="{D61A56C4-888E-4B3D-BEC5-895BDA841D87}" dt="2022-05-22T06:07:01.781" v="348"/>
          <ac:spMkLst>
            <pc:docMk/>
            <pc:sldMk cId="2421665927" sldId="387"/>
            <ac:spMk id="6" creationId="{566E8963-8619-C1F9-1218-E7847CA9E482}"/>
          </ac:spMkLst>
        </pc:spChg>
        <pc:spChg chg="add del mod">
          <ac:chgData name="Sai Lakkaraju" userId="67789ed4-6cf2-46dd-bb2a-c209225f1b65" providerId="ADAL" clId="{D61A56C4-888E-4B3D-BEC5-895BDA841D87}" dt="2022-05-22T06:07:01.781" v="348"/>
          <ac:spMkLst>
            <pc:docMk/>
            <pc:sldMk cId="2421665927" sldId="387"/>
            <ac:spMk id="7" creationId="{875A1019-7CF5-6DE5-9DE9-27044DB5ED6F}"/>
          </ac:spMkLst>
        </pc:spChg>
      </pc:sldChg>
      <pc:sldChg chg="addSp delSp modSp modAnim">
        <pc:chgData name="Sai Lakkaraju" userId="67789ed4-6cf2-46dd-bb2a-c209225f1b65" providerId="ADAL" clId="{D61A56C4-888E-4B3D-BEC5-895BDA841D87}" dt="2022-05-22T06:08:37.004" v="385" actId="6549"/>
        <pc:sldMkLst>
          <pc:docMk/>
          <pc:sldMk cId="4112907415" sldId="388"/>
        </pc:sldMkLst>
        <pc:spChg chg="add del mod">
          <ac:chgData name="Sai Lakkaraju" userId="67789ed4-6cf2-46dd-bb2a-c209225f1b65" providerId="ADAL" clId="{D61A56C4-888E-4B3D-BEC5-895BDA841D87}" dt="2022-05-22T06:08:10.383" v="382"/>
          <ac:spMkLst>
            <pc:docMk/>
            <pc:sldMk cId="4112907415" sldId="388"/>
            <ac:spMk id="2" creationId="{ADFC80C7-BD39-B287-426E-69E00F21D0EF}"/>
          </ac:spMkLst>
        </pc:spChg>
        <pc:spChg chg="add del mod">
          <ac:chgData name="Sai Lakkaraju" userId="67789ed4-6cf2-46dd-bb2a-c209225f1b65" providerId="ADAL" clId="{D61A56C4-888E-4B3D-BEC5-895BDA841D87}" dt="2022-05-22T06:08:10.383" v="382"/>
          <ac:spMkLst>
            <pc:docMk/>
            <pc:sldMk cId="4112907415" sldId="388"/>
            <ac:spMk id="3" creationId="{3074048A-6CF2-4429-9542-3E1FE453E06F}"/>
          </ac:spMkLst>
        </pc:spChg>
        <pc:spChg chg="mod">
          <ac:chgData name="Sai Lakkaraju" userId="67789ed4-6cf2-46dd-bb2a-c209225f1b65" providerId="ADAL" clId="{D61A56C4-888E-4B3D-BEC5-895BDA841D87}" dt="2022-05-22T06:08:10.383" v="382"/>
          <ac:spMkLst>
            <pc:docMk/>
            <pc:sldMk cId="4112907415" sldId="388"/>
            <ac:spMk id="55298" creationId="{00000000-0000-0000-0000-000000000000}"/>
          </ac:spMkLst>
        </pc:spChg>
        <pc:spChg chg="mod">
          <ac:chgData name="Sai Lakkaraju" userId="67789ed4-6cf2-46dd-bb2a-c209225f1b65" providerId="ADAL" clId="{D61A56C4-888E-4B3D-BEC5-895BDA841D87}" dt="2022-05-22T06:08:37.004" v="385" actId="6549"/>
          <ac:spMkLst>
            <pc:docMk/>
            <pc:sldMk cId="4112907415" sldId="388"/>
            <ac:spMk id="5529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F1B1C-EF43-42DF-8D93-6D1AA054F092}" type="datetimeFigureOut">
              <a:rPr lang="en-AU" smtClean="0"/>
              <a:t>4/09/2023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68BF-496A-42D2-A159-C1EBC09BAB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61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96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523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Ask testers to complete a UX survey  </a:t>
            </a:r>
          </a:p>
          <a:p>
            <a:pPr lvl="1"/>
            <a:r>
              <a:rPr lang="en-US" sz="2000" dirty="0"/>
              <a:t>Did the website’s content satisfy wants, needs, expectations</a:t>
            </a:r>
          </a:p>
          <a:p>
            <a:pPr lvl="1"/>
            <a:r>
              <a:rPr lang="en-US" sz="2000" dirty="0"/>
              <a:t>Was the content interesting and valuable?</a:t>
            </a:r>
          </a:p>
          <a:p>
            <a:pPr lvl="1"/>
            <a:r>
              <a:rPr lang="en-US" sz="2000" dirty="0"/>
              <a:t>Was it easy or difficult to navigate?</a:t>
            </a:r>
          </a:p>
          <a:p>
            <a:r>
              <a:rPr lang="en-US" dirty="0"/>
              <a:t>After testing, consider all feedback</a:t>
            </a:r>
          </a:p>
          <a:p>
            <a:pPr lvl="1"/>
            <a:r>
              <a:rPr lang="en-US" sz="2000" dirty="0"/>
              <a:t>Implement suggestions that support goals and objectives, meet audience needs, improve value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392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944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7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43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1246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 use a software called FileZilla to upload my files to my website.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528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68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213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09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885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16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09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87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server log analysis provides:</a:t>
            </a:r>
          </a:p>
          <a:p>
            <a:pPr lvl="1"/>
            <a:r>
              <a:rPr lang="en-US" dirty="0"/>
              <a:t>Requesting computer’s IP address</a:t>
            </a:r>
          </a:p>
          <a:p>
            <a:pPr lvl="1"/>
            <a:r>
              <a:rPr lang="en-US" dirty="0"/>
              <a:t>Browser making the request</a:t>
            </a:r>
          </a:p>
          <a:p>
            <a:pPr lvl="1"/>
            <a:r>
              <a:rPr lang="en-US" dirty="0"/>
              <a:t>Date and time of request</a:t>
            </a:r>
          </a:p>
          <a:p>
            <a:pPr lvl="1"/>
            <a:r>
              <a:rPr lang="en-US" dirty="0"/>
              <a:t>URL of referring link</a:t>
            </a:r>
          </a:p>
          <a:p>
            <a:pPr lvl="1"/>
            <a:r>
              <a:rPr lang="en-US" dirty="0"/>
              <a:t>Path a visitor takes through website</a:t>
            </a:r>
          </a:p>
          <a:p>
            <a:r>
              <a:rPr lang="en-US" dirty="0"/>
              <a:t>Web server log analysis software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A30687-A813-4725-96C9-DECE9652AD5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10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DAE13F-53EE-44FD-9505-E953145094D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3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B22C-E7C2-4D9B-9C3E-B3770423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EA447-2275-4903-97D5-0EF4EF264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323C-6842-42A1-AE34-80EECC9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285F-01C7-4064-AF1F-C986D711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61DB0-E754-4632-BADF-5CEE7CA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7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E172-530A-4D1A-B2C5-91C70AE4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E0C8-7DCF-48A5-B01B-72B77AC44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8764-6F1E-416E-88F1-C40EC896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7AD7-758F-437C-8CE1-AFECB2D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39AE-6A7F-4A3F-B55D-EF7BB338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9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45D9-8D6E-462F-AC5F-7BB4715F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11C77-EC1B-4D70-9E27-37B2E6C5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1775-49F7-4A48-B7C0-D9C11BD8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C9EE-4580-41D5-B986-FDAE9A06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1C14-7C63-4286-AD36-5C148DD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3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A15-60D4-4D51-8523-72BD3AF8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C380-48F3-4C56-AD06-EB8A6D266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5B96-8801-48EC-8518-84940648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1791-8B8D-451F-B33E-480EB09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0D6A-1B8C-41EC-8155-C991E24F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6DD7-BAF3-4453-8ADD-14B605AB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A53F-EFA9-4935-9BA6-ACD23B63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D2FFD-3B85-4820-9A85-46D10637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43DD0-9099-4073-9F4D-FA7CE1F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F83C7-3C4A-4E06-A6EC-CCE99DC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55C52-F4AE-48FF-B7ED-E59B9B30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0CF46-11FE-48D1-B8B9-CAECA0ED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EEA-32CF-4EDC-B2A9-66DF66C7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8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7B79-C372-4208-9243-122D500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3DEE-3AA0-40D2-B769-CFE4018E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934A8-77AF-408B-B458-B54836913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AF5-DB43-4606-9EAD-D4DFF04E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FE0FD-4B71-401F-8A4E-A66DEE72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D4E9A-31D9-4729-B33A-37322776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BC55-C3D8-407B-834B-CECFFB5D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26BAC-83CF-4F24-B598-08F19EA61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D9986-C85E-462F-86EC-A99E04E0C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FD837-8440-405F-8CDC-D907FDE0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99F4-866C-4C1F-8FDA-F5B6DE8A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3BB6-94D8-4898-AC43-C5544E5D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58A4960-2CF9-4F7B-B4C7-6C13F4FEF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01271" y="2133600"/>
            <a:ext cx="5538329" cy="3031720"/>
          </a:xfrm>
          <a:prstGeom prst="rect">
            <a:avLst/>
          </a:prstGeom>
          <a:solidFill>
            <a:srgbClr val="3536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C0E71FB0-7939-4DDF-A383-231D84E07241}"/>
              </a:ext>
            </a:extLst>
          </p:cNvPr>
          <p:cNvSpPr>
            <a:spLocks/>
          </p:cNvSpPr>
          <p:nvPr userDrawn="1"/>
        </p:nvSpPr>
        <p:spPr bwMode="auto">
          <a:xfrm>
            <a:off x="136585" y="2152291"/>
            <a:ext cx="6694046" cy="3031721"/>
          </a:xfrm>
          <a:custGeom>
            <a:avLst/>
            <a:gdLst>
              <a:gd name="T0" fmla="*/ 4054 w 4054"/>
              <a:gd name="T1" fmla="*/ 804 h 1623"/>
              <a:gd name="T2" fmla="*/ 3860 w 4054"/>
              <a:gd name="T3" fmla="*/ 631 h 1623"/>
              <a:gd name="T4" fmla="*/ 3860 w 4054"/>
              <a:gd name="T5" fmla="*/ 0 h 1623"/>
              <a:gd name="T6" fmla="*/ 0 w 4054"/>
              <a:gd name="T7" fmla="*/ 0 h 1623"/>
              <a:gd name="T8" fmla="*/ 0 w 4054"/>
              <a:gd name="T9" fmla="*/ 1623 h 1623"/>
              <a:gd name="T10" fmla="*/ 3860 w 4054"/>
              <a:gd name="T11" fmla="*/ 1623 h 1623"/>
              <a:gd name="T12" fmla="*/ 3860 w 4054"/>
              <a:gd name="T13" fmla="*/ 976 h 1623"/>
              <a:gd name="T14" fmla="*/ 4054 w 4054"/>
              <a:gd name="T15" fmla="*/ 804 h 1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54" h="1623">
                <a:moveTo>
                  <a:pt x="4054" y="804"/>
                </a:moveTo>
                <a:lnTo>
                  <a:pt x="3860" y="631"/>
                </a:lnTo>
                <a:lnTo>
                  <a:pt x="3860" y="0"/>
                </a:lnTo>
                <a:lnTo>
                  <a:pt x="0" y="0"/>
                </a:lnTo>
                <a:lnTo>
                  <a:pt x="0" y="1623"/>
                </a:lnTo>
                <a:lnTo>
                  <a:pt x="3860" y="1623"/>
                </a:lnTo>
                <a:lnTo>
                  <a:pt x="3860" y="976"/>
                </a:lnTo>
                <a:lnTo>
                  <a:pt x="4054" y="804"/>
                </a:lnTo>
                <a:close/>
              </a:path>
            </a:pathLst>
          </a:custGeom>
          <a:gradFill>
            <a:gsLst>
              <a:gs pos="0">
                <a:srgbClr val="FFFF00">
                  <a:alpha val="30000"/>
                </a:srgbClr>
              </a:gs>
              <a:gs pos="50000">
                <a:srgbClr val="FFFF00">
                  <a:alpha val="52000"/>
                </a:srgb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 dirty="0"/>
          </a:p>
        </p:txBody>
      </p:sp>
      <p:pic>
        <p:nvPicPr>
          <p:cNvPr id="6" name="Picture 5" descr="A picture containing object&#10;&#10;Description automatically generated">
            <a:extLst>
              <a:ext uri="{FF2B5EF4-FFF2-40B4-BE49-F238E27FC236}">
                <a16:creationId xmlns:a16="http://schemas.microsoft.com/office/drawing/2014/main" id="{EE829E3D-5DC5-4C91-B8B5-3B7110E1D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46" y="1438"/>
            <a:ext cx="7665790" cy="182736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205C-9ED4-4F7F-9D8A-6727FF2865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2971800"/>
            <a:ext cx="4776330" cy="685800"/>
          </a:xfrm>
        </p:spPr>
        <p:txBody>
          <a:bodyPr/>
          <a:lstStyle>
            <a:lvl1pPr>
              <a:defRPr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B8F57-8DD4-44E9-AC18-A7A8C7131C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600" y="2970663"/>
            <a:ext cx="4191000" cy="91440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538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4000" r="-2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D7EAF-242D-4B80-9DDE-E75E211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1D8C2-8A15-46F1-A685-6BDE7534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8A7B-EC95-43F8-8F85-BA5FC1C30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AECDF-4D51-4BE2-A52E-75061839962F}" type="datetimeFigureOut">
              <a:rPr lang="en-US" smtClean="0"/>
              <a:t>04/09/2023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38BF8-A7D3-44B9-9393-07DE8B836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8635-2CA3-476A-A1E5-2809B06A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racket, holding, hitting, woman&#10;&#10;Description automatically generated">
            <a:extLst>
              <a:ext uri="{FF2B5EF4-FFF2-40B4-BE49-F238E27FC236}">
                <a16:creationId xmlns:a16="http://schemas.microsoft.com/office/drawing/2014/main" id="{1F5731C2-29BF-4169-8176-7D7E8F362D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297" y="0"/>
            <a:ext cx="12275297" cy="68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21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0.x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3000" r="-3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85A57C-D93F-440A-A179-9167EF529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Web Development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75C1C-3858-44F5-9117-CB658AFD44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solidFill>
                  <a:schemeClr val="tx1"/>
                </a:solidFill>
              </a:rPr>
              <a:t>Week #12</a:t>
            </a:r>
          </a:p>
        </p:txBody>
      </p:sp>
    </p:spTree>
    <p:extLst>
      <p:ext uri="{BB962C8B-B14F-4D97-AF65-F5344CB8AC3E}">
        <p14:creationId xmlns:p14="http://schemas.microsoft.com/office/powerpoint/2010/main" val="71563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AE0CF4-2A13-13F1-8DDA-BFAB7660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This Weeks Lecture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dirty="0"/>
              <a:t>Building a website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plan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design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execute</a:t>
            </a:r>
          </a:p>
          <a:p>
            <a:pPr>
              <a:lnSpc>
                <a:spcPct val="150000"/>
              </a:lnSpc>
            </a:pPr>
            <a:r>
              <a:rPr lang="en-US" dirty="0"/>
              <a:t>Explain how to test a website before it is published</a:t>
            </a:r>
          </a:p>
          <a:p>
            <a:pPr>
              <a:lnSpc>
                <a:spcPct val="150000"/>
              </a:lnSpc>
            </a:pPr>
            <a:r>
              <a:rPr lang="en-US" dirty="0"/>
              <a:t>Describe how to publish a website to a web server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Identify ways to promote a published website</a:t>
            </a:r>
          </a:p>
          <a:p>
            <a:pPr>
              <a:lnSpc>
                <a:spcPct val="150000"/>
              </a:lnSpc>
            </a:pPr>
            <a:r>
              <a:rPr lang="en-US" dirty="0"/>
              <a:t>Discuss the importance of maintaining and evaluating a published website</a:t>
            </a:r>
          </a:p>
          <a:p>
            <a:pPr>
              <a:lnSpc>
                <a:spcPct val="150000"/>
              </a:lnSpc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3107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E959DAC-ADCF-FE80-F96B-0564DBB84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Before you start- Remember!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/>
              <a:t>Attempting to build a website without a plan is like trying to construct a house without an architectural blueprint.</a:t>
            </a:r>
          </a:p>
          <a:p>
            <a:endParaRPr lang="en-AU" sz="2800" dirty="0"/>
          </a:p>
          <a:p>
            <a:r>
              <a:rPr lang="en-AU" sz="2800" dirty="0"/>
              <a:t>You need to learn about: </a:t>
            </a:r>
          </a:p>
          <a:p>
            <a:pPr lvl="1"/>
            <a:r>
              <a:rPr lang="en-AU" sz="2400" dirty="0"/>
              <a:t>The skills, functions, and job roles needed for a successful web development project </a:t>
            </a:r>
          </a:p>
          <a:p>
            <a:pPr lvl="1"/>
            <a:r>
              <a:rPr lang="en-AU" sz="2400" dirty="0"/>
              <a:t>Familiarize yourself with the web development process and its different components</a:t>
            </a:r>
          </a:p>
        </p:txBody>
      </p:sp>
    </p:spTree>
    <p:extLst>
      <p:ext uri="{BB962C8B-B14F-4D97-AF65-F5344CB8AC3E}">
        <p14:creationId xmlns:p14="http://schemas.microsoft.com/office/powerpoint/2010/main" val="3521356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18F5B77-90EA-E615-1B9D-CF6DBD4E4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Skills and Functions needed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Project Manager </a:t>
            </a:r>
          </a:p>
          <a:p>
            <a:pPr lvl="0"/>
            <a:r>
              <a:rPr lang="en-AU" dirty="0"/>
              <a:t>Marketing Representative </a:t>
            </a:r>
          </a:p>
          <a:p>
            <a:pPr lvl="0"/>
            <a:r>
              <a:rPr lang="en-AU" dirty="0"/>
              <a:t>Copy Writer &amp; Editor </a:t>
            </a:r>
          </a:p>
          <a:p>
            <a:pPr lvl="0"/>
            <a:r>
              <a:rPr lang="en-AU" dirty="0"/>
              <a:t>Content Manager </a:t>
            </a:r>
          </a:p>
          <a:p>
            <a:pPr lvl="0"/>
            <a:r>
              <a:rPr lang="en-AU" dirty="0"/>
              <a:t>Graphic Designer </a:t>
            </a:r>
          </a:p>
          <a:p>
            <a:pPr lvl="0"/>
            <a:r>
              <a:rPr lang="en-AU" dirty="0"/>
              <a:t>Database Administrator </a:t>
            </a:r>
          </a:p>
          <a:p>
            <a:pPr lvl="0"/>
            <a:r>
              <a:rPr lang="en-AU" dirty="0"/>
              <a:t>Network Administrator </a:t>
            </a:r>
          </a:p>
          <a:p>
            <a:pPr lvl="0"/>
            <a:r>
              <a:rPr lang="en-AU" dirty="0"/>
              <a:t>Information Architect </a:t>
            </a:r>
          </a:p>
          <a:p>
            <a:pPr lvl="0"/>
            <a:r>
              <a:rPr lang="en-AU" dirty="0"/>
              <a:t>Web Developer</a:t>
            </a:r>
          </a:p>
        </p:txBody>
      </p:sp>
    </p:spTree>
    <p:extLst>
      <p:ext uri="{BB962C8B-B14F-4D97-AF65-F5344CB8AC3E}">
        <p14:creationId xmlns:p14="http://schemas.microsoft.com/office/powerpoint/2010/main" val="215828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FD65DB-9545-8C79-3EB0-DB57FA80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Skills and Functions needed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sz="2800" dirty="0"/>
              <a:t>The web developer may also be the graphic designer. </a:t>
            </a:r>
          </a:p>
          <a:p>
            <a:pPr lvl="0"/>
            <a:endParaRPr lang="en-AU" sz="2800" dirty="0"/>
          </a:p>
          <a:p>
            <a:pPr lvl="0"/>
            <a:r>
              <a:rPr lang="en-AU" sz="2800" dirty="0"/>
              <a:t>Some job roles may be outsourced </a:t>
            </a:r>
          </a:p>
          <a:p>
            <a:pPr lvl="1"/>
            <a:r>
              <a:rPr lang="en-AU" sz="2400" dirty="0"/>
              <a:t>◦ An external web site provider is used so there is less (if any) need for a Network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4251477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4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GitHub features</a:t>
            </a:r>
          </a:p>
        </p:txBody>
      </p:sp>
      <p:sp>
        <p:nvSpPr>
          <p:cNvPr id="14344" name="Rectangle 8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AU" dirty="0"/>
              <a:t>Documentation (wiki)</a:t>
            </a:r>
          </a:p>
          <a:p>
            <a:r>
              <a:rPr lang="en-AU" dirty="0"/>
              <a:t>Issue tracking</a:t>
            </a:r>
          </a:p>
          <a:p>
            <a:r>
              <a:rPr lang="en-AU" dirty="0"/>
              <a:t>Project management</a:t>
            </a:r>
          </a:p>
          <a:p>
            <a:r>
              <a:rPr lang="en-AU" dirty="0"/>
              <a:t>Commenting</a:t>
            </a:r>
          </a:p>
          <a:p>
            <a:r>
              <a:rPr lang="en-AU" dirty="0"/>
              <a:t>Collaborators with access to repository</a:t>
            </a:r>
          </a:p>
          <a:p>
            <a:r>
              <a:rPr lang="en-AU" dirty="0"/>
              <a:t>Fork – contributor makes their own copy of repo</a:t>
            </a:r>
          </a:p>
          <a:p>
            <a:r>
              <a:rPr lang="en-AU" dirty="0"/>
              <a:t>Pull request – update from one repo to another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566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C1483B7-1B94-C60F-4230-6663D83B7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Website Testing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295400"/>
            <a:ext cx="10515600" cy="4881563"/>
          </a:xfrm>
        </p:spPr>
        <p:txBody>
          <a:bodyPr>
            <a:normAutofit/>
          </a:bodyPr>
          <a:lstStyle/>
          <a:p>
            <a:r>
              <a:rPr lang="en-US" dirty="0"/>
              <a:t>Ensure navigation is user-based and user-controlled</a:t>
            </a:r>
          </a:p>
          <a:p>
            <a:r>
              <a:rPr lang="en-US" dirty="0"/>
              <a:t>Identify structural problems or content issues</a:t>
            </a:r>
          </a:p>
          <a:p>
            <a:r>
              <a:rPr lang="en-US" dirty="0"/>
              <a:t>Evaluate the following:</a:t>
            </a:r>
          </a:p>
          <a:p>
            <a:pPr lvl="1"/>
            <a:r>
              <a:rPr lang="en-US" dirty="0"/>
              <a:t>Does my website meet its goals and objectives?</a:t>
            </a:r>
          </a:p>
          <a:p>
            <a:pPr lvl="1"/>
            <a:r>
              <a:rPr lang="en-US" dirty="0"/>
              <a:t>Does the design and functionality incorporate UX?</a:t>
            </a:r>
          </a:p>
          <a:p>
            <a:pPr lvl="1"/>
            <a:r>
              <a:rPr lang="en-US" dirty="0"/>
              <a:t>Have I met accessibility standards?</a:t>
            </a:r>
          </a:p>
          <a:p>
            <a:pPr lvl="1"/>
            <a:r>
              <a:rPr lang="en-US" dirty="0"/>
              <a:t>Have I incorporated RWD standards?</a:t>
            </a:r>
          </a:p>
          <a:p>
            <a:r>
              <a:rPr lang="en-US" dirty="0"/>
              <a:t>Beta testing involves using a prepublication version</a:t>
            </a:r>
          </a:p>
          <a:p>
            <a:pPr lvl="1"/>
            <a:r>
              <a:rPr lang="en-US" dirty="0"/>
              <a:t>Beta website</a:t>
            </a:r>
          </a:p>
          <a:p>
            <a:r>
              <a:rPr lang="en-US" dirty="0"/>
              <a:t>Staging server enables testing in environment like live web server</a:t>
            </a:r>
          </a:p>
          <a:p>
            <a:r>
              <a:rPr lang="en-US" dirty="0"/>
              <a:t>Sometimes testing occurs on two or more website versions </a:t>
            </a:r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5975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Self- and Internal Testing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295401"/>
            <a:ext cx="10515600" cy="48188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Limited to those involved in web design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Images and multimedia should appear and work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Test the navigation and search tools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Test internal and external links</a:t>
            </a:r>
          </a:p>
          <a:p>
            <a:pPr lvl="2">
              <a:lnSpc>
                <a:spcPct val="150000"/>
              </a:lnSpc>
            </a:pPr>
            <a:r>
              <a:rPr lang="en-US" sz="2000" dirty="0"/>
              <a:t>Broken link does not work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WAI guidelines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Use optimization tools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RWD compliance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Correct any problems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2133600" y="6114257"/>
            <a:ext cx="8534400" cy="515143"/>
          </a:xfrm>
        </p:spPr>
        <p:txBody>
          <a:bodyPr/>
          <a:lstStyle/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407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Target Audience Testing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7200" y="1461293"/>
            <a:ext cx="5181600" cy="4652963"/>
          </a:xfrm>
        </p:spPr>
        <p:txBody>
          <a:bodyPr>
            <a:normAutofit/>
          </a:bodyPr>
          <a:lstStyle/>
          <a:p>
            <a:r>
              <a:rPr lang="en-US" dirty="0"/>
              <a:t>Recruit outside testers</a:t>
            </a:r>
          </a:p>
          <a:p>
            <a:pPr lvl="1"/>
            <a:r>
              <a:rPr lang="en-US" dirty="0"/>
              <a:t>Use a variety of devices and screen sizes</a:t>
            </a:r>
          </a:p>
          <a:p>
            <a:pPr lvl="1"/>
            <a:r>
              <a:rPr lang="en-US" dirty="0"/>
              <a:t>Colleagues not involved in development</a:t>
            </a:r>
          </a:p>
          <a:p>
            <a:pPr lvl="1"/>
            <a:r>
              <a:rPr lang="en-US" dirty="0"/>
              <a:t>Target audience</a:t>
            </a:r>
          </a:p>
          <a:p>
            <a:pPr lvl="1"/>
            <a:r>
              <a:rPr lang="en-US" dirty="0"/>
              <a:t>Test navigation and links</a:t>
            </a:r>
          </a:p>
          <a:p>
            <a:pPr lvl="1"/>
            <a:endParaRPr lang="en-US" dirty="0"/>
          </a:p>
          <a:p>
            <a:r>
              <a:rPr lang="en-US" dirty="0"/>
              <a:t>Ask testers to complete a UX survey  </a:t>
            </a:r>
          </a:p>
          <a:p>
            <a:r>
              <a:rPr lang="en-US" dirty="0"/>
              <a:t>After testing, consider all feedback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8BBCFF-F7C5-5AAA-A0C7-FC7A23F67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81908"/>
            <a:ext cx="5257800" cy="4895056"/>
          </a:xfrm>
        </p:spPr>
        <p:txBody>
          <a:bodyPr>
            <a:normAutofit/>
          </a:bodyPr>
          <a:lstStyle/>
          <a:p>
            <a:pPr lvl="1"/>
            <a:r>
              <a:rPr lang="en-US" sz="2400" dirty="0"/>
              <a:t>Questions to Ask:</a:t>
            </a:r>
          </a:p>
          <a:p>
            <a:pPr lvl="2"/>
            <a:r>
              <a:rPr lang="en-US" sz="2200" dirty="0"/>
              <a:t>Which pages appear to appeal to them?</a:t>
            </a:r>
          </a:p>
          <a:p>
            <a:pPr lvl="2"/>
            <a:r>
              <a:rPr lang="en-US" sz="2200" dirty="0"/>
              <a:t>Which pages appear to disinterest them?</a:t>
            </a:r>
          </a:p>
          <a:p>
            <a:pPr lvl="2"/>
            <a:r>
              <a:rPr lang="en-US" sz="2200" dirty="0"/>
              <a:t>How much time do they spend on various pages?</a:t>
            </a:r>
          </a:p>
          <a:p>
            <a:pPr lvl="2"/>
            <a:r>
              <a:rPr lang="en-US" sz="2200" dirty="0"/>
              <a:t>Which links do they visit or ignore?</a:t>
            </a:r>
          </a:p>
          <a:p>
            <a:pPr lvl="2"/>
            <a:r>
              <a:rPr lang="en-US" sz="2200" dirty="0"/>
              <a:t>How easily do they navigate the website?</a:t>
            </a:r>
          </a:p>
          <a:p>
            <a:pPr lvl="2"/>
            <a:r>
              <a:rPr lang="en-US" sz="2200" dirty="0"/>
              <a:t>Do they at any time demonstrate any confusion or frustration?</a:t>
            </a:r>
          </a:p>
          <a:p>
            <a:pPr lvl="1"/>
            <a:endParaRPr lang="en-US" sz="2400" dirty="0"/>
          </a:p>
          <a:p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2133600" y="6239672"/>
            <a:ext cx="8458200" cy="45243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5255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Website Publishing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295400"/>
            <a:ext cx="10515600" cy="4881563"/>
          </a:xfrm>
        </p:spPr>
        <p:txBody>
          <a:bodyPr>
            <a:normAutofit/>
          </a:bodyPr>
          <a:lstStyle/>
          <a:p>
            <a:r>
              <a:rPr lang="en-US" sz="3200" dirty="0"/>
              <a:t>After testing, publish to live server</a:t>
            </a:r>
          </a:p>
          <a:p>
            <a:pPr lvl="1"/>
            <a:r>
              <a:rPr lang="en-US" sz="2800" dirty="0"/>
              <a:t>Acquire a domain name</a:t>
            </a:r>
          </a:p>
          <a:p>
            <a:pPr lvl="1"/>
            <a:r>
              <a:rPr lang="en-US" sz="2800" dirty="0"/>
              <a:t>Allot server space</a:t>
            </a:r>
          </a:p>
          <a:p>
            <a:pPr lvl="1"/>
            <a:r>
              <a:rPr lang="en-US" sz="2800" dirty="0"/>
              <a:t>Upload files</a:t>
            </a:r>
          </a:p>
          <a:p>
            <a:pPr lvl="2"/>
            <a:r>
              <a:rPr lang="en-US" sz="2400" dirty="0"/>
              <a:t>HTML and CSS</a:t>
            </a:r>
          </a:p>
          <a:p>
            <a:pPr lvl="2"/>
            <a:r>
              <a:rPr lang="en-US" sz="2400" dirty="0"/>
              <a:t>Images </a:t>
            </a:r>
          </a:p>
          <a:p>
            <a:pPr lvl="2"/>
            <a:r>
              <a:rPr lang="en-US" sz="2400" dirty="0"/>
              <a:t>Multimedia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63428355-A5E0-C16F-47E4-42FCD56B240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1752600" y="6176963"/>
            <a:ext cx="8458200" cy="45243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4994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Domain Name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Use business or organization name</a:t>
            </a:r>
          </a:p>
          <a:p>
            <a:r>
              <a:rPr lang="en-US" dirty="0"/>
              <a:t>Avoid abbreviations and hyphens</a:t>
            </a:r>
          </a:p>
          <a:p>
            <a:r>
              <a:rPr lang="en-US" dirty="0"/>
              <a:t>Add words that further specify purpose</a:t>
            </a:r>
          </a:p>
          <a:p>
            <a:r>
              <a:rPr lang="en-US" dirty="0"/>
              <a:t>Use an accredited registrar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54A6099-2C69-E3F6-C50D-F86737DB46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24600" y="1524000"/>
            <a:ext cx="5181600" cy="3261556"/>
          </a:xfrm>
        </p:spPr>
      </p:pic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A12FAC8E-2AC0-3B1F-B4EE-ACCC5E1F328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1"/>
            </p:custDataLst>
          </p:nvPr>
        </p:nvSpPr>
        <p:spPr>
          <a:xfrm>
            <a:off x="1943100" y="6176963"/>
            <a:ext cx="8458200" cy="45243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20307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Server Space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524001"/>
            <a:ext cx="5181600" cy="1940416"/>
          </a:xfrm>
        </p:spPr>
        <p:txBody>
          <a:bodyPr/>
          <a:lstStyle/>
          <a:p>
            <a:r>
              <a:rPr lang="en-US" dirty="0"/>
              <a:t>A web server runs server software</a:t>
            </a:r>
          </a:p>
          <a:p>
            <a:pPr lvl="1"/>
            <a:r>
              <a:rPr lang="en-US" dirty="0"/>
              <a:t>Displays webpages upon browser request</a:t>
            </a:r>
          </a:p>
          <a:p>
            <a:r>
              <a:rPr lang="en-US" dirty="0"/>
              <a:t>Web hosting companies offer space for monthly fee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65F86CE-DCE6-1E02-8B0A-8951CF40BFF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6400800" y="1524000"/>
            <a:ext cx="5181600" cy="1940416"/>
          </a:xfr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940C100-3FA6-DE1C-2EE3-CA5B3D68D7C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1295400" y="6174581"/>
            <a:ext cx="8458200" cy="452437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2E23DCEB-4BCA-70C0-CEF4-FFE7537A44A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859971" y="3769216"/>
            <a:ext cx="8305800" cy="2631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ook Antiqua" panose="020406020503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How much server space will I have? Are there limits</a:t>
            </a:r>
          </a:p>
          <a:p>
            <a:r>
              <a:rPr lang="en-US" sz="2000"/>
              <a:t>What is procedure for updating and republishing pages?</a:t>
            </a:r>
          </a:p>
          <a:p>
            <a:r>
              <a:rPr lang="en-US" sz="2000"/>
              <a:t>Support for e-commerce, multimedia, interactivity?</a:t>
            </a:r>
          </a:p>
          <a:p>
            <a:r>
              <a:rPr lang="en-US" sz="2000"/>
              <a:t>What is typical response time for technical support?</a:t>
            </a:r>
          </a:p>
          <a:p>
            <a:r>
              <a:rPr lang="en-US" sz="2000"/>
              <a:t>Does the server experience outages?</a:t>
            </a:r>
          </a:p>
          <a:p>
            <a:r>
              <a:rPr lang="en-US" sz="2000"/>
              <a:t>Have servers had security breaches?</a:t>
            </a:r>
            <a:endParaRPr 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0090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Uploading Website Folders and Files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Uploading all website files to the server specified by your web hosting service</a:t>
            </a:r>
          </a:p>
          <a:p>
            <a:pPr lvl="1"/>
            <a:r>
              <a:rPr lang="en-US" dirty="0"/>
              <a:t>Dedicated folder</a:t>
            </a:r>
          </a:p>
          <a:p>
            <a:pPr lvl="1"/>
            <a:r>
              <a:rPr lang="en-US" dirty="0"/>
              <a:t>Know name and  URL of server</a:t>
            </a:r>
          </a:p>
          <a:p>
            <a:pPr lvl="1"/>
            <a:r>
              <a:rPr lang="en-US" dirty="0"/>
              <a:t>Before uploading, move unnecessary files to save space and limit page loading time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3582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File Transfer Protocol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  <p:custDataLst>
              <p:tags r:id="rId3"/>
            </p:custDataLst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r>
              <a:rPr lang="en-US" dirty="0"/>
              <a:t>An FTP client is used to transfer files using the FTP protocol</a:t>
            </a:r>
          </a:p>
          <a:p>
            <a:r>
              <a:rPr lang="en-US" dirty="0"/>
              <a:t>Provides split view of folders and files on a local computer and remote computer</a:t>
            </a:r>
          </a:p>
          <a:p>
            <a:r>
              <a:rPr lang="en-US" dirty="0"/>
              <a:t>After you publish the website, you can sync the files, which makes sure any changed files are the same on both servers.</a:t>
            </a:r>
          </a:p>
          <a:p>
            <a:r>
              <a:rPr lang="en-US" dirty="0"/>
              <a:t>Allows you to upload your website directly from within the program</a:t>
            </a:r>
          </a:p>
          <a:p>
            <a:r>
              <a:rPr lang="en-US" dirty="0"/>
              <a:t>You need to arrange for server space</a:t>
            </a:r>
          </a:p>
          <a:p>
            <a:pPr lvl="1"/>
            <a:r>
              <a:rPr lang="en-US" dirty="0"/>
              <a:t>Provide name and URL of server</a:t>
            </a:r>
          </a:p>
          <a:p>
            <a:pPr lvl="1"/>
            <a:r>
              <a:rPr lang="en-US" dirty="0"/>
              <a:t>Username and password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1230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76FA54-4B66-4930-E971-7D4D37AA02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8180"/>
            <a:ext cx="10668000" cy="543828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486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Retesting Published Pages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Confirm that all images display properly</a:t>
            </a:r>
          </a:p>
          <a:p>
            <a:r>
              <a:rPr lang="en-US" dirty="0"/>
              <a:t>Make certain that no broken links exist</a:t>
            </a:r>
          </a:p>
          <a:p>
            <a:r>
              <a:rPr lang="en-US" dirty="0"/>
              <a:t>Ensure all interactive elements function properly</a:t>
            </a:r>
          </a:p>
          <a:p>
            <a:r>
              <a:rPr lang="en-US" dirty="0"/>
              <a:t>Skim the content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604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Website Promotion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Promote your website to reach the target audience</a:t>
            </a:r>
          </a:p>
          <a:p>
            <a:r>
              <a:rPr lang="en-US" dirty="0"/>
              <a:t>Use online and offline promotional techniques</a:t>
            </a:r>
          </a:p>
          <a:p>
            <a:r>
              <a:rPr lang="en-US" dirty="0"/>
              <a:t>Maximize search tool exposure</a:t>
            </a:r>
          </a:p>
          <a:p>
            <a:r>
              <a:rPr lang="en-US" dirty="0"/>
              <a:t>Consider purchasing ads</a:t>
            </a:r>
          </a:p>
          <a:p>
            <a:pPr lvl="1"/>
            <a:r>
              <a:rPr lang="en-US" dirty="0"/>
              <a:t>Geotargeting provides ad content based on visitor’s location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87269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Social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social media presence is easy and free</a:t>
            </a:r>
          </a:p>
          <a:p>
            <a:r>
              <a:rPr lang="en-US" dirty="0"/>
              <a:t>Share updates</a:t>
            </a:r>
          </a:p>
          <a:p>
            <a:r>
              <a:rPr lang="en-US" dirty="0"/>
              <a:t>Invite customers to events</a:t>
            </a:r>
          </a:p>
          <a:p>
            <a:r>
              <a:rPr lang="en-US" dirty="0"/>
              <a:t>Ask for feedback</a:t>
            </a:r>
          </a:p>
          <a:p>
            <a:r>
              <a:rPr lang="en-US" dirty="0"/>
              <a:t>Create targeted ads</a:t>
            </a:r>
          </a:p>
        </p:txBody>
      </p:sp>
    </p:spTree>
    <p:extLst>
      <p:ext uri="{BB962C8B-B14F-4D97-AF65-F5344CB8AC3E}">
        <p14:creationId xmlns:p14="http://schemas.microsoft.com/office/powerpoint/2010/main" val="3780567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Search Engine Optimization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SEO refers to applying design and development techniques to appear at top of search results</a:t>
            </a:r>
          </a:p>
          <a:p>
            <a:pPr lvl="1"/>
            <a:r>
              <a:rPr lang="en-US" dirty="0"/>
              <a:t>Include meta tags</a:t>
            </a:r>
          </a:p>
          <a:p>
            <a:pPr lvl="1"/>
            <a:r>
              <a:rPr lang="en-US" dirty="0"/>
              <a:t>Page titles</a:t>
            </a:r>
          </a:p>
          <a:p>
            <a:pPr lvl="1"/>
            <a:r>
              <a:rPr lang="en-US" dirty="0"/>
              <a:t>Clearly worded text</a:t>
            </a:r>
          </a:p>
          <a:p>
            <a:pPr lvl="1"/>
            <a:r>
              <a:rPr lang="en-US" dirty="0"/>
              <a:t>Density of keywords</a:t>
            </a:r>
          </a:p>
          <a:p>
            <a:pPr lvl="2"/>
            <a:r>
              <a:rPr lang="en-US" dirty="0"/>
              <a:t>Keyword stuffing is adding commonly used terms to increase rankings</a:t>
            </a:r>
          </a:p>
          <a:p>
            <a:pPr lvl="1"/>
            <a:r>
              <a:rPr lang="en-US" dirty="0"/>
              <a:t>Incoming links</a:t>
            </a:r>
          </a:p>
          <a:p>
            <a:r>
              <a:rPr lang="en-US" dirty="0"/>
              <a:t>Consider hiring an SEO expert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4325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Search Tool Indexing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When your website appears in indexes, visitors can find it using relevant keywords</a:t>
            </a:r>
          </a:p>
          <a:p>
            <a:r>
              <a:rPr lang="en-US" dirty="0"/>
              <a:t>Can register your URL with search engines and directories</a:t>
            </a:r>
          </a:p>
          <a:p>
            <a:pPr lvl="1"/>
            <a:r>
              <a:rPr lang="en-US" dirty="0"/>
              <a:t>Bing</a:t>
            </a:r>
          </a:p>
          <a:p>
            <a:pPr lvl="1"/>
            <a:r>
              <a:rPr lang="en-US" dirty="0"/>
              <a:t>Google</a:t>
            </a:r>
          </a:p>
          <a:p>
            <a:r>
              <a:rPr lang="en-US" dirty="0"/>
              <a:t>A Search tool submission service registers websites with multiple search tools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3717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Website Maintenance and Evaluation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447800"/>
            <a:ext cx="10515600" cy="47291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web is a dynamic environment</a:t>
            </a:r>
          </a:p>
          <a:p>
            <a:r>
              <a:rPr lang="en-US" dirty="0"/>
              <a:t>Rapid changes in technology and visitors’ expectations</a:t>
            </a:r>
          </a:p>
          <a:p>
            <a:r>
              <a:rPr lang="en-US" dirty="0"/>
              <a:t>The work of maintaining a website never ends</a:t>
            </a:r>
          </a:p>
          <a:p>
            <a:r>
              <a:rPr lang="en-US" b="1" i="1" u="sng" dirty="0">
                <a:solidFill>
                  <a:srgbClr val="FF0000"/>
                </a:solidFill>
              </a:rPr>
              <a:t>Ongoing Maintenance, Updating, and Retesting</a:t>
            </a:r>
          </a:p>
          <a:p>
            <a:pPr lvl="1"/>
            <a:r>
              <a:rPr lang="en-US" dirty="0"/>
              <a:t>Add and promote timely content</a:t>
            </a:r>
          </a:p>
          <a:p>
            <a:pPr lvl="1"/>
            <a:r>
              <a:rPr lang="en-US" dirty="0"/>
              <a:t>Maintain functional navigation system</a:t>
            </a:r>
          </a:p>
          <a:p>
            <a:pPr lvl="1"/>
            <a:r>
              <a:rPr lang="en-US" dirty="0"/>
              <a:t>Use analytics</a:t>
            </a:r>
          </a:p>
          <a:p>
            <a:pPr lvl="1"/>
            <a:r>
              <a:rPr lang="en-US" dirty="0"/>
              <a:t>Evaluate and implement new technologies</a:t>
            </a:r>
          </a:p>
          <a:p>
            <a:pPr lvl="1"/>
            <a:r>
              <a:rPr lang="en-US" dirty="0"/>
              <a:t>Most web design tools include capability to update page content by editing HTML files</a:t>
            </a:r>
          </a:p>
          <a:p>
            <a:pPr lvl="2"/>
            <a:r>
              <a:rPr lang="en-US" dirty="0"/>
              <a:t>Ensure you have the most current HTML file and backup originals</a:t>
            </a:r>
          </a:p>
          <a:p>
            <a:pPr lvl="2"/>
            <a:r>
              <a:rPr lang="en-US" dirty="0"/>
              <a:t>Edit webpage</a:t>
            </a:r>
          </a:p>
          <a:p>
            <a:pPr lvl="2"/>
            <a:r>
              <a:rPr lang="en-US" dirty="0"/>
              <a:t>Preview the webpage</a:t>
            </a:r>
          </a:p>
          <a:p>
            <a:pPr lvl="2"/>
            <a:r>
              <a:rPr lang="en-US" dirty="0"/>
              <a:t>Upload or republish webpage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  <p:custDataLst>
              <p:tags r:id="rId4"/>
            </p:custDataLst>
          </p:nvPr>
        </p:nvSpPr>
        <p:spPr>
          <a:xfrm>
            <a:off x="838200" y="6019800"/>
            <a:ext cx="9220200" cy="701675"/>
          </a:xfrm>
        </p:spPr>
        <p:txBody>
          <a:bodyPr/>
          <a:lstStyle/>
          <a:p>
            <a:r>
              <a:rPr lang="en-US" dirty="0"/>
              <a:t>© 2018 Cengage.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55895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Evaluating Website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After publishing, evaluate the website performance towards achieving goals and purpose</a:t>
            </a:r>
          </a:p>
          <a:p>
            <a:r>
              <a:rPr lang="en-US" dirty="0"/>
              <a:t>Analytics determine fees a website can charge for ads</a:t>
            </a:r>
          </a:p>
          <a:p>
            <a:r>
              <a:rPr lang="en-US" dirty="0"/>
              <a:t>Large websites follow a formal evaluation plan</a:t>
            </a:r>
          </a:p>
          <a:p>
            <a:r>
              <a:rPr lang="en-US" dirty="0"/>
              <a:t>Professional marketers provide complete analytic packages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4334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dirty="0"/>
              <a:t>Web analytics (also called web metrics)</a:t>
            </a:r>
          </a:p>
          <a:p>
            <a:pPr lvl="1"/>
            <a:r>
              <a:rPr lang="en-US" dirty="0"/>
              <a:t>Server log analysis</a:t>
            </a:r>
          </a:p>
          <a:p>
            <a:pPr lvl="1"/>
            <a:r>
              <a:rPr lang="en-US" dirty="0"/>
              <a:t>Geolocation</a:t>
            </a:r>
          </a:p>
          <a:p>
            <a:pPr lvl="1"/>
            <a:r>
              <a:rPr lang="en-US" dirty="0"/>
              <a:t>Device type</a:t>
            </a:r>
          </a:p>
          <a:p>
            <a:pPr lvl="1"/>
            <a:r>
              <a:rPr lang="en-US" dirty="0"/>
              <a:t>Social media sharing</a:t>
            </a:r>
          </a:p>
          <a:p>
            <a:pPr lvl="1"/>
            <a:r>
              <a:rPr lang="en-US" dirty="0"/>
              <a:t>Tracking cookies</a:t>
            </a:r>
          </a:p>
          <a:p>
            <a:pPr lvl="1"/>
            <a:r>
              <a:rPr lang="en-US" dirty="0"/>
              <a:t>Page tagging</a:t>
            </a:r>
          </a:p>
          <a:p>
            <a:pPr lvl="1"/>
            <a:r>
              <a:rPr lang="en-US" dirty="0"/>
              <a:t>Sales data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75680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Benchmarking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Benchmarking involves using a defined standard to measure overall performance or evaluate a specific aspect of a website</a:t>
            </a:r>
          </a:p>
          <a:p>
            <a:r>
              <a:rPr lang="en-US" dirty="0"/>
              <a:t>After evaluation, adjust benchmark goals as necessary</a:t>
            </a:r>
          </a:p>
        </p:txBody>
      </p:sp>
    </p:spTree>
    <p:extLst>
      <p:ext uri="{BB962C8B-B14F-4D97-AF65-F5344CB8AC3E}">
        <p14:creationId xmlns:p14="http://schemas.microsoft.com/office/powerpoint/2010/main" val="9702996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Building a website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plan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design</a:t>
            </a:r>
          </a:p>
          <a:p>
            <a:pPr lvl="1">
              <a:lnSpc>
                <a:spcPct val="150000"/>
              </a:lnSpc>
            </a:pPr>
            <a:r>
              <a:rPr lang="en-AU" dirty="0"/>
              <a:t>execute</a:t>
            </a:r>
          </a:p>
          <a:p>
            <a:r>
              <a:rPr lang="en-US" dirty="0"/>
              <a:t>Explain how to test a website before it is published</a:t>
            </a:r>
          </a:p>
          <a:p>
            <a:r>
              <a:rPr lang="en-US" dirty="0"/>
              <a:t>Describe how to publish a website to a web server</a:t>
            </a:r>
          </a:p>
          <a:p>
            <a:r>
              <a:rPr lang="en-US" dirty="0"/>
              <a:t>Identify ways to promote a published website</a:t>
            </a:r>
          </a:p>
          <a:p>
            <a:r>
              <a:rPr lang="en-US" dirty="0"/>
              <a:t>Discuss the importance of maintaining and evaluating a published website</a:t>
            </a:r>
          </a:p>
          <a:p>
            <a:pPr lvl="1"/>
            <a:endParaRPr lang="en-AU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290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9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4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9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4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FDB3-EC56-60BE-C4BF-5178526F8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Next Week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00D0A-00EF-DBBA-EE09-FE30B0574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Exam review </a:t>
            </a:r>
          </a:p>
          <a:p>
            <a:r>
              <a:rPr lang="en-AU" dirty="0"/>
              <a:t>Subject Review </a:t>
            </a:r>
          </a:p>
        </p:txBody>
      </p:sp>
    </p:spTree>
    <p:extLst>
      <p:ext uri="{BB962C8B-B14F-4D97-AF65-F5344CB8AC3E}">
        <p14:creationId xmlns:p14="http://schemas.microsoft.com/office/powerpoint/2010/main" val="37376018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DoTBfb5H0mwrSndSHM3GR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SA3WS1WKx38U0oKhfVxU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sYai1aBOtlPe8WMhL6J2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MLSuSnFSPvErDPPVLsd1X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1de9jLR3DL7Ik9m5HTAMH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XMLSuSnFSPvErDPPVLsd1X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2FefzMLrF6j3IKhqIrq5S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Z1de9jLR3DL7Ik9m5HTAMH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8TCvAoxScJ0Fc1lDsGO2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JulSCqVnUvC5SnM2xAvgI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EXkJ4rUXE3RiAyj2ba1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nUW06EvmwWIckik1CEKnh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d2WfQpkAxVWh2oJYMoA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68PRzkNDZMUZM2n9ZKfWr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gn1hDSFXYHu74VGZQpL4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twmFLPnIEVLYPSeImGPj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d2WfQpkAxVWh2oJYMoA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d2WfQpkAxVWh2oJYMoA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9PxXr8IUCwGhClv0358JU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4pZJMozZJQJGcyVEDFul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Gbe7XntAlV4S1HO1mFvfc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ed2WfQpkAxVWh2oJYMoA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Gbe7XntAlV4S1HO1mFvfc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iup2DZH9NHGq7rR5IPmNf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rUtC338MQGdie5GacZ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6e9K6XW2tgJcU9MsYsbLV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07mvGrbtOPyjMBVnfy87xz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helzHfW4EPrTJa91iVyX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4rshaXfLcz2vJ8JJvVOJ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PyTSKOW5Jm9WuiG8jgXjS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aP6DG7eR9dGYG5duEAwVH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Fnmwv93uSlOwIgOq9DWtB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TO8YlaWwBZznK61OZ3uD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730SvvAAMaKGDP9wErzNYB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yvWukNTULeR78Bl8HIqM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P1pLJcTCiNlAm8VJyhkADp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Kj7xAbIWcat8I3DOCJhyq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6psbPFJAlWa0b2KsYysr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i3FGFCY3SxIvF3WdkLmB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Kj7xAbIWcat8I3DOCJhyqw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6psbPFJAlWa0b2KsYysr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i3FGFCY3SxIvF3WdkLmB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fetYelmO8e2WdTHXT3UBGv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Q1UzMhqXyK67pqtU4lHV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raE2rOwnHD0OxwTzs6rYv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0HJTZGm2nqwuzKVKPBqb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HfqXixdTkNZahF9Z1vo4s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i2W9EHhPxkaxA8Z2GR9M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FlAXrhNAaocwiR0QQbjEk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GHfqXixdTkNZahF9Z1vo4s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i2W9EHhPxkaxA8Z2GR9M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FlAXrhNAaocwiR0QQbjEk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lLCaexwXXokObxRVKFqmmI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aVydkZbB0QbJe44kgn1pjz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iFe3ofksAlnZEW56PQNOf"/>
</p:tagLst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B60CE4C-EDC0-496D-AE6D-84B42325BD16}" vid="{64883BDB-BA55-4845-887F-AD4C7C3254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WIN Lecture Final template-T1-2022</Template>
  <TotalTime>951</TotalTime>
  <Words>1452</Words>
  <Application>Microsoft Office PowerPoint</Application>
  <PresentationFormat>Widescreen</PresentationFormat>
  <Paragraphs>227</Paragraphs>
  <Slides>26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Book Antiqua</vt:lpstr>
      <vt:lpstr>Bookman Old Style</vt:lpstr>
      <vt:lpstr>Calibri</vt:lpstr>
      <vt:lpstr>Calibri Light</vt:lpstr>
      <vt:lpstr>等线</vt:lpstr>
      <vt:lpstr>等线 Light</vt:lpstr>
      <vt:lpstr>Theme2</vt:lpstr>
      <vt:lpstr>PowerPoint Presentation</vt:lpstr>
      <vt:lpstr>This Weeks Lecture</vt:lpstr>
      <vt:lpstr>Before you start- Remember!</vt:lpstr>
      <vt:lpstr>Skills and Functions needed</vt:lpstr>
      <vt:lpstr>Skills and Functions needed</vt:lpstr>
      <vt:lpstr>GitHub features</vt:lpstr>
      <vt:lpstr>Website Testing</vt:lpstr>
      <vt:lpstr>Self- and Internal Testing</vt:lpstr>
      <vt:lpstr>Target Audience Testing</vt:lpstr>
      <vt:lpstr>Website Publishing</vt:lpstr>
      <vt:lpstr>Domain Name</vt:lpstr>
      <vt:lpstr>Server Space</vt:lpstr>
      <vt:lpstr>Uploading Website Folders and Files</vt:lpstr>
      <vt:lpstr>File Transfer Protocol</vt:lpstr>
      <vt:lpstr>PowerPoint Presentation</vt:lpstr>
      <vt:lpstr>Retesting Published Pages</vt:lpstr>
      <vt:lpstr>Website Promotion</vt:lpstr>
      <vt:lpstr>Social Media</vt:lpstr>
      <vt:lpstr>Search Engine Optimization</vt:lpstr>
      <vt:lpstr>Search Tool Indexing</vt:lpstr>
      <vt:lpstr>Website Maintenance and Evaluation</vt:lpstr>
      <vt:lpstr>Evaluating Website Performance</vt:lpstr>
      <vt:lpstr>Analytics</vt:lpstr>
      <vt:lpstr>Benchmarking</vt:lpstr>
      <vt:lpstr>Summary</vt:lpstr>
      <vt:lpstr>Next Week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Kiran Lakkaraju</dc:creator>
  <cp:lastModifiedBy>Dr. Ali Odeh. Aljaafreh</cp:lastModifiedBy>
  <cp:revision>20</cp:revision>
  <dcterms:created xsi:type="dcterms:W3CDTF">2022-03-12T12:34:51Z</dcterms:created>
  <dcterms:modified xsi:type="dcterms:W3CDTF">2023-09-04T15:58:18Z</dcterms:modified>
</cp:coreProperties>
</file>