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9" r:id="rId2"/>
    <p:sldId id="260" r:id="rId3"/>
    <p:sldId id="261" r:id="rId4"/>
    <p:sldId id="262" r:id="rId5"/>
    <p:sldId id="264" r:id="rId6"/>
    <p:sldId id="265" r:id="rId7"/>
    <p:sldId id="267" r:id="rId8"/>
    <p:sldId id="269" r:id="rId9"/>
    <p:sldId id="270" r:id="rId10"/>
    <p:sldId id="271" r:id="rId11"/>
    <p:sldId id="272" r:id="rId12"/>
    <p:sldId id="275" r:id="rId13"/>
    <p:sldId id="277" r:id="rId14"/>
    <p:sldId id="281" r:id="rId15"/>
    <p:sldId id="282" r:id="rId16"/>
    <p:sldId id="284" r:id="rId17"/>
    <p:sldId id="286" r:id="rId18"/>
    <p:sldId id="316" r:id="rId19"/>
    <p:sldId id="308" r:id="rId20"/>
    <p:sldId id="309" r:id="rId21"/>
    <p:sldId id="302" r:id="rId22"/>
    <p:sldId id="317" r:id="rId23"/>
    <p:sldId id="268" r:id="rId24"/>
    <p:sldId id="318" r:id="rId25"/>
    <p:sldId id="290" r:id="rId26"/>
    <p:sldId id="319" r:id="rId27"/>
    <p:sldId id="279" r:id="rId28"/>
    <p:sldId id="293" r:id="rId29"/>
    <p:sldId id="320" r:id="rId30"/>
    <p:sldId id="276" r:id="rId31"/>
    <p:sldId id="274" r:id="rId32"/>
    <p:sldId id="324" r:id="rId33"/>
    <p:sldId id="292" r:id="rId34"/>
    <p:sldId id="298" r:id="rId35"/>
    <p:sldId id="299" r:id="rId36"/>
    <p:sldId id="294" r:id="rId37"/>
    <p:sldId id="295" r:id="rId38"/>
    <p:sldId id="296" r:id="rId39"/>
    <p:sldId id="297" r:id="rId40"/>
    <p:sldId id="288" r:id="rId41"/>
    <p:sldId id="314" r:id="rId42"/>
    <p:sldId id="31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86722" autoAdjust="0"/>
  </p:normalViewPr>
  <p:slideViewPr>
    <p:cSldViewPr>
      <p:cViewPr varScale="1">
        <p:scale>
          <a:sx n="99" d="100"/>
          <a:sy n="99" d="100"/>
        </p:scale>
        <p:origin x="97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ljaafreh" userId="22dec9b6-9790-486b-a8c8-b35f9ed81dc4" providerId="ADAL" clId="{39991D49-A26C-47CF-A37B-ADEBAD941EF7}"/>
    <pc:docChg chg="custSel modSld">
      <pc:chgData name="Ali Aljaafreh" userId="22dec9b6-9790-486b-a8c8-b35f9ed81dc4" providerId="ADAL" clId="{39991D49-A26C-47CF-A37B-ADEBAD941EF7}" dt="2023-07-26T02:49:45.229" v="49" actId="108"/>
      <pc:docMkLst>
        <pc:docMk/>
      </pc:docMkLst>
      <pc:sldChg chg="modSp mod">
        <pc:chgData name="Ali Aljaafreh" userId="22dec9b6-9790-486b-a8c8-b35f9ed81dc4" providerId="ADAL" clId="{39991D49-A26C-47CF-A37B-ADEBAD941EF7}" dt="2023-07-26T02:48:41.752" v="0" actId="207"/>
        <pc:sldMkLst>
          <pc:docMk/>
          <pc:sldMk cId="0" sldId="260"/>
        </pc:sldMkLst>
        <pc:spChg chg="mod">
          <ac:chgData name="Ali Aljaafreh" userId="22dec9b6-9790-486b-a8c8-b35f9ed81dc4" providerId="ADAL" clId="{39991D49-A26C-47CF-A37B-ADEBAD941EF7}" dt="2023-07-26T02:48:41.752" v="0" actId="20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45.366" v="1" actId="108"/>
        <pc:sldMkLst>
          <pc:docMk/>
          <pc:sldMk cId="0" sldId="261"/>
        </pc:sldMkLst>
        <pc:spChg chg="mod">
          <ac:chgData name="Ali Aljaafreh" userId="22dec9b6-9790-486b-a8c8-b35f9ed81dc4" providerId="ADAL" clId="{39991D49-A26C-47CF-A37B-ADEBAD941EF7}" dt="2023-07-26T02:48:45.366" v="1" actId="108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47.413" v="3" actId="27636"/>
        <pc:sldMkLst>
          <pc:docMk/>
          <pc:sldMk cId="0" sldId="262"/>
        </pc:sldMkLst>
        <pc:spChg chg="mod">
          <ac:chgData name="Ali Aljaafreh" userId="22dec9b6-9790-486b-a8c8-b35f9ed81dc4" providerId="ADAL" clId="{39991D49-A26C-47CF-A37B-ADEBAD941EF7}" dt="2023-07-26T02:48:47.413" v="3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48.652" v="5" actId="27636"/>
        <pc:sldMkLst>
          <pc:docMk/>
          <pc:sldMk cId="0" sldId="264"/>
        </pc:sldMkLst>
        <pc:spChg chg="mod">
          <ac:chgData name="Ali Aljaafreh" userId="22dec9b6-9790-486b-a8c8-b35f9ed81dc4" providerId="ADAL" clId="{39991D49-A26C-47CF-A37B-ADEBAD941EF7}" dt="2023-07-26T02:48:48.652" v="5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49.603" v="6" actId="108"/>
        <pc:sldMkLst>
          <pc:docMk/>
          <pc:sldMk cId="0" sldId="265"/>
        </pc:sldMkLst>
        <pc:spChg chg="mod">
          <ac:chgData name="Ali Aljaafreh" userId="22dec9b6-9790-486b-a8c8-b35f9ed81dc4" providerId="ADAL" clId="{39991D49-A26C-47CF-A37B-ADEBAD941EF7}" dt="2023-07-26T02:48:49.603" v="6" actId="108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50.631" v="8" actId="27636"/>
        <pc:sldMkLst>
          <pc:docMk/>
          <pc:sldMk cId="0" sldId="267"/>
        </pc:sldMkLst>
        <pc:spChg chg="mod">
          <ac:chgData name="Ali Aljaafreh" userId="22dec9b6-9790-486b-a8c8-b35f9ed81dc4" providerId="ADAL" clId="{39991D49-A26C-47CF-A37B-ADEBAD941EF7}" dt="2023-07-26T02:48:50.631" v="8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15.344" v="30" actId="108"/>
        <pc:sldMkLst>
          <pc:docMk/>
          <pc:sldMk cId="0" sldId="268"/>
        </pc:sldMkLst>
        <pc:spChg chg="mod">
          <ac:chgData name="Ali Aljaafreh" userId="22dec9b6-9790-486b-a8c8-b35f9ed81dc4" providerId="ADAL" clId="{39991D49-A26C-47CF-A37B-ADEBAD941EF7}" dt="2023-07-26T02:49:15.344" v="30" actId="108"/>
          <ac:spMkLst>
            <pc:docMk/>
            <pc:sldMk cId="0" sldId="268"/>
            <ac:spMk id="26626" creationId="{5F923433-85D4-41EA-A82D-C92B38CE5731}"/>
          </ac:spMkLst>
        </pc:spChg>
      </pc:sldChg>
      <pc:sldChg chg="modSp mod">
        <pc:chgData name="Ali Aljaafreh" userId="22dec9b6-9790-486b-a8c8-b35f9ed81dc4" providerId="ADAL" clId="{39991D49-A26C-47CF-A37B-ADEBAD941EF7}" dt="2023-07-26T02:48:51.622" v="10" actId="27636"/>
        <pc:sldMkLst>
          <pc:docMk/>
          <pc:sldMk cId="0" sldId="269"/>
        </pc:sldMkLst>
        <pc:spChg chg="mod">
          <ac:chgData name="Ali Aljaafreh" userId="22dec9b6-9790-486b-a8c8-b35f9ed81dc4" providerId="ADAL" clId="{39991D49-A26C-47CF-A37B-ADEBAD941EF7}" dt="2023-07-26T02:48:51.622" v="10" actId="2763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52.602" v="11" actId="108"/>
        <pc:sldMkLst>
          <pc:docMk/>
          <pc:sldMk cId="0" sldId="270"/>
        </pc:sldMkLst>
        <pc:spChg chg="mod">
          <ac:chgData name="Ali Aljaafreh" userId="22dec9b6-9790-486b-a8c8-b35f9ed81dc4" providerId="ADAL" clId="{39991D49-A26C-47CF-A37B-ADEBAD941EF7}" dt="2023-07-26T02:48:52.602" v="11" actId="108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53.810" v="13" actId="27636"/>
        <pc:sldMkLst>
          <pc:docMk/>
          <pc:sldMk cId="0" sldId="271"/>
        </pc:sldMkLst>
        <pc:spChg chg="mod">
          <ac:chgData name="Ali Aljaafreh" userId="22dec9b6-9790-486b-a8c8-b35f9ed81dc4" providerId="ADAL" clId="{39991D49-A26C-47CF-A37B-ADEBAD941EF7}" dt="2023-07-26T02:48:53.810" v="13" actId="2763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8:54.819" v="15" actId="27636"/>
        <pc:sldMkLst>
          <pc:docMk/>
          <pc:sldMk cId="0" sldId="272"/>
        </pc:sldMkLst>
        <pc:spChg chg="mod">
          <ac:chgData name="Ali Aljaafreh" userId="22dec9b6-9790-486b-a8c8-b35f9ed81dc4" providerId="ADAL" clId="{39991D49-A26C-47CF-A37B-ADEBAD941EF7}" dt="2023-07-26T02:48:54.819" v="15" actId="27636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21.911" v="38" actId="108"/>
        <pc:sldMkLst>
          <pc:docMk/>
          <pc:sldMk cId="0" sldId="274"/>
        </pc:sldMkLst>
        <pc:spChg chg="mod">
          <ac:chgData name="Ali Aljaafreh" userId="22dec9b6-9790-486b-a8c8-b35f9ed81dc4" providerId="ADAL" clId="{39991D49-A26C-47CF-A37B-ADEBAD941EF7}" dt="2023-07-26T02:49:21.911" v="38" actId="108"/>
          <ac:spMkLst>
            <pc:docMk/>
            <pc:sldMk cId="0" sldId="274"/>
            <ac:spMk id="32770" creationId="{59FC4111-C131-410A-A929-B15E9E7E361E}"/>
          </ac:spMkLst>
        </pc:spChg>
      </pc:sldChg>
      <pc:sldChg chg="modSp mod">
        <pc:chgData name="Ali Aljaafreh" userId="22dec9b6-9790-486b-a8c8-b35f9ed81dc4" providerId="ADAL" clId="{39991D49-A26C-47CF-A37B-ADEBAD941EF7}" dt="2023-07-26T02:48:56.999" v="17" actId="27636"/>
        <pc:sldMkLst>
          <pc:docMk/>
          <pc:sldMk cId="0" sldId="275"/>
        </pc:sldMkLst>
        <pc:spChg chg="mod">
          <ac:chgData name="Ali Aljaafreh" userId="22dec9b6-9790-486b-a8c8-b35f9ed81dc4" providerId="ADAL" clId="{39991D49-A26C-47CF-A37B-ADEBAD941EF7}" dt="2023-07-26T02:48:56.999" v="17" actId="2763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21.112" v="37" actId="108"/>
        <pc:sldMkLst>
          <pc:docMk/>
          <pc:sldMk cId="0" sldId="276"/>
        </pc:sldMkLst>
        <pc:spChg chg="mod">
          <ac:chgData name="Ali Aljaafreh" userId="22dec9b6-9790-486b-a8c8-b35f9ed81dc4" providerId="ADAL" clId="{39991D49-A26C-47CF-A37B-ADEBAD941EF7}" dt="2023-07-26T02:49:21.112" v="37" actId="108"/>
          <ac:spMkLst>
            <pc:docMk/>
            <pc:sldMk cId="0" sldId="276"/>
            <ac:spMk id="34818" creationId="{30EB45E5-928C-430F-BA6F-BFF1E5F19701}"/>
          </ac:spMkLst>
        </pc:spChg>
      </pc:sldChg>
      <pc:sldChg chg="modSp mod">
        <pc:chgData name="Ali Aljaafreh" userId="22dec9b6-9790-486b-a8c8-b35f9ed81dc4" providerId="ADAL" clId="{39991D49-A26C-47CF-A37B-ADEBAD941EF7}" dt="2023-07-26T02:48:58.241" v="18" actId="108"/>
        <pc:sldMkLst>
          <pc:docMk/>
          <pc:sldMk cId="0" sldId="277"/>
        </pc:sldMkLst>
        <pc:spChg chg="mod">
          <ac:chgData name="Ali Aljaafreh" userId="22dec9b6-9790-486b-a8c8-b35f9ed81dc4" providerId="ADAL" clId="{39991D49-A26C-47CF-A37B-ADEBAD941EF7}" dt="2023-07-26T02:48:58.241" v="18" actId="108"/>
          <ac:spMkLst>
            <pc:docMk/>
            <pc:sldMk cId="0" sldId="277"/>
            <ac:spMk id="4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18.714" v="34" actId="108"/>
        <pc:sldMkLst>
          <pc:docMk/>
          <pc:sldMk cId="0" sldId="279"/>
        </pc:sldMkLst>
        <pc:spChg chg="mod">
          <ac:chgData name="Ali Aljaafreh" userId="22dec9b6-9790-486b-a8c8-b35f9ed81dc4" providerId="ADAL" clId="{39991D49-A26C-47CF-A37B-ADEBAD941EF7}" dt="2023-07-26T02:49:18.714" v="34" actId="108"/>
          <ac:spMkLst>
            <pc:docMk/>
            <pc:sldMk cId="0" sldId="279"/>
            <ac:spMk id="37890" creationId="{885AF526-1B35-4854-8227-8456969F4126}"/>
          </ac:spMkLst>
        </pc:spChg>
      </pc:sldChg>
      <pc:sldChg chg="modSp mod">
        <pc:chgData name="Ali Aljaafreh" userId="22dec9b6-9790-486b-a8c8-b35f9ed81dc4" providerId="ADAL" clId="{39991D49-A26C-47CF-A37B-ADEBAD941EF7}" dt="2023-07-26T02:48:59.124" v="19" actId="108"/>
        <pc:sldMkLst>
          <pc:docMk/>
          <pc:sldMk cId="0" sldId="281"/>
        </pc:sldMkLst>
        <pc:spChg chg="mod">
          <ac:chgData name="Ali Aljaafreh" userId="22dec9b6-9790-486b-a8c8-b35f9ed81dc4" providerId="ADAL" clId="{39991D49-A26C-47CF-A37B-ADEBAD941EF7}" dt="2023-07-26T02:48:59.124" v="19" actId="108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00.055" v="20" actId="108"/>
        <pc:sldMkLst>
          <pc:docMk/>
          <pc:sldMk cId="0" sldId="282"/>
        </pc:sldMkLst>
        <pc:spChg chg="mod">
          <ac:chgData name="Ali Aljaafreh" userId="22dec9b6-9790-486b-a8c8-b35f9ed81dc4" providerId="ADAL" clId="{39991D49-A26C-47CF-A37B-ADEBAD941EF7}" dt="2023-07-26T02:49:00.055" v="20" actId="108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01.070" v="22" actId="27636"/>
        <pc:sldMkLst>
          <pc:docMk/>
          <pc:sldMk cId="0" sldId="284"/>
        </pc:sldMkLst>
        <pc:spChg chg="mod">
          <ac:chgData name="Ali Aljaafreh" userId="22dec9b6-9790-486b-a8c8-b35f9ed81dc4" providerId="ADAL" clId="{39991D49-A26C-47CF-A37B-ADEBAD941EF7}" dt="2023-07-26T02:49:01.070" v="22" actId="27636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02.128" v="23" actId="108"/>
        <pc:sldMkLst>
          <pc:docMk/>
          <pc:sldMk cId="0" sldId="286"/>
        </pc:sldMkLst>
        <pc:spChg chg="mod">
          <ac:chgData name="Ali Aljaafreh" userId="22dec9b6-9790-486b-a8c8-b35f9ed81dc4" providerId="ADAL" clId="{39991D49-A26C-47CF-A37B-ADEBAD941EF7}" dt="2023-07-26T02:49:02.128" v="23" actId="108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42.437" v="47" actId="108"/>
        <pc:sldMkLst>
          <pc:docMk/>
          <pc:sldMk cId="0" sldId="288"/>
        </pc:sldMkLst>
        <pc:spChg chg="mod">
          <ac:chgData name="Ali Aljaafreh" userId="22dec9b6-9790-486b-a8c8-b35f9ed81dc4" providerId="ADAL" clId="{39991D49-A26C-47CF-A37B-ADEBAD941EF7}" dt="2023-07-26T02:49:42.437" v="47" actId="108"/>
          <ac:spMkLst>
            <pc:docMk/>
            <pc:sldMk cId="0" sldId="288"/>
            <ac:spMk id="47106" creationId="{F8D2991C-89B8-46AE-B9DB-A38557C17E57}"/>
          </ac:spMkLst>
        </pc:spChg>
      </pc:sldChg>
      <pc:sldChg chg="modSp mod">
        <pc:chgData name="Ali Aljaafreh" userId="22dec9b6-9790-486b-a8c8-b35f9ed81dc4" providerId="ADAL" clId="{39991D49-A26C-47CF-A37B-ADEBAD941EF7}" dt="2023-07-26T02:49:17.098" v="32" actId="108"/>
        <pc:sldMkLst>
          <pc:docMk/>
          <pc:sldMk cId="0" sldId="290"/>
        </pc:sldMkLst>
        <pc:spChg chg="mod">
          <ac:chgData name="Ali Aljaafreh" userId="22dec9b6-9790-486b-a8c8-b35f9ed81dc4" providerId="ADAL" clId="{39991D49-A26C-47CF-A37B-ADEBAD941EF7}" dt="2023-07-26T02:49:17.098" v="32" actId="108"/>
          <ac:spMkLst>
            <pc:docMk/>
            <pc:sldMk cId="0" sldId="290"/>
            <ac:spMk id="27650" creationId="{BD3E78BB-179D-4015-AFA9-ABD9600E80C4}"/>
          </ac:spMkLst>
        </pc:spChg>
      </pc:sldChg>
      <pc:sldChg chg="modSp mod">
        <pc:chgData name="Ali Aljaafreh" userId="22dec9b6-9790-486b-a8c8-b35f9ed81dc4" providerId="ADAL" clId="{39991D49-A26C-47CF-A37B-ADEBAD941EF7}" dt="2023-07-26T02:49:23.552" v="40" actId="108"/>
        <pc:sldMkLst>
          <pc:docMk/>
          <pc:sldMk cId="0" sldId="292"/>
        </pc:sldMkLst>
        <pc:spChg chg="mod">
          <ac:chgData name="Ali Aljaafreh" userId="22dec9b6-9790-486b-a8c8-b35f9ed81dc4" providerId="ADAL" clId="{39991D49-A26C-47CF-A37B-ADEBAD941EF7}" dt="2023-07-26T02:49:23.552" v="40" actId="108"/>
          <ac:spMkLst>
            <pc:docMk/>
            <pc:sldMk cId="0" sldId="292"/>
            <ac:spMk id="39939" creationId="{EC41F30E-D432-4D62-AF09-DB6286476CE3}"/>
          </ac:spMkLst>
        </pc:spChg>
      </pc:sldChg>
      <pc:sldChg chg="modSp mod">
        <pc:chgData name="Ali Aljaafreh" userId="22dec9b6-9790-486b-a8c8-b35f9ed81dc4" providerId="ADAL" clId="{39991D49-A26C-47CF-A37B-ADEBAD941EF7}" dt="2023-07-26T02:49:19.496" v="35" actId="108"/>
        <pc:sldMkLst>
          <pc:docMk/>
          <pc:sldMk cId="0" sldId="293"/>
        </pc:sldMkLst>
        <pc:spChg chg="mod">
          <ac:chgData name="Ali Aljaafreh" userId="22dec9b6-9790-486b-a8c8-b35f9ed81dc4" providerId="ADAL" clId="{39991D49-A26C-47CF-A37B-ADEBAD941EF7}" dt="2023-07-26T02:49:19.496" v="35" actId="108"/>
          <ac:spMkLst>
            <pc:docMk/>
            <pc:sldMk cId="0" sldId="293"/>
            <ac:spMk id="16386" creationId="{8ED55745-C502-4BC7-9E25-952A1705EBCA}"/>
          </ac:spMkLst>
        </pc:spChg>
      </pc:sldChg>
      <pc:sldChg chg="modSp mod">
        <pc:chgData name="Ali Aljaafreh" userId="22dec9b6-9790-486b-a8c8-b35f9ed81dc4" providerId="ADAL" clId="{39991D49-A26C-47CF-A37B-ADEBAD941EF7}" dt="2023-07-26T02:49:38.277" v="43" actId="108"/>
        <pc:sldMkLst>
          <pc:docMk/>
          <pc:sldMk cId="0" sldId="294"/>
        </pc:sldMkLst>
        <pc:spChg chg="mod">
          <ac:chgData name="Ali Aljaafreh" userId="22dec9b6-9790-486b-a8c8-b35f9ed81dc4" providerId="ADAL" clId="{39991D49-A26C-47CF-A37B-ADEBAD941EF7}" dt="2023-07-26T02:49:38.277" v="43" actId="108"/>
          <ac:spMkLst>
            <pc:docMk/>
            <pc:sldMk cId="0" sldId="294"/>
            <ac:spMk id="41987" creationId="{3F5A03B4-8D13-4082-B887-859E608D63F0}"/>
          </ac:spMkLst>
        </pc:spChg>
      </pc:sldChg>
      <pc:sldChg chg="modSp mod">
        <pc:chgData name="Ali Aljaafreh" userId="22dec9b6-9790-486b-a8c8-b35f9ed81dc4" providerId="ADAL" clId="{39991D49-A26C-47CF-A37B-ADEBAD941EF7}" dt="2023-07-26T02:49:39.365" v="44" actId="108"/>
        <pc:sldMkLst>
          <pc:docMk/>
          <pc:sldMk cId="0" sldId="295"/>
        </pc:sldMkLst>
        <pc:spChg chg="mod">
          <ac:chgData name="Ali Aljaafreh" userId="22dec9b6-9790-486b-a8c8-b35f9ed81dc4" providerId="ADAL" clId="{39991D49-A26C-47CF-A37B-ADEBAD941EF7}" dt="2023-07-26T02:49:39.365" v="44" actId="108"/>
          <ac:spMkLst>
            <pc:docMk/>
            <pc:sldMk cId="0" sldId="295"/>
            <ac:spMk id="43011" creationId="{A0019ADD-4865-455D-926E-1400A84A81D1}"/>
          </ac:spMkLst>
        </pc:spChg>
      </pc:sldChg>
      <pc:sldChg chg="modSp mod">
        <pc:chgData name="Ali Aljaafreh" userId="22dec9b6-9790-486b-a8c8-b35f9ed81dc4" providerId="ADAL" clId="{39991D49-A26C-47CF-A37B-ADEBAD941EF7}" dt="2023-07-26T02:49:40.405" v="45" actId="108"/>
        <pc:sldMkLst>
          <pc:docMk/>
          <pc:sldMk cId="0" sldId="296"/>
        </pc:sldMkLst>
        <pc:spChg chg="mod">
          <ac:chgData name="Ali Aljaafreh" userId="22dec9b6-9790-486b-a8c8-b35f9ed81dc4" providerId="ADAL" clId="{39991D49-A26C-47CF-A37B-ADEBAD941EF7}" dt="2023-07-26T02:49:40.405" v="45" actId="108"/>
          <ac:spMkLst>
            <pc:docMk/>
            <pc:sldMk cId="0" sldId="296"/>
            <ac:spMk id="16387" creationId="{2E909565-88CD-4B3F-9EC2-9A58674DB6A8}"/>
          </ac:spMkLst>
        </pc:spChg>
      </pc:sldChg>
      <pc:sldChg chg="modSp mod">
        <pc:chgData name="Ali Aljaafreh" userId="22dec9b6-9790-486b-a8c8-b35f9ed81dc4" providerId="ADAL" clId="{39991D49-A26C-47CF-A37B-ADEBAD941EF7}" dt="2023-07-26T02:49:41.453" v="46" actId="108"/>
        <pc:sldMkLst>
          <pc:docMk/>
          <pc:sldMk cId="0" sldId="297"/>
        </pc:sldMkLst>
        <pc:spChg chg="mod">
          <ac:chgData name="Ali Aljaafreh" userId="22dec9b6-9790-486b-a8c8-b35f9ed81dc4" providerId="ADAL" clId="{39991D49-A26C-47CF-A37B-ADEBAD941EF7}" dt="2023-07-26T02:49:41.453" v="46" actId="108"/>
          <ac:spMkLst>
            <pc:docMk/>
            <pc:sldMk cId="0" sldId="297"/>
            <ac:spMk id="45059" creationId="{44C73FE8-929E-4840-A62E-5C76A42687CD}"/>
          </ac:spMkLst>
        </pc:spChg>
      </pc:sldChg>
      <pc:sldChg chg="modSp mod">
        <pc:chgData name="Ali Aljaafreh" userId="22dec9b6-9790-486b-a8c8-b35f9ed81dc4" providerId="ADAL" clId="{39991D49-A26C-47CF-A37B-ADEBAD941EF7}" dt="2023-07-26T02:49:34.533" v="41" actId="108"/>
        <pc:sldMkLst>
          <pc:docMk/>
          <pc:sldMk cId="0" sldId="298"/>
        </pc:sldMkLst>
        <pc:spChg chg="mod">
          <ac:chgData name="Ali Aljaafreh" userId="22dec9b6-9790-486b-a8c8-b35f9ed81dc4" providerId="ADAL" clId="{39991D49-A26C-47CF-A37B-ADEBAD941EF7}" dt="2023-07-26T02:49:34.533" v="41" actId="108"/>
          <ac:spMkLst>
            <pc:docMk/>
            <pc:sldMk cId="0" sldId="298"/>
            <ac:spMk id="26626" creationId="{A239F9B2-FBE5-40C4-B9F9-3AF1EC642A34}"/>
          </ac:spMkLst>
        </pc:spChg>
      </pc:sldChg>
      <pc:sldChg chg="modSp mod">
        <pc:chgData name="Ali Aljaafreh" userId="22dec9b6-9790-486b-a8c8-b35f9ed81dc4" providerId="ADAL" clId="{39991D49-A26C-47CF-A37B-ADEBAD941EF7}" dt="2023-07-26T02:49:36.814" v="42" actId="108"/>
        <pc:sldMkLst>
          <pc:docMk/>
          <pc:sldMk cId="0" sldId="299"/>
        </pc:sldMkLst>
        <pc:spChg chg="mod">
          <ac:chgData name="Ali Aljaafreh" userId="22dec9b6-9790-486b-a8c8-b35f9ed81dc4" providerId="ADAL" clId="{39991D49-A26C-47CF-A37B-ADEBAD941EF7}" dt="2023-07-26T02:49:36.814" v="42" actId="108"/>
          <ac:spMkLst>
            <pc:docMk/>
            <pc:sldMk cId="0" sldId="299"/>
            <ac:spMk id="2" creationId="{4B4DD248-4C94-4F87-BB1A-0F66BED13626}"/>
          </ac:spMkLst>
        </pc:spChg>
      </pc:sldChg>
      <pc:sldChg chg="modSp mod">
        <pc:chgData name="Ali Aljaafreh" userId="22dec9b6-9790-486b-a8c8-b35f9ed81dc4" providerId="ADAL" clId="{39991D49-A26C-47CF-A37B-ADEBAD941EF7}" dt="2023-07-26T02:49:12.963" v="28" actId="108"/>
        <pc:sldMkLst>
          <pc:docMk/>
          <pc:sldMk cId="0" sldId="302"/>
        </pc:sldMkLst>
        <pc:spChg chg="mod">
          <ac:chgData name="Ali Aljaafreh" userId="22dec9b6-9790-486b-a8c8-b35f9ed81dc4" providerId="ADAL" clId="{39991D49-A26C-47CF-A37B-ADEBAD941EF7}" dt="2023-07-26T02:49:12.963" v="28" actId="108"/>
          <ac:spMkLst>
            <pc:docMk/>
            <pc:sldMk cId="0" sldId="302"/>
            <ac:spMk id="2" creationId="{8C44D539-389A-4B05-9F24-6F9891DA22F7}"/>
          </ac:spMkLst>
        </pc:spChg>
      </pc:sldChg>
      <pc:sldChg chg="modSp mod">
        <pc:chgData name="Ali Aljaafreh" userId="22dec9b6-9790-486b-a8c8-b35f9ed81dc4" providerId="ADAL" clId="{39991D49-A26C-47CF-A37B-ADEBAD941EF7}" dt="2023-07-26T02:49:04.347" v="26" actId="108"/>
        <pc:sldMkLst>
          <pc:docMk/>
          <pc:sldMk cId="0" sldId="308"/>
        </pc:sldMkLst>
        <pc:spChg chg="mod">
          <ac:chgData name="Ali Aljaafreh" userId="22dec9b6-9790-486b-a8c8-b35f9ed81dc4" providerId="ADAL" clId="{39991D49-A26C-47CF-A37B-ADEBAD941EF7}" dt="2023-07-26T02:49:04.347" v="26" actId="108"/>
          <ac:spMkLst>
            <pc:docMk/>
            <pc:sldMk cId="0" sldId="308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05.746" v="27" actId="108"/>
        <pc:sldMkLst>
          <pc:docMk/>
          <pc:sldMk cId="0" sldId="309"/>
        </pc:sldMkLst>
        <pc:spChg chg="mod">
          <ac:chgData name="Ali Aljaafreh" userId="22dec9b6-9790-486b-a8c8-b35f9ed81dc4" providerId="ADAL" clId="{39991D49-A26C-47CF-A37B-ADEBAD941EF7}" dt="2023-07-26T02:49:05.746" v="27" actId="108"/>
          <ac:spMkLst>
            <pc:docMk/>
            <pc:sldMk cId="0" sldId="309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43.845" v="48" actId="108"/>
        <pc:sldMkLst>
          <pc:docMk/>
          <pc:sldMk cId="0" sldId="314"/>
        </pc:sldMkLst>
        <pc:spChg chg="mod">
          <ac:chgData name="Ali Aljaafreh" userId="22dec9b6-9790-486b-a8c8-b35f9ed81dc4" providerId="ADAL" clId="{39991D49-A26C-47CF-A37B-ADEBAD941EF7}" dt="2023-07-26T02:49:43.845" v="48" actId="108"/>
          <ac:spMkLst>
            <pc:docMk/>
            <pc:sldMk cId="0" sldId="314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45.229" v="49" actId="108"/>
        <pc:sldMkLst>
          <pc:docMk/>
          <pc:sldMk cId="0" sldId="315"/>
        </pc:sldMkLst>
        <pc:spChg chg="mod">
          <ac:chgData name="Ali Aljaafreh" userId="22dec9b6-9790-486b-a8c8-b35f9ed81dc4" providerId="ADAL" clId="{39991D49-A26C-47CF-A37B-ADEBAD941EF7}" dt="2023-07-26T02:49:45.229" v="49" actId="108"/>
          <ac:spMkLst>
            <pc:docMk/>
            <pc:sldMk cId="0" sldId="315"/>
            <ac:spMk id="3" creationId="{00000000-0000-0000-0000-000000000000}"/>
          </ac:spMkLst>
        </pc:spChg>
      </pc:sldChg>
      <pc:sldChg chg="modSp mod">
        <pc:chgData name="Ali Aljaafreh" userId="22dec9b6-9790-486b-a8c8-b35f9ed81dc4" providerId="ADAL" clId="{39991D49-A26C-47CF-A37B-ADEBAD941EF7}" dt="2023-07-26T02:49:03.250" v="25" actId="27636"/>
        <pc:sldMkLst>
          <pc:docMk/>
          <pc:sldMk cId="45978866" sldId="316"/>
        </pc:sldMkLst>
        <pc:spChg chg="mod">
          <ac:chgData name="Ali Aljaafreh" userId="22dec9b6-9790-486b-a8c8-b35f9ed81dc4" providerId="ADAL" clId="{39991D49-A26C-47CF-A37B-ADEBAD941EF7}" dt="2023-07-26T02:49:03.250" v="25" actId="27636"/>
          <ac:spMkLst>
            <pc:docMk/>
            <pc:sldMk cId="45978866" sldId="316"/>
            <ac:spMk id="4" creationId="{3443404D-75D2-45D2-9948-25ED8DE308FB}"/>
          </ac:spMkLst>
        </pc:spChg>
      </pc:sldChg>
      <pc:sldChg chg="modSp mod">
        <pc:chgData name="Ali Aljaafreh" userId="22dec9b6-9790-486b-a8c8-b35f9ed81dc4" providerId="ADAL" clId="{39991D49-A26C-47CF-A37B-ADEBAD941EF7}" dt="2023-07-26T02:49:14.144" v="29" actId="108"/>
        <pc:sldMkLst>
          <pc:docMk/>
          <pc:sldMk cId="0" sldId="317"/>
        </pc:sldMkLst>
        <pc:spChg chg="mod">
          <ac:chgData name="Ali Aljaafreh" userId="22dec9b6-9790-486b-a8c8-b35f9ed81dc4" providerId="ADAL" clId="{39991D49-A26C-47CF-A37B-ADEBAD941EF7}" dt="2023-07-26T02:49:14.144" v="29" actId="108"/>
          <ac:spMkLst>
            <pc:docMk/>
            <pc:sldMk cId="0" sldId="317"/>
            <ac:spMk id="25602" creationId="{92C66C3F-1C9F-4F18-AFBF-EC13030AE164}"/>
          </ac:spMkLst>
        </pc:spChg>
      </pc:sldChg>
      <pc:sldChg chg="modSp mod">
        <pc:chgData name="Ali Aljaafreh" userId="22dec9b6-9790-486b-a8c8-b35f9ed81dc4" providerId="ADAL" clId="{39991D49-A26C-47CF-A37B-ADEBAD941EF7}" dt="2023-07-26T02:49:16.245" v="31" actId="108"/>
        <pc:sldMkLst>
          <pc:docMk/>
          <pc:sldMk cId="0" sldId="318"/>
        </pc:sldMkLst>
        <pc:spChg chg="mod">
          <ac:chgData name="Ali Aljaafreh" userId="22dec9b6-9790-486b-a8c8-b35f9ed81dc4" providerId="ADAL" clId="{39991D49-A26C-47CF-A37B-ADEBAD941EF7}" dt="2023-07-26T02:49:16.245" v="31" actId="108"/>
          <ac:spMkLst>
            <pc:docMk/>
            <pc:sldMk cId="0" sldId="318"/>
            <ac:spMk id="27650" creationId="{0ABC1EB8-C009-4F6F-8257-88EE3A9499A5}"/>
          </ac:spMkLst>
        </pc:spChg>
      </pc:sldChg>
      <pc:sldChg chg="modSp mod">
        <pc:chgData name="Ali Aljaafreh" userId="22dec9b6-9790-486b-a8c8-b35f9ed81dc4" providerId="ADAL" clId="{39991D49-A26C-47CF-A37B-ADEBAD941EF7}" dt="2023-07-26T02:49:17.888" v="33" actId="108"/>
        <pc:sldMkLst>
          <pc:docMk/>
          <pc:sldMk cId="0" sldId="319"/>
        </pc:sldMkLst>
        <pc:spChg chg="mod">
          <ac:chgData name="Ali Aljaafreh" userId="22dec9b6-9790-486b-a8c8-b35f9ed81dc4" providerId="ADAL" clId="{39991D49-A26C-47CF-A37B-ADEBAD941EF7}" dt="2023-07-26T02:49:17.888" v="33" actId="108"/>
          <ac:spMkLst>
            <pc:docMk/>
            <pc:sldMk cId="0" sldId="319"/>
            <ac:spMk id="28674" creationId="{A33EAE7A-D31A-43FC-B55B-B4A191C9A898}"/>
          </ac:spMkLst>
        </pc:spChg>
      </pc:sldChg>
      <pc:sldChg chg="modSp mod">
        <pc:chgData name="Ali Aljaafreh" userId="22dec9b6-9790-486b-a8c8-b35f9ed81dc4" providerId="ADAL" clId="{39991D49-A26C-47CF-A37B-ADEBAD941EF7}" dt="2023-07-26T02:49:20.287" v="36" actId="108"/>
        <pc:sldMkLst>
          <pc:docMk/>
          <pc:sldMk cId="0" sldId="320"/>
        </pc:sldMkLst>
        <pc:spChg chg="mod">
          <ac:chgData name="Ali Aljaafreh" userId="22dec9b6-9790-486b-a8c8-b35f9ed81dc4" providerId="ADAL" clId="{39991D49-A26C-47CF-A37B-ADEBAD941EF7}" dt="2023-07-26T02:49:20.287" v="36" actId="108"/>
          <ac:spMkLst>
            <pc:docMk/>
            <pc:sldMk cId="0" sldId="320"/>
            <ac:spMk id="29698" creationId="{B7A89E5C-3513-4A15-ACE2-C2C5B92D3002}"/>
          </ac:spMkLst>
        </pc:spChg>
      </pc:sldChg>
      <pc:sldChg chg="modSp mod">
        <pc:chgData name="Ali Aljaafreh" userId="22dec9b6-9790-486b-a8c8-b35f9ed81dc4" providerId="ADAL" clId="{39991D49-A26C-47CF-A37B-ADEBAD941EF7}" dt="2023-07-26T02:49:22.680" v="39" actId="108"/>
        <pc:sldMkLst>
          <pc:docMk/>
          <pc:sldMk cId="0" sldId="324"/>
        </pc:sldMkLst>
        <pc:spChg chg="mod">
          <ac:chgData name="Ali Aljaafreh" userId="22dec9b6-9790-486b-a8c8-b35f9ed81dc4" providerId="ADAL" clId="{39991D49-A26C-47CF-A37B-ADEBAD941EF7}" dt="2023-07-26T02:49:22.680" v="39" actId="108"/>
          <ac:spMkLst>
            <pc:docMk/>
            <pc:sldMk cId="0" sldId="324"/>
            <ac:spMk id="39938" creationId="{B144F55E-202B-457F-8C59-C31D028866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F1B1C-EF43-42DF-8D93-6D1AA054F092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68BF-496A-42D2-A159-C1EBC09BAB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76605" marR="379095" lvl="1" indent="-228600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77724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68BF-496A-42D2-A159-C1EBC09BAB5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816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6DBFA7FE-DEF7-45A6-934C-1D835F3824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8C7B5FCB-A108-4375-838D-BD24D0EE6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B6C16E0E-4758-453C-BDB7-D7CDCFFA8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A7D7A34-14B3-44BD-955B-A49497FC95FD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22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4F0F1E2A-68F5-4883-A7D6-017103A399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4A9D941A-572A-4D01-B788-92076331B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141B0292-B94D-404F-8BAA-5AC179D08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3B46330-B87E-4699-A758-E301378D6120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23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A97C7BDE-FD87-493C-9929-8225643854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CB373418-097D-4EA2-ABF6-DE086CC41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EAE43D4B-4061-4186-A1AA-AE6AE2DA9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8BE15D8-B87A-49A8-8F05-5618275BC75A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24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C123F6D8-72F1-4338-8B5B-0CB3E21C2C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6D87E333-EC4D-44E4-BB6C-5D779026F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31EBD73B-31F8-499E-919F-2F6956112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39D8726-78C3-4ECB-BAC7-596B4F0E78AF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25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B80BF97B-D95C-4002-BE46-1549048599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8571245C-ED87-4595-AAE4-F36E2743B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BD0324A0-3CDA-4F03-95F8-4B5E7ABFE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785EB6E-EFDB-4CCF-8692-C582EAC4E5E6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26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2763C143-B57B-4D14-A3BE-CB8A6517CC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49EB73A4-040D-42FA-8F63-95A3A6512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1FBE2DE5-5E55-46CC-8F47-5391FCEFD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639FD24-813F-40AE-A4DC-458E5FF99C8D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1E962C20-03B4-46D0-B5F3-BD68E316A9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1D2A020D-FD93-4A3E-AB3E-198E4335B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8A9C7AF-1F25-40CE-9629-4E3793707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AF676E3-E00F-4F54-86F9-D3CA6B47FB28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29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3FF72790-8778-4125-8B3A-2A9E17DC25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7211775D-A801-47F3-959D-F55C19E73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733F9AE2-DCB1-4727-823C-F6C9968E8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8D554FC-7910-4539-807C-C5E4C7072E65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30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AAE6017E-B29E-4568-B398-680D824CCE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94BF0040-4698-4637-88DE-F359140B6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03BEB2FC-B087-42AB-97A5-5208E0043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2FECADA-C543-477D-84C2-7A80BFC71D2C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31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83C69098-1DBA-4D45-B198-E68050C8B1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E5A2228A-6FBE-427C-AD64-DB4ECFEA3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&amp;</a:t>
            </a:r>
            <a:r>
              <a:rPr lang="en-US" altLang="en-US" dirty="0" err="1"/>
              <a:t>nbsp</a:t>
            </a:r>
            <a:r>
              <a:rPr lang="en-US" altLang="en-US" dirty="0"/>
              <a:t> is for space</a:t>
            </a: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5E387C51-4FA5-4F2C-BCC9-13A02E277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F7FFFAA-B747-4C8B-A676-151884C11A9F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32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A0845978-D0ED-4DE3-AC75-1D4BCA016B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160C1E83-1561-4FE3-B66E-835F1E9AB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8E483AE1-AC72-40A5-A25B-64D1CDCC3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1DA399B-0055-4DB8-A72C-E72869857C9C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33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2D85FD38-E06C-412A-B700-BC3C8EF7C3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EE3FA70E-F2B5-4BDE-8C9F-EE66BFC4A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A68B3211-3DF4-44D6-9755-7998834FB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15BFB8-10FF-48E4-844B-D76C4A676F43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36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244E1AB0-6324-4185-A41E-DA6A5522CB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1605F630-E784-476D-9303-7E4084D73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5C8D5F0C-803E-4311-A573-F9E57B7D0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4B3776C-E6E1-4335-AE20-602D8CA5E8CA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BC9A377-E561-4C4D-85B7-87A001CC0F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8BBFFE1-3C01-4179-A203-83917FD3C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97C46C4F-685F-4DBA-91BA-22745367A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A7557CB-6078-416E-B0BC-C3B0C4E38913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38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A6DDA50A-2698-460D-AF00-A30EEC686F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28182B3A-F5E2-4787-AF38-5DFEE3C6B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D98CFFF1-1938-4956-B772-E0A2FFCAA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57FD69-3335-4ED6-B22C-6908A1ACC4EF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39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F28EEFFC-3476-40D7-A091-FF5AF07550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762A98FE-E042-473B-9C80-FBFAAB29B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DCA435A2-251E-44D1-ABA8-114C7AEB1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B58E2DE-09FE-48B5-8B7E-D2E047D1A990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40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B22C-E7C2-4D9B-9C3E-B3770423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EA447-2275-4903-97D5-0EF4EF264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323C-6842-42A1-AE34-80EECC96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285F-01C7-4064-AF1F-C986D711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61DB0-E754-4632-BADF-5CEE7CA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7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E172-530A-4D1A-B2C5-91C70AE4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E0C8-7DCF-48A5-B01B-72B77AC44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D8764-6F1E-416E-88F1-C40EC896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A7AD7-758F-437C-8CE1-AFECB2DA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139AE-6A7F-4A3F-B55D-EF7BB338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9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45D9-8D6E-462F-AC5F-7BB4715F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11C77-EC1B-4D70-9E27-37B2E6C5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1775-49F7-4A48-B7C0-D9C11BD8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C9EE-4580-41D5-B986-FDAE9A06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1C14-7C63-4286-AD36-5C148DD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3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A15-60D4-4D51-8523-72BD3AF8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C380-48F3-4C56-AD06-EB8A6D266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5B96-8801-48EC-8518-84940648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1791-8B8D-451F-B33E-480EB096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0D6A-1B8C-41EC-8155-C991E24F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6DD7-BAF3-4453-8ADD-14B605AB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A53F-EFA9-4935-9BA6-ACD23B63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D2FFD-3B85-4820-9A85-46D10637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43DD0-9099-4073-9F4D-FA7CE1F1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F83C7-3C4A-4E06-A6EC-CCE99DC6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1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55C52-F4AE-48FF-B7ED-E59B9B30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0CF46-11FE-48D1-B8B9-CAECA0ED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EEA-32CF-4EDC-B2A9-66DF66C7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8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7B79-C372-4208-9243-122D500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3DEE-3AA0-40D2-B769-CFE4018E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934A8-77AF-408B-B458-B54836913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AF5-DB43-4606-9EAD-D4DFF04E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FE0FD-4B71-401F-8A4E-A66DEE72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D4E9A-31D9-4729-B33A-37322776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BC55-C3D8-407B-834B-CECFFB5D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26BAC-83CF-4F24-B598-08F19EA61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D9986-C85E-462F-86EC-A99E04E0C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FD837-8440-405F-8CDC-D907FDE0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B99F4-866C-4C1F-8FDA-F5B6DE8A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63BB6-94D8-4898-AC43-C5544E5D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58A4960-2CF9-4F7B-B4C7-6C13F4FEF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01271" y="2133600"/>
            <a:ext cx="5538329" cy="3031720"/>
          </a:xfrm>
          <a:prstGeom prst="rect">
            <a:avLst/>
          </a:prstGeom>
          <a:solidFill>
            <a:srgbClr val="3536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C0E71FB0-7939-4DDF-A383-231D84E07241}"/>
              </a:ext>
            </a:extLst>
          </p:cNvPr>
          <p:cNvSpPr>
            <a:spLocks/>
          </p:cNvSpPr>
          <p:nvPr userDrawn="1"/>
        </p:nvSpPr>
        <p:spPr bwMode="auto">
          <a:xfrm>
            <a:off x="136585" y="2152291"/>
            <a:ext cx="6694046" cy="3031721"/>
          </a:xfrm>
          <a:custGeom>
            <a:avLst/>
            <a:gdLst>
              <a:gd name="T0" fmla="*/ 4054 w 4054"/>
              <a:gd name="T1" fmla="*/ 804 h 1623"/>
              <a:gd name="T2" fmla="*/ 3860 w 4054"/>
              <a:gd name="T3" fmla="*/ 631 h 1623"/>
              <a:gd name="T4" fmla="*/ 3860 w 4054"/>
              <a:gd name="T5" fmla="*/ 0 h 1623"/>
              <a:gd name="T6" fmla="*/ 0 w 4054"/>
              <a:gd name="T7" fmla="*/ 0 h 1623"/>
              <a:gd name="T8" fmla="*/ 0 w 4054"/>
              <a:gd name="T9" fmla="*/ 1623 h 1623"/>
              <a:gd name="T10" fmla="*/ 3860 w 4054"/>
              <a:gd name="T11" fmla="*/ 1623 h 1623"/>
              <a:gd name="T12" fmla="*/ 3860 w 4054"/>
              <a:gd name="T13" fmla="*/ 976 h 1623"/>
              <a:gd name="T14" fmla="*/ 4054 w 4054"/>
              <a:gd name="T15" fmla="*/ 804 h 1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54" h="1623">
                <a:moveTo>
                  <a:pt x="4054" y="804"/>
                </a:moveTo>
                <a:lnTo>
                  <a:pt x="3860" y="631"/>
                </a:lnTo>
                <a:lnTo>
                  <a:pt x="3860" y="0"/>
                </a:lnTo>
                <a:lnTo>
                  <a:pt x="0" y="0"/>
                </a:lnTo>
                <a:lnTo>
                  <a:pt x="0" y="1623"/>
                </a:lnTo>
                <a:lnTo>
                  <a:pt x="3860" y="1623"/>
                </a:lnTo>
                <a:lnTo>
                  <a:pt x="3860" y="976"/>
                </a:lnTo>
                <a:lnTo>
                  <a:pt x="4054" y="804"/>
                </a:lnTo>
                <a:close/>
              </a:path>
            </a:pathLst>
          </a:custGeom>
          <a:gradFill>
            <a:gsLst>
              <a:gs pos="0">
                <a:srgbClr val="FFFF00">
                  <a:alpha val="30000"/>
                </a:srgbClr>
              </a:gs>
              <a:gs pos="50000">
                <a:srgbClr val="FFFF00">
                  <a:alpha val="52000"/>
                </a:srgb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 dirty="0"/>
          </a:p>
        </p:txBody>
      </p:sp>
      <p:pic>
        <p:nvPicPr>
          <p:cNvPr id="6" name="Picture 5" descr="A picture containing object&#10;&#10;Description automatically generated">
            <a:extLst>
              <a:ext uri="{FF2B5EF4-FFF2-40B4-BE49-F238E27FC236}">
                <a16:creationId xmlns:a16="http://schemas.microsoft.com/office/drawing/2014/main" id="{EE829E3D-5DC5-4C91-B8B5-3B7110E1DE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46" y="1438"/>
            <a:ext cx="7665790" cy="182736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205C-9ED4-4F7F-9D8A-6727FF2865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2971800"/>
            <a:ext cx="4776330" cy="685800"/>
          </a:xfrm>
        </p:spPr>
        <p:txBody>
          <a:bodyPr/>
          <a:lstStyle>
            <a:lvl1pPr>
              <a:defRPr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B8F57-8DD4-44E9-AC18-A7A8C7131C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600" y="2970663"/>
            <a:ext cx="4191000" cy="91440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538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4000" r="-4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D7EAF-242D-4B80-9DDE-E75E2110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1D8C2-8A15-46F1-A685-6BDE75347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8A7B-EC95-43F8-8F85-BA5FC1C30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38BF8-A7D3-44B9-9393-07DE8B836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8635-2CA3-476A-A1E5-2809B06A1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racket, holding, hitting, woman&#10;&#10;Description automatically generated">
            <a:extLst>
              <a:ext uri="{FF2B5EF4-FFF2-40B4-BE49-F238E27FC236}">
                <a16:creationId xmlns:a16="http://schemas.microsoft.com/office/drawing/2014/main" id="{1F5731C2-29BF-4169-8176-7D7E8F362D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297" y="0"/>
            <a:ext cx="12275297" cy="681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hyperlink" Target="https://html.spec.whatwg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hyperlink" Target="https://html5.validator.nu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validator.w3.org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tml5.validator.nu/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94421" y="2013915"/>
            <a:ext cx="2200910" cy="8966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700" dirty="0">
                <a:solidFill>
                  <a:srgbClr val="FFFFFF"/>
                </a:solidFill>
                <a:latin typeface="Impact"/>
                <a:cs typeface="Impact"/>
              </a:rPr>
              <a:t>Week</a:t>
            </a:r>
            <a:r>
              <a:rPr sz="5700" spc="-45" dirty="0">
                <a:solidFill>
                  <a:srgbClr val="FFFFFF"/>
                </a:solidFill>
                <a:latin typeface="Impact"/>
                <a:cs typeface="Impact"/>
              </a:rPr>
              <a:t> </a:t>
            </a:r>
            <a:r>
              <a:rPr sz="5700" spc="5" dirty="0">
                <a:solidFill>
                  <a:srgbClr val="FFFFFF"/>
                </a:solidFill>
                <a:latin typeface="Impact"/>
                <a:cs typeface="Impact"/>
              </a:rPr>
              <a:t>2</a:t>
            </a:r>
            <a:endParaRPr sz="5700">
              <a:latin typeface="Impact"/>
              <a:cs typeface="Impac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49883" y="2565247"/>
            <a:ext cx="524611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7345" marR="5080" indent="-33528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6F2F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sz="4400" b="0" spc="-80" dirty="0">
                <a:solidFill>
                  <a:srgbClr val="6F2F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0" spc="-5" dirty="0">
                <a:solidFill>
                  <a:srgbClr val="6F2F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sz="4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1200" y="5486400"/>
            <a:ext cx="86106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Campbell,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J.,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2018,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Web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Design:</a:t>
            </a:r>
            <a:r>
              <a:rPr sz="1200" spc="-5" dirty="0">
                <a:latin typeface="Calibri"/>
                <a:cs typeface="Calibri"/>
              </a:rPr>
              <a:t> Introductory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(6ed),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Cengage, Boston,</a:t>
            </a:r>
            <a:r>
              <a:rPr sz="1200" dirty="0">
                <a:latin typeface="Calibri"/>
                <a:cs typeface="Calibri"/>
              </a:rPr>
              <a:t> MA,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ISBN </a:t>
            </a:r>
            <a:r>
              <a:rPr sz="1200" spc="5" dirty="0">
                <a:latin typeface="Calibri"/>
                <a:cs typeface="Calibri"/>
              </a:rPr>
              <a:t>978-1-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337-27793-8</a:t>
            </a:r>
          </a:p>
          <a:p>
            <a:pPr marL="12700" marR="13462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© 2018 </a:t>
            </a:r>
            <a:r>
              <a:rPr sz="1200" spc="-5" dirty="0">
                <a:latin typeface="Calibri"/>
                <a:cs typeface="Calibri"/>
              </a:rPr>
              <a:t>Cengage. </a:t>
            </a:r>
            <a:r>
              <a:rPr sz="1200" dirty="0">
                <a:latin typeface="Calibri"/>
                <a:cs typeface="Calibri"/>
              </a:rPr>
              <a:t>All </a:t>
            </a:r>
            <a:r>
              <a:rPr sz="1200" spc="-5" dirty="0">
                <a:latin typeface="Calibri"/>
                <a:cs typeface="Calibri"/>
              </a:rPr>
              <a:t>Rights Reserved. </a:t>
            </a:r>
            <a:r>
              <a:rPr sz="1200" spc="-10" dirty="0">
                <a:latin typeface="Calibri"/>
                <a:cs typeface="Calibri"/>
              </a:rPr>
              <a:t>May </a:t>
            </a:r>
            <a:r>
              <a:rPr sz="1200" spc="-5" dirty="0">
                <a:latin typeface="Calibri"/>
                <a:cs typeface="Calibri"/>
              </a:rPr>
              <a:t>not </a:t>
            </a:r>
            <a:r>
              <a:rPr sz="1200" dirty="0">
                <a:latin typeface="Calibri"/>
                <a:cs typeface="Calibri"/>
              </a:rPr>
              <a:t>be </a:t>
            </a:r>
            <a:r>
              <a:rPr sz="1200" spc="-5" dirty="0">
                <a:latin typeface="Calibri"/>
                <a:cs typeface="Calibri"/>
              </a:rPr>
              <a:t>copied, scanned, or duplicated,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whole or </a:t>
            </a:r>
            <a:r>
              <a:rPr sz="1200" dirty="0">
                <a:latin typeface="Calibri"/>
                <a:cs typeface="Calibri"/>
              </a:rPr>
              <a:t>in part, </a:t>
            </a:r>
            <a:r>
              <a:rPr sz="1200" spc="-10" dirty="0">
                <a:latin typeface="Calibri"/>
                <a:cs typeface="Calibri"/>
              </a:rPr>
              <a:t>except for </a:t>
            </a:r>
            <a:r>
              <a:rPr sz="1200" spc="-5" dirty="0">
                <a:latin typeface="Calibri"/>
                <a:cs typeface="Calibri"/>
              </a:rPr>
              <a:t>use </a:t>
            </a:r>
            <a:r>
              <a:rPr sz="1200" dirty="0">
                <a:latin typeface="Calibri"/>
                <a:cs typeface="Calibri"/>
              </a:rPr>
              <a:t>as </a:t>
            </a:r>
            <a:r>
              <a:rPr sz="1200" spc="-5" dirty="0">
                <a:latin typeface="Calibri"/>
                <a:cs typeface="Calibri"/>
              </a:rPr>
              <a:t>permitted </a:t>
            </a:r>
            <a:r>
              <a:rPr sz="1200" dirty="0">
                <a:latin typeface="Calibri"/>
                <a:cs typeface="Calibri"/>
              </a:rPr>
              <a:t>in a </a:t>
            </a:r>
            <a:r>
              <a:rPr sz="1200" spc="-5" dirty="0">
                <a:latin typeface="Calibri"/>
                <a:cs typeface="Calibri"/>
              </a:rPr>
              <a:t>license distributed with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5" dirty="0">
                <a:latin typeface="Calibri"/>
                <a:cs typeface="Calibri"/>
              </a:rPr>
              <a:t>certain 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product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or service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or </a:t>
            </a:r>
            <a:r>
              <a:rPr sz="1200" dirty="0">
                <a:latin typeface="Calibri"/>
                <a:cs typeface="Calibri"/>
              </a:rPr>
              <a:t>otherwise</a:t>
            </a:r>
            <a:r>
              <a:rPr sz="1200" spc="-5" dirty="0">
                <a:latin typeface="Calibri"/>
                <a:cs typeface="Calibri"/>
              </a:rPr>
              <a:t> on</a:t>
            </a:r>
            <a:r>
              <a:rPr sz="1200" dirty="0">
                <a:latin typeface="Calibri"/>
                <a:cs typeface="Calibri"/>
              </a:rPr>
              <a:t> a </a:t>
            </a:r>
            <a:r>
              <a:rPr sz="1200" spc="-5" dirty="0">
                <a:latin typeface="Calibri"/>
                <a:cs typeface="Calibri"/>
              </a:rPr>
              <a:t>password-protected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website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5" dirty="0">
                <a:latin typeface="Calibri"/>
                <a:cs typeface="Calibri"/>
              </a:rPr>
              <a:t> classroom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use.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6CC15177-B948-2678-8B54-63FE63D63090}"/>
              </a:ext>
            </a:extLst>
          </p:cNvPr>
          <p:cNvSpPr txBox="1">
            <a:spLocks/>
          </p:cNvSpPr>
          <p:nvPr/>
        </p:nvSpPr>
        <p:spPr>
          <a:xfrm>
            <a:off x="6477000" y="2565247"/>
            <a:ext cx="5246117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pPr marL="347345" marR="5080" indent="-335280">
              <a:lnSpc>
                <a:spcPct val="100000"/>
              </a:lnSpc>
              <a:spcBef>
                <a:spcPts val="105"/>
              </a:spcBef>
            </a:pPr>
            <a:r>
              <a:rPr lang="en-US" sz="4400" dirty="0">
                <a:solidFill>
                  <a:srgbClr val="6F2F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Week02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0396" y="1524001"/>
            <a:ext cx="10515599" cy="4267200"/>
          </a:xfrm>
          <a:custGeom>
            <a:avLst/>
            <a:gdLst/>
            <a:ahLst/>
            <a:cxnLst/>
            <a:rect l="l" t="t" r="r" b="b"/>
            <a:pathLst>
              <a:path w="9611995" h="2879090">
                <a:moveTo>
                  <a:pt x="9611868" y="0"/>
                </a:moveTo>
                <a:lnTo>
                  <a:pt x="0" y="0"/>
                </a:lnTo>
                <a:lnTo>
                  <a:pt x="0" y="2878836"/>
                </a:lnTo>
                <a:lnTo>
                  <a:pt x="9611868" y="2878836"/>
                </a:lnTo>
                <a:lnTo>
                  <a:pt x="9611868" y="0"/>
                </a:lnTo>
                <a:close/>
              </a:path>
            </a:pathLst>
          </a:custGeom>
          <a:solidFill>
            <a:srgbClr val="FFFFFF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This Weeks 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advantages of web publishing</a:t>
            </a:r>
          </a:p>
          <a:p>
            <a:endParaRPr lang="en-US" dirty="0"/>
          </a:p>
          <a:p>
            <a:r>
              <a:rPr lang="en-US" dirty="0"/>
              <a:t>Discuss basic web design principles</a:t>
            </a:r>
          </a:p>
          <a:p>
            <a:endParaRPr lang="en-US" dirty="0"/>
          </a:p>
          <a:p>
            <a:r>
              <a:rPr lang="en-US" dirty="0"/>
              <a:t>Familiar with HTML5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Adv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dirty="0">
                <a:solidFill>
                  <a:schemeClr val="bg1"/>
                </a:solidFill>
              </a:rPr>
              <a:t>ntages of Web Publishing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F23A02-7E93-4135-B9CF-38B375D7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3705" indent="-343535">
              <a:lnSpc>
                <a:spcPts val="2795"/>
              </a:lnSpc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30" dirty="0">
                <a:latin typeface="Calibri"/>
                <a:cs typeface="Calibri"/>
              </a:rPr>
              <a:t>Web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publishing </a:t>
            </a:r>
            <a:r>
              <a:rPr lang="en-US" sz="2400" spc="-25" dirty="0">
                <a:latin typeface="Calibri"/>
                <a:cs typeface="Calibri"/>
              </a:rPr>
              <a:t>offers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distinct </a:t>
            </a:r>
            <a:r>
              <a:rPr lang="en-US" sz="2400" spc="-15" dirty="0">
                <a:latin typeface="Calibri"/>
                <a:cs typeface="Calibri"/>
              </a:rPr>
              <a:t>advantages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over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print</a:t>
            </a:r>
            <a:endParaRPr lang="en-US" sz="2400" dirty="0">
              <a:latin typeface="Calibri"/>
              <a:cs typeface="Calibri"/>
            </a:endParaRPr>
          </a:p>
          <a:p>
            <a:pPr marL="1004570" lvl="1" indent="-457200">
              <a:lnSpc>
                <a:spcPct val="200000"/>
              </a:lnSpc>
              <a:spcBef>
                <a:spcPts val="290"/>
              </a:spcBef>
              <a:buFont typeface="+mj-lt"/>
              <a:buAutoNum type="arabicPeriod"/>
              <a:tabLst>
                <a:tab pos="776605" algn="l"/>
                <a:tab pos="777240" algn="l"/>
              </a:tabLst>
            </a:pPr>
            <a:r>
              <a:rPr lang="en-US" sz="2000" spc="-5" dirty="0">
                <a:latin typeface="Calibri"/>
                <a:cs typeface="Calibri"/>
              </a:rPr>
              <a:t>Currency</a:t>
            </a:r>
            <a:endParaRPr lang="en-US" sz="2000" dirty="0">
              <a:latin typeface="Calibri"/>
              <a:cs typeface="Calibri"/>
            </a:endParaRPr>
          </a:p>
          <a:p>
            <a:pPr marL="1004570" lvl="1" indent="-457200">
              <a:lnSpc>
                <a:spcPct val="200000"/>
              </a:lnSpc>
              <a:spcBef>
                <a:spcPts val="254"/>
              </a:spcBef>
              <a:buFont typeface="+mj-lt"/>
              <a:buAutoNum type="arabicPeriod"/>
              <a:tabLst>
                <a:tab pos="776605" algn="l"/>
                <a:tab pos="777240" algn="l"/>
              </a:tabLst>
            </a:pPr>
            <a:r>
              <a:rPr lang="en-US" sz="2000" dirty="0">
                <a:latin typeface="Calibri"/>
                <a:cs typeface="Calibri"/>
              </a:rPr>
              <a:t>Connectivity</a:t>
            </a:r>
          </a:p>
          <a:p>
            <a:pPr marL="1004570" lvl="1" indent="-457200">
              <a:lnSpc>
                <a:spcPct val="200000"/>
              </a:lnSpc>
              <a:spcBef>
                <a:spcPts val="265"/>
              </a:spcBef>
              <a:buFont typeface="+mj-lt"/>
              <a:buAutoNum type="arabicPeriod"/>
              <a:tabLst>
                <a:tab pos="776605" algn="l"/>
                <a:tab pos="777240" algn="l"/>
              </a:tabLst>
            </a:pPr>
            <a:r>
              <a:rPr lang="en-US" sz="2000" spc="-10" dirty="0">
                <a:latin typeface="Calibri"/>
                <a:cs typeface="Calibri"/>
              </a:rPr>
              <a:t>Interactivity</a:t>
            </a:r>
            <a:endParaRPr lang="en-US" sz="2000" dirty="0">
              <a:latin typeface="Calibri"/>
              <a:cs typeface="Calibri"/>
            </a:endParaRPr>
          </a:p>
          <a:p>
            <a:pPr marL="1004570" lvl="1" indent="-457200">
              <a:lnSpc>
                <a:spcPct val="200000"/>
              </a:lnSpc>
              <a:spcBef>
                <a:spcPts val="265"/>
              </a:spcBef>
              <a:buFont typeface="+mj-lt"/>
              <a:buAutoNum type="arabicPeriod"/>
              <a:tabLst>
                <a:tab pos="776605" algn="l"/>
                <a:tab pos="777240" algn="l"/>
              </a:tabLst>
            </a:pPr>
            <a:r>
              <a:rPr lang="en-US" sz="2000" spc="-10" dirty="0">
                <a:latin typeface="Calibri"/>
                <a:cs typeface="Calibri"/>
              </a:rPr>
              <a:t>Cost</a:t>
            </a:r>
            <a:endParaRPr lang="en-US" sz="2000" dirty="0">
              <a:latin typeface="Calibri"/>
              <a:cs typeface="Calibri"/>
            </a:endParaRPr>
          </a:p>
          <a:p>
            <a:pPr marL="1004570" lvl="1" indent="-457200">
              <a:lnSpc>
                <a:spcPct val="200000"/>
              </a:lnSpc>
              <a:spcBef>
                <a:spcPts val="250"/>
              </a:spcBef>
              <a:buFont typeface="+mj-lt"/>
              <a:buAutoNum type="arabicPeriod"/>
              <a:tabLst>
                <a:tab pos="776605" algn="l"/>
                <a:tab pos="777240" algn="l"/>
              </a:tabLst>
            </a:pPr>
            <a:r>
              <a:rPr lang="en-US" sz="2000" spc="-10" dirty="0">
                <a:latin typeface="Calibri"/>
                <a:cs typeface="Calibri"/>
              </a:rPr>
              <a:t>Delivery</a:t>
            </a:r>
            <a:endParaRPr lang="en-AU" dirty="0"/>
          </a:p>
        </p:txBody>
      </p:sp>
      <p:sp>
        <p:nvSpPr>
          <p:cNvPr id="5" name="object 5"/>
          <p:cNvSpPr txBox="1"/>
          <p:nvPr/>
        </p:nvSpPr>
        <p:spPr>
          <a:xfrm>
            <a:off x="916939" y="5878474"/>
            <a:ext cx="959866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© 2018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Cengage.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Rights Reserved.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May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not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be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copied, scanned, or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duplicated,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in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whole or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in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part,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except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for </a:t>
            </a:r>
            <a:r>
              <a:rPr sz="1200" spc="-254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use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as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permitted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in a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license distributed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with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certain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product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or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service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or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477974"/>
            <a:ext cx="10515600" cy="628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1.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Currency Advantage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B66B07-0D6D-4D73-B802-8013262A84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33705" marR="177165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  <a:tab pos="3870325" algn="l"/>
              </a:tabLst>
            </a:pPr>
            <a:r>
              <a:rPr lang="en-US" sz="2400" spc="-20" dirty="0">
                <a:latin typeface="Calibri"/>
                <a:cs typeface="Calibri"/>
              </a:rPr>
              <a:t>Websites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can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updated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continuously,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while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print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publications </a:t>
            </a:r>
            <a:r>
              <a:rPr lang="en-US" sz="2400" spc="-52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are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only </a:t>
            </a:r>
            <a:r>
              <a:rPr lang="en-US" sz="2400" dirty="0">
                <a:latin typeface="Calibri"/>
                <a:cs typeface="Calibri"/>
              </a:rPr>
              <a:t>as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current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their </a:t>
            </a:r>
            <a:r>
              <a:rPr lang="en-US" sz="2400" spc="-15" dirty="0">
                <a:latin typeface="Calibri"/>
                <a:cs typeface="Calibri"/>
              </a:rPr>
              <a:t>date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publication</a:t>
            </a:r>
            <a:endParaRPr lang="en-US" sz="2400" dirty="0">
              <a:latin typeface="Calibri"/>
              <a:cs typeface="Calibri"/>
            </a:endParaRPr>
          </a:p>
          <a:p>
            <a:pPr marL="433705" marR="636905" indent="-342900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14" dirty="0">
                <a:latin typeface="Calibri"/>
                <a:cs typeface="Calibri"/>
              </a:rPr>
              <a:t>To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keep </a:t>
            </a:r>
            <a:r>
              <a:rPr lang="en-US" sz="2400" spc="-10" dirty="0">
                <a:latin typeface="Calibri"/>
                <a:cs typeface="Calibri"/>
              </a:rPr>
              <a:t>visitors on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your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site,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always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supply </a:t>
            </a:r>
            <a:r>
              <a:rPr lang="en-US" sz="2400" spc="-25" dirty="0">
                <a:latin typeface="Calibri"/>
                <a:cs typeface="Calibri"/>
              </a:rPr>
              <a:t>timely,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changing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material</a:t>
            </a:r>
            <a:endParaRPr lang="en-US" sz="2400" dirty="0">
              <a:latin typeface="Calibri"/>
              <a:cs typeface="Calibri"/>
            </a:endParaRPr>
          </a:p>
          <a:p>
            <a:pPr marL="433705" marR="643255" indent="-342900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Use Connectivity </a:t>
            </a:r>
            <a:r>
              <a:rPr lang="en-US" sz="2400" spc="-10" dirty="0">
                <a:latin typeface="Calibri"/>
                <a:cs typeface="Calibri"/>
              </a:rPr>
              <a:t>tools </a:t>
            </a:r>
            <a:r>
              <a:rPr lang="en-US" sz="2400" spc="-15" dirty="0">
                <a:latin typeface="Calibri"/>
                <a:cs typeface="Calibri"/>
              </a:rPr>
              <a:t>to communicate </a:t>
            </a:r>
            <a:r>
              <a:rPr lang="en-US" sz="2400" dirty="0">
                <a:latin typeface="Calibri"/>
                <a:cs typeface="Calibri"/>
              </a:rPr>
              <a:t>with </a:t>
            </a:r>
            <a:r>
              <a:rPr lang="en-US" sz="2400" spc="-15" dirty="0">
                <a:latin typeface="Calibri"/>
                <a:cs typeface="Calibri"/>
              </a:rPr>
              <a:t>customers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enable</a:t>
            </a:r>
            <a:r>
              <a:rPr lang="en-US" sz="2400" spc="-5" dirty="0">
                <a:latin typeface="Calibri"/>
                <a:cs typeface="Calibri"/>
              </a:rPr>
              <a:t> social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media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sharing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7516A49-0409-4154-8463-6BF409883F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610206"/>
            <a:ext cx="5738574" cy="402859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477974"/>
            <a:ext cx="10515600" cy="628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2.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Connectivity Advantage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0E0C13-2076-40D9-A4B9-537C69E5AB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33705" marR="232410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The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35" dirty="0">
                <a:latin typeface="Calibri"/>
                <a:cs typeface="Calibri"/>
              </a:rPr>
              <a:t>web’s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connectivity </a:t>
            </a:r>
            <a:r>
              <a:rPr lang="en-US" sz="2400" spc="-15" dirty="0">
                <a:latin typeface="Calibri"/>
                <a:cs typeface="Calibri"/>
              </a:rPr>
              <a:t>advantage,</a:t>
            </a:r>
            <a:r>
              <a:rPr lang="en-US" sz="2400" spc="-5" dirty="0">
                <a:latin typeface="Calibri"/>
                <a:cs typeface="Calibri"/>
              </a:rPr>
              <a:t> or</a:t>
            </a:r>
            <a:r>
              <a:rPr lang="en-US" sz="2400" dirty="0">
                <a:latin typeface="Calibri"/>
                <a:cs typeface="Calibri"/>
              </a:rPr>
              <a:t> ability</a:t>
            </a:r>
            <a:r>
              <a:rPr lang="en-US" sz="2400" spc="-15" dirty="0">
                <a:latin typeface="Calibri"/>
                <a:cs typeface="Calibri"/>
              </a:rPr>
              <a:t> to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instantaneously </a:t>
            </a:r>
            <a:r>
              <a:rPr lang="en-US" sz="2400" spc="-5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distribute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10" dirty="0">
                <a:latin typeface="Calibri"/>
                <a:cs typeface="Calibri"/>
              </a:rPr>
              <a:t>share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content</a:t>
            </a:r>
            <a:endParaRPr lang="en-US" sz="2400" dirty="0">
              <a:latin typeface="Calibri"/>
              <a:cs typeface="Calibri"/>
            </a:endParaRPr>
          </a:p>
          <a:p>
            <a:pPr marL="433705" indent="-34353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5" dirty="0">
                <a:latin typeface="Calibri"/>
                <a:cs typeface="Calibri"/>
              </a:rPr>
              <a:t>Content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aggregators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dirty="0">
                <a:latin typeface="Calibri"/>
                <a:cs typeface="Calibri"/>
              </a:rPr>
              <a:t>Digg</a:t>
            </a: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5" dirty="0">
                <a:latin typeface="Calibri"/>
                <a:cs typeface="Calibri"/>
              </a:rPr>
              <a:t>StumbleUpon</a:t>
            </a:r>
            <a:endParaRPr lang="en-US" sz="2400" dirty="0">
              <a:latin typeface="Calibri"/>
              <a:cs typeface="Calibri"/>
            </a:endParaRPr>
          </a:p>
          <a:p>
            <a:pPr marL="433705" indent="-34353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Streamline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writing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process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6941E8-FD20-411B-8294-CA9EC242E2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40021" y="1981200"/>
            <a:ext cx="6318919" cy="38862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</a:t>
            </a:r>
            <a:r>
              <a:rPr dirty="0">
                <a:solidFill>
                  <a:schemeClr val="bg1"/>
                </a:solidFill>
              </a:rPr>
              <a:t>The Interactivity Advantage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DC2685-02F2-419C-BCFF-9049233D12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33705" marR="755015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0" dirty="0">
                <a:latin typeface="Calibri"/>
                <a:cs typeface="Calibri"/>
              </a:rPr>
              <a:t>Internet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10" dirty="0">
                <a:latin typeface="Calibri"/>
                <a:cs typeface="Calibri"/>
              </a:rPr>
              <a:t>web </a:t>
            </a:r>
            <a:r>
              <a:rPr lang="en-US" sz="2400" spc="-5" dirty="0">
                <a:latin typeface="Calibri"/>
                <a:cs typeface="Calibri"/>
              </a:rPr>
              <a:t>technologies </a:t>
            </a:r>
            <a:r>
              <a:rPr lang="en-US" sz="2400" spc="-15" dirty="0">
                <a:latin typeface="Calibri"/>
                <a:cs typeface="Calibri"/>
              </a:rPr>
              <a:t>promote data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10" dirty="0">
                <a:latin typeface="Calibri"/>
                <a:cs typeface="Calibri"/>
              </a:rPr>
              <a:t>resource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sharing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20" dirty="0">
                <a:latin typeface="Calibri"/>
                <a:cs typeface="Calibri"/>
              </a:rPr>
              <a:t>Page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contact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information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0" dirty="0">
                <a:latin typeface="Calibri"/>
                <a:cs typeface="Calibri"/>
              </a:rPr>
              <a:t>Links </a:t>
            </a:r>
            <a:r>
              <a:rPr lang="en-US" sz="2400" spc="-15" dirty="0">
                <a:latin typeface="Calibri"/>
                <a:cs typeface="Calibri"/>
              </a:rPr>
              <a:t>to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blog, </a:t>
            </a:r>
            <a:r>
              <a:rPr lang="en-US" sz="2400" spc="-25" dirty="0">
                <a:latin typeface="Calibri"/>
                <a:cs typeface="Calibri"/>
              </a:rPr>
              <a:t>Twitter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feed,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Facebook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page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0" dirty="0">
                <a:latin typeface="Calibri"/>
                <a:cs typeface="Calibri"/>
              </a:rPr>
              <a:t>Account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signups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5" dirty="0">
                <a:latin typeface="Calibri"/>
                <a:cs typeface="Calibri"/>
              </a:rPr>
              <a:t>Web-based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forms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5" dirty="0">
                <a:latin typeface="Calibri"/>
                <a:cs typeface="Calibri"/>
              </a:rPr>
              <a:t>Comments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4523527-9AC6-4C83-9D8A-DE346D566D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81600" y="1752600"/>
            <a:ext cx="6564140" cy="3612044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516073"/>
            <a:ext cx="10515600" cy="628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4. </a:t>
            </a:r>
            <a:r>
              <a:rPr dirty="0">
                <a:solidFill>
                  <a:schemeClr val="bg1"/>
                </a:solidFill>
              </a:rPr>
              <a:t>The	Cost Advantage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F1F71B-A6BF-494A-9F78-03DF8A7D1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3705" marR="724535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Updating </a:t>
            </a:r>
            <a:r>
              <a:rPr lang="en-US" sz="2400" spc="-10" dirty="0">
                <a:latin typeface="Calibri"/>
                <a:cs typeface="Calibri"/>
              </a:rPr>
              <a:t>web </a:t>
            </a:r>
            <a:r>
              <a:rPr lang="en-US" sz="2400" spc="-15" dirty="0">
                <a:latin typeface="Calibri"/>
                <a:cs typeface="Calibri"/>
              </a:rPr>
              <a:t>content </a:t>
            </a:r>
            <a:r>
              <a:rPr lang="en-US" sz="2400" dirty="0">
                <a:latin typeface="Calibri"/>
                <a:cs typeface="Calibri"/>
              </a:rPr>
              <a:t>is </a:t>
            </a:r>
            <a:r>
              <a:rPr lang="en-US" sz="2400" spc="-15" dirty="0">
                <a:latin typeface="Calibri"/>
                <a:cs typeface="Calibri"/>
              </a:rPr>
              <a:t>more cost effective </a:t>
            </a:r>
            <a:r>
              <a:rPr lang="en-US" sz="2400" dirty="0">
                <a:latin typeface="Calibri"/>
                <a:cs typeface="Calibri"/>
              </a:rPr>
              <a:t>than </a:t>
            </a:r>
            <a:r>
              <a:rPr lang="en-US" sz="2400" spc="-5" dirty="0">
                <a:latin typeface="Calibri"/>
                <a:cs typeface="Calibri"/>
              </a:rPr>
              <a:t>updating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print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content</a:t>
            </a:r>
            <a:endParaRPr lang="en-US" sz="2400" dirty="0">
              <a:latin typeface="Calibri"/>
              <a:cs typeface="Calibri"/>
            </a:endParaRPr>
          </a:p>
          <a:p>
            <a:pPr marL="433705" marR="699135" indent="-342900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30" dirty="0">
                <a:latin typeface="Calibri"/>
                <a:cs typeface="Calibri"/>
              </a:rPr>
              <a:t>Web</a:t>
            </a:r>
            <a:r>
              <a:rPr lang="en-US" sz="2400" spc="-5" dirty="0">
                <a:latin typeface="Calibri"/>
                <a:cs typeface="Calibri"/>
              </a:rPr>
              <a:t> publishing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costs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do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not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vary</a:t>
            </a:r>
            <a:r>
              <a:rPr lang="en-US" sz="2400" spc="-5" dirty="0">
                <a:latin typeface="Calibri"/>
                <a:cs typeface="Calibri"/>
              </a:rPr>
              <a:t> based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on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length,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45" dirty="0">
                <a:latin typeface="Calibri"/>
                <a:cs typeface="Calibri"/>
              </a:rPr>
              <a:t>color,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or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design</a:t>
            </a:r>
            <a:r>
              <a:rPr lang="en-US" sz="2400" spc="-10" dirty="0">
                <a:latin typeface="Calibri"/>
                <a:cs typeface="Calibri"/>
              </a:rPr>
              <a:t> complexity.</a:t>
            </a:r>
          </a:p>
          <a:p>
            <a:pPr marL="433705" indent="-343535">
              <a:lnSpc>
                <a:spcPts val="2795"/>
              </a:lnSpc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Developing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website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can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expensive: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30" dirty="0">
                <a:latin typeface="Calibri"/>
                <a:cs typeface="Calibri"/>
              </a:rPr>
              <a:t>Web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design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5" dirty="0">
                <a:latin typeface="Calibri"/>
                <a:cs typeface="Calibri"/>
              </a:rPr>
              <a:t>Content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writing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or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adaptation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5" dirty="0">
                <a:latin typeface="Calibri"/>
                <a:cs typeface="Calibri"/>
              </a:rPr>
              <a:t>Multimedia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development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20" dirty="0">
                <a:latin typeface="Calibri"/>
                <a:cs typeface="Calibri"/>
              </a:rPr>
              <a:t>Website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hosting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5" dirty="0">
                <a:latin typeface="Calibri"/>
                <a:cs typeface="Calibri"/>
              </a:rPr>
              <a:t>Domain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name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registration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0" dirty="0">
                <a:latin typeface="Calibri"/>
                <a:cs typeface="Calibri"/>
              </a:rPr>
              <a:t>Promotional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Services</a:t>
            </a:r>
          </a:p>
          <a:p>
            <a:pPr marL="433705" marR="699135" indent="-342900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454518"/>
            <a:ext cx="10515600" cy="751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5.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Delivery Advantage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92F7B-F392-4FED-8E17-8CA6EE3E4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marR="997585" indent="-3429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5" dirty="0">
                <a:latin typeface="Calibri"/>
                <a:cs typeface="Calibri"/>
              </a:rPr>
              <a:t>Distributing </a:t>
            </a:r>
            <a:r>
              <a:rPr lang="en-US" sz="2400" spc="-10" dirty="0">
                <a:latin typeface="Calibri"/>
                <a:cs typeface="Calibri"/>
              </a:rPr>
              <a:t>information </a:t>
            </a:r>
            <a:r>
              <a:rPr lang="en-US" sz="2400" dirty="0">
                <a:latin typeface="Calibri"/>
                <a:cs typeface="Calibri"/>
              </a:rPr>
              <a:t>via the </a:t>
            </a:r>
            <a:r>
              <a:rPr lang="en-US" sz="2400" spc="-10" dirty="0">
                <a:latin typeface="Calibri"/>
                <a:cs typeface="Calibri"/>
              </a:rPr>
              <a:t>web can </a:t>
            </a:r>
            <a:r>
              <a:rPr lang="en-US" sz="2400" spc="-5" dirty="0">
                <a:latin typeface="Calibri"/>
                <a:cs typeface="Calibri"/>
              </a:rPr>
              <a:t>be </a:t>
            </a:r>
            <a:r>
              <a:rPr lang="en-US" sz="2400" spc="-20" dirty="0">
                <a:latin typeface="Calibri"/>
                <a:cs typeface="Calibri"/>
              </a:rPr>
              <a:t>fast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inexpensive</a:t>
            </a:r>
          </a:p>
          <a:p>
            <a:pPr marL="355600" marR="997585" indent="-3429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With the </a:t>
            </a:r>
            <a:r>
              <a:rPr lang="en-US" sz="2400" spc="-5" dirty="0">
                <a:latin typeface="Calibri"/>
                <a:cs typeface="Calibri"/>
              </a:rPr>
              <a:t>same immediacy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15" dirty="0">
                <a:latin typeface="Calibri"/>
                <a:cs typeface="Calibri"/>
              </a:rPr>
              <a:t>cost,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web can reach </a:t>
            </a:r>
            <a:r>
              <a:rPr lang="en-US" sz="2400" spc="-5" dirty="0">
                <a:latin typeface="Calibri"/>
                <a:cs typeface="Calibri"/>
              </a:rPr>
              <a:t>both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global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5" dirty="0">
                <a:latin typeface="Calibri"/>
                <a:cs typeface="Calibri"/>
              </a:rPr>
              <a:t> local audiences</a:t>
            </a:r>
          </a:p>
          <a:p>
            <a:pPr marL="355600" marR="5080" indent="-342900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114935" indent="-342900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5" dirty="0">
                <a:latin typeface="Calibri"/>
                <a:cs typeface="Calibri"/>
              </a:rPr>
              <a:t>Consider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web </a:t>
            </a:r>
            <a:r>
              <a:rPr lang="en-US" sz="2400" dirty="0">
                <a:latin typeface="Calibri"/>
                <a:cs typeface="Calibri"/>
              </a:rPr>
              <a:t>when the </a:t>
            </a:r>
            <a:r>
              <a:rPr lang="en-US" sz="2400" spc="-5" dirty="0">
                <a:latin typeface="Calibri"/>
                <a:cs typeface="Calibri"/>
              </a:rPr>
              <a:t>need </a:t>
            </a:r>
            <a:r>
              <a:rPr lang="en-US" sz="2400" spc="-15" dirty="0">
                <a:latin typeface="Calibri"/>
                <a:cs typeface="Calibri"/>
              </a:rPr>
              <a:t>exists </a:t>
            </a:r>
            <a:r>
              <a:rPr lang="en-US" sz="2400" spc="-20" dirty="0">
                <a:latin typeface="Calibri"/>
                <a:cs typeface="Calibri"/>
              </a:rPr>
              <a:t>for </a:t>
            </a:r>
            <a:r>
              <a:rPr lang="en-US" sz="2400" spc="-10" dirty="0">
                <a:latin typeface="Calibri"/>
                <a:cs typeface="Calibri"/>
              </a:rPr>
              <a:t>economical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rapid</a:t>
            </a:r>
            <a:r>
              <a:rPr lang="en-US" sz="2400" spc="-5" dirty="0">
                <a:latin typeface="Calibri"/>
                <a:cs typeface="Calibri"/>
              </a:rPr>
              <a:t> distribution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information</a:t>
            </a:r>
          </a:p>
          <a:p>
            <a:pPr marL="355600" marR="114935" indent="-342900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5" dirty="0">
                <a:latin typeface="Calibri"/>
                <a:cs typeface="Calibri"/>
              </a:rPr>
              <a:t>Use </a:t>
            </a:r>
            <a:r>
              <a:rPr lang="en-US" sz="2400" spc="-10" dirty="0">
                <a:latin typeface="Calibri"/>
                <a:cs typeface="Calibri"/>
              </a:rPr>
              <a:t>your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website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to</a:t>
            </a:r>
            <a:r>
              <a:rPr lang="en-US" sz="2400" spc="-10" dirty="0">
                <a:latin typeface="Calibri"/>
                <a:cs typeface="Calibri"/>
              </a:rPr>
              <a:t> expand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upon</a:t>
            </a:r>
            <a:r>
              <a:rPr lang="en-US" sz="2400" spc="-10" dirty="0">
                <a:latin typeface="Calibri"/>
                <a:cs typeface="Calibri"/>
              </a:rPr>
              <a:t> printed </a:t>
            </a:r>
            <a:r>
              <a:rPr lang="en-US" sz="2400" spc="-15" dirty="0">
                <a:latin typeface="Calibri"/>
                <a:cs typeface="Calibri"/>
              </a:rPr>
              <a:t>content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Basic	Web	Design Principles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189988" y="1499616"/>
            <a:ext cx="3771900" cy="2307590"/>
            <a:chOff x="2189988" y="1499616"/>
            <a:chExt cx="3771900" cy="23075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9988" y="1499616"/>
              <a:ext cx="3771900" cy="23073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9424" y="1539240"/>
              <a:ext cx="3657600" cy="219456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49423" y="1539239"/>
            <a:ext cx="3657600" cy="2194560"/>
          </a:xfrm>
          <a:prstGeom prst="rect">
            <a:avLst/>
          </a:prstGeom>
        </p:spPr>
        <p:txBody>
          <a:bodyPr vert="horz" wrap="square" lIns="0" tIns="466725" rIns="0" bIns="0" rtlCol="0">
            <a:spAutoFit/>
          </a:bodyPr>
          <a:lstStyle/>
          <a:p>
            <a:pPr marL="753110" marR="439420" indent="-304800">
              <a:lnSpc>
                <a:spcPts val="4750"/>
              </a:lnSpc>
              <a:spcBef>
                <a:spcPts val="3675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Balance</a:t>
            </a:r>
            <a:r>
              <a:rPr sz="4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4400" spc="-9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20" dirty="0">
                <a:solidFill>
                  <a:srgbClr val="FFFFFF"/>
                </a:solidFill>
                <a:latin typeface="Calibri"/>
                <a:cs typeface="Calibri"/>
              </a:rPr>
              <a:t>proximity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13347" y="1499616"/>
            <a:ext cx="3770629" cy="2307590"/>
            <a:chOff x="6213347" y="1499616"/>
            <a:chExt cx="3770629" cy="230759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3347" y="1499616"/>
              <a:ext cx="3770376" cy="23073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2783" y="1539240"/>
              <a:ext cx="3656075" cy="21945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272784" y="1539239"/>
            <a:ext cx="3656329" cy="2194560"/>
          </a:xfrm>
          <a:prstGeom prst="rect">
            <a:avLst/>
          </a:prstGeom>
        </p:spPr>
        <p:txBody>
          <a:bodyPr vert="horz" wrap="square" lIns="0" tIns="466725" rIns="0" bIns="0" rtlCol="0">
            <a:spAutoFit/>
          </a:bodyPr>
          <a:lstStyle/>
          <a:p>
            <a:pPr marL="1226185" marR="367665" indent="-850900">
              <a:lnSpc>
                <a:spcPts val="4750"/>
              </a:lnSpc>
              <a:spcBef>
                <a:spcPts val="3675"/>
              </a:spcBef>
            </a:pPr>
            <a:r>
              <a:rPr sz="4400" spc="-20" dirty="0">
                <a:solidFill>
                  <a:srgbClr val="FFFFFF"/>
                </a:solidFill>
                <a:latin typeface="Calibri"/>
                <a:cs typeface="Calibri"/>
              </a:rPr>
              <a:t>Contrast</a:t>
            </a:r>
            <a:r>
              <a:rPr sz="44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4400" spc="-9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Calibri"/>
                <a:cs typeface="Calibri"/>
              </a:rPr>
              <a:t>focus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01667" y="4059935"/>
            <a:ext cx="3771900" cy="2306320"/>
            <a:chOff x="4201667" y="4059935"/>
            <a:chExt cx="3771900" cy="230632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1667" y="4059935"/>
              <a:ext cx="3771899" cy="23058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1103" y="4099559"/>
              <a:ext cx="3657600" cy="21930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261103" y="4099559"/>
            <a:ext cx="3657600" cy="2193290"/>
          </a:xfrm>
          <a:prstGeom prst="rect">
            <a:avLst/>
          </a:prstGeom>
        </p:spPr>
        <p:txBody>
          <a:bodyPr vert="horz" wrap="square" lIns="0" tIns="466725" rIns="0" bIns="0" rtlCol="0">
            <a:spAutoFit/>
          </a:bodyPr>
          <a:lstStyle/>
          <a:p>
            <a:pPr marL="245745" marR="236220" indent="480059">
              <a:lnSpc>
                <a:spcPts val="4750"/>
              </a:lnSpc>
              <a:spcBef>
                <a:spcPts val="3675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Unity and </a:t>
            </a:r>
            <a:r>
              <a:rPr sz="4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visual</a:t>
            </a:r>
            <a:r>
              <a:rPr sz="4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485296"/>
            <a:ext cx="10515600" cy="689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Balance and Proximity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10FF5-ED1F-48AD-88DA-121A23721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962400"/>
          </a:xfrm>
        </p:spPr>
        <p:txBody>
          <a:bodyPr/>
          <a:lstStyle/>
          <a:p>
            <a:pPr marL="433705" marR="309245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0" dirty="0">
                <a:latin typeface="Calibri"/>
                <a:cs typeface="Calibri"/>
              </a:rPr>
              <a:t>Arrange web </a:t>
            </a:r>
            <a:r>
              <a:rPr lang="en-US" sz="2400" spc="-5" dirty="0">
                <a:latin typeface="Calibri"/>
                <a:cs typeface="Calibri"/>
              </a:rPr>
              <a:t>elements </a:t>
            </a:r>
            <a:r>
              <a:rPr lang="en-US" sz="2400" spc="-10" dirty="0">
                <a:latin typeface="Calibri"/>
                <a:cs typeface="Calibri"/>
              </a:rPr>
              <a:t>symmetrically (centered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5" dirty="0">
                <a:latin typeface="Calibri"/>
                <a:cs typeface="Calibri"/>
              </a:rPr>
              <a:t>balanced)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to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suggest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 </a:t>
            </a:r>
            <a:r>
              <a:rPr lang="en-US" sz="2400" spc="-10" dirty="0">
                <a:latin typeface="Calibri"/>
                <a:cs typeface="Calibri"/>
              </a:rPr>
              <a:t>conservative,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safe,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peaceful </a:t>
            </a:r>
            <a:r>
              <a:rPr lang="en-US" sz="2400" spc="-10" dirty="0">
                <a:latin typeface="Calibri"/>
                <a:cs typeface="Calibri"/>
              </a:rPr>
              <a:t>atmosphere</a:t>
            </a:r>
            <a:endParaRPr lang="en-US" sz="2400" dirty="0">
              <a:latin typeface="Calibri"/>
              <a:cs typeface="Calibri"/>
            </a:endParaRPr>
          </a:p>
          <a:p>
            <a:pPr marL="433705" marR="447040" indent="-342900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0" dirty="0">
                <a:latin typeface="Calibri"/>
                <a:cs typeface="Calibri"/>
              </a:rPr>
              <a:t>Arrange web </a:t>
            </a:r>
            <a:r>
              <a:rPr lang="en-US" sz="2400" spc="-5" dirty="0">
                <a:latin typeface="Calibri"/>
                <a:cs typeface="Calibri"/>
              </a:rPr>
              <a:t>elements asymmetrically </a:t>
            </a:r>
            <a:r>
              <a:rPr lang="en-US" sz="2400" spc="-10" dirty="0">
                <a:latin typeface="Calibri"/>
                <a:cs typeface="Calibri"/>
              </a:rPr>
              <a:t>(off </a:t>
            </a:r>
            <a:r>
              <a:rPr lang="en-US" sz="2400" spc="-5" dirty="0">
                <a:latin typeface="Calibri"/>
                <a:cs typeface="Calibri"/>
              </a:rPr>
              <a:t>balance) </a:t>
            </a:r>
            <a:r>
              <a:rPr lang="en-US" sz="2400" spc="-15" dirty="0">
                <a:latin typeface="Calibri"/>
                <a:cs typeface="Calibri"/>
              </a:rPr>
              <a:t>to create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</a:t>
            </a:r>
            <a:r>
              <a:rPr lang="en-US" sz="2400" spc="-10" dirty="0">
                <a:latin typeface="Calibri"/>
                <a:cs typeface="Calibri"/>
              </a:rPr>
              <a:t> energetic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mood</a:t>
            </a:r>
          </a:p>
          <a:p>
            <a:pPr marL="776605" marR="379095" lvl="1" indent="-228600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0" dirty="0">
                <a:latin typeface="Calibri"/>
                <a:cs typeface="Calibri"/>
              </a:rPr>
              <a:t>Asymmetrical </a:t>
            </a:r>
            <a:r>
              <a:rPr lang="en-US" sz="2400" spc="-5" dirty="0">
                <a:latin typeface="Calibri"/>
                <a:cs typeface="Calibri"/>
              </a:rPr>
              <a:t>designs typically do not </a:t>
            </a:r>
            <a:r>
              <a:rPr lang="en-US" sz="2400" dirty="0">
                <a:latin typeface="Calibri"/>
                <a:cs typeface="Calibri"/>
              </a:rPr>
              <a:t>adapt </a:t>
            </a:r>
            <a:r>
              <a:rPr lang="en-US" sz="2400" spc="-10" dirty="0">
                <a:latin typeface="Calibri"/>
                <a:cs typeface="Calibri"/>
              </a:rPr>
              <a:t>well </a:t>
            </a:r>
            <a:r>
              <a:rPr lang="en-US" sz="2400" spc="-15" dirty="0">
                <a:latin typeface="Calibri"/>
                <a:cs typeface="Calibri"/>
              </a:rPr>
              <a:t>to </a:t>
            </a:r>
            <a:r>
              <a:rPr lang="en-US" sz="2400" dirty="0">
                <a:latin typeface="Calibri"/>
                <a:cs typeface="Calibri"/>
              </a:rPr>
              <a:t>mobile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devices</a:t>
            </a:r>
          </a:p>
          <a:p>
            <a:pPr marL="433705" indent="-343535">
              <a:lnSpc>
                <a:spcPts val="2795"/>
              </a:lnSpc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5" dirty="0">
                <a:latin typeface="Calibri"/>
                <a:cs typeface="Calibri"/>
              </a:rPr>
              <a:t>Proximity </a:t>
            </a:r>
            <a:r>
              <a:rPr lang="en-US" sz="2400" spc="-5" dirty="0">
                <a:latin typeface="Calibri"/>
                <a:cs typeface="Calibri"/>
              </a:rPr>
              <a:t>(closeness)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closely </a:t>
            </a:r>
            <a:r>
              <a:rPr lang="en-US" sz="2400" spc="-10" dirty="0">
                <a:latin typeface="Calibri"/>
                <a:cs typeface="Calibri"/>
              </a:rPr>
              <a:t>associated</a:t>
            </a:r>
            <a:r>
              <a:rPr lang="en-US" sz="2400" dirty="0">
                <a:latin typeface="Calibri"/>
                <a:cs typeface="Calibri"/>
              </a:rPr>
              <a:t> with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balance</a:t>
            </a:r>
            <a:endParaRPr lang="en-US" sz="2400" dirty="0">
              <a:latin typeface="Calibri"/>
              <a:cs typeface="Calibri"/>
            </a:endParaRPr>
          </a:p>
          <a:p>
            <a:pPr marL="433705" indent="-343535">
              <a:lnSpc>
                <a:spcPts val="2735"/>
              </a:lnSpc>
              <a:spcBef>
                <a:spcPts val="72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Elements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that</a:t>
            </a:r>
            <a:r>
              <a:rPr lang="en-US" sz="2400" spc="-20" dirty="0">
                <a:latin typeface="Calibri"/>
                <a:cs typeface="Calibri"/>
              </a:rPr>
              <a:t> have</a:t>
            </a:r>
            <a:r>
              <a:rPr lang="en-US" sz="2400" spc="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relationship </a:t>
            </a:r>
            <a:r>
              <a:rPr lang="en-US" sz="2400" spc="-5" dirty="0">
                <a:latin typeface="Calibri"/>
                <a:cs typeface="Calibri"/>
              </a:rPr>
              <a:t>should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be placed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close</a:t>
            </a:r>
            <a:r>
              <a:rPr lang="en-US" sz="2400" spc="-15" dirty="0">
                <a:latin typeface="Calibri"/>
                <a:cs typeface="Calibri"/>
              </a:rPr>
              <a:t> to </a:t>
            </a:r>
            <a:r>
              <a:rPr lang="en-US" sz="2400" dirty="0">
                <a:latin typeface="Calibri"/>
                <a:cs typeface="Calibri"/>
              </a:rPr>
              <a:t>each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other</a:t>
            </a:r>
            <a:endParaRPr lang="en-US" sz="2400" dirty="0">
              <a:latin typeface="Calibri"/>
              <a:cs typeface="Calibri"/>
            </a:endParaRPr>
          </a:p>
          <a:p>
            <a:pPr marL="433705" marR="403860" indent="-342900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White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space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can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help </a:t>
            </a:r>
            <a:r>
              <a:rPr lang="en-US" sz="2400" spc="-10" dirty="0">
                <a:latin typeface="Calibri"/>
                <a:cs typeface="Calibri"/>
              </a:rPr>
              <a:t>define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proximity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organize</a:t>
            </a:r>
            <a:r>
              <a:rPr lang="en-US" sz="2400" spc="-10" dirty="0">
                <a:latin typeface="Calibri"/>
                <a:cs typeface="Calibri"/>
              </a:rPr>
              <a:t> webpage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elements</a:t>
            </a:r>
            <a:endParaRPr lang="en-US" sz="2400" dirty="0">
              <a:latin typeface="Calibri"/>
              <a:cs typeface="Calibri"/>
            </a:endParaRPr>
          </a:p>
          <a:p>
            <a:pPr marL="776605" marR="379095" lvl="1" indent="-228600">
              <a:lnSpc>
                <a:spcPts val="2590"/>
              </a:lnSpc>
              <a:spcBef>
                <a:spcPts val="495"/>
              </a:spcBef>
              <a:buFont typeface="Arial MT"/>
              <a:buChar char="•"/>
              <a:tabLst>
                <a:tab pos="77724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087" y="84277"/>
            <a:ext cx="11028680" cy="757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Balance and Proximity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371600"/>
            <a:ext cx="6172200" cy="281940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AB38D82-6C80-4E2F-91E1-13A702FA684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0" y="3276600"/>
            <a:ext cx="6655308" cy="3070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523768"/>
            <a:ext cx="10515600" cy="612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Contrast and Focus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BE4684-E6C0-4C5E-A4D7-B343C85C3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15" dirty="0">
                <a:latin typeface="Calibri"/>
                <a:cs typeface="Calibri"/>
              </a:rPr>
              <a:t>Contrast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 a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mix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elements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to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stimulate </a:t>
            </a:r>
            <a:r>
              <a:rPr lang="en-US" sz="2400" spc="-15" dirty="0">
                <a:latin typeface="Calibri"/>
                <a:cs typeface="Calibri"/>
              </a:rPr>
              <a:t>attention</a:t>
            </a:r>
            <a:endParaRPr lang="en-US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5" dirty="0">
                <a:latin typeface="Calibri"/>
                <a:cs typeface="Calibri"/>
              </a:rPr>
              <a:t>Use </a:t>
            </a:r>
            <a:r>
              <a:rPr lang="en-US" sz="2400" spc="-20" dirty="0">
                <a:latin typeface="Calibri"/>
                <a:cs typeface="Calibri"/>
              </a:rPr>
              <a:t>different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text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styles,</a:t>
            </a:r>
            <a:r>
              <a:rPr lang="en-US" sz="2400" spc="-15" dirty="0">
                <a:latin typeface="Calibri"/>
                <a:cs typeface="Calibri"/>
              </a:rPr>
              <a:t> colors,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15" dirty="0">
                <a:latin typeface="Calibri"/>
                <a:cs typeface="Calibri"/>
              </a:rPr>
              <a:t>size</a:t>
            </a:r>
            <a:endParaRPr lang="en-US"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10" dirty="0">
                <a:latin typeface="Calibri"/>
                <a:cs typeface="Calibri"/>
              </a:rPr>
              <a:t>Focus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center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5" dirty="0">
                <a:latin typeface="Calibri"/>
                <a:cs typeface="Calibri"/>
              </a:rPr>
              <a:t> interest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activity</a:t>
            </a: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webpage</a:t>
            </a:r>
            <a:r>
              <a:rPr lang="en-US" sz="2400" spc="-5" dirty="0">
                <a:latin typeface="Calibri"/>
                <a:cs typeface="Calibri"/>
              </a:rPr>
              <a:t> needs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0" dirty="0">
                <a:latin typeface="Calibri"/>
                <a:cs typeface="Calibri"/>
              </a:rPr>
              <a:t> focal</a:t>
            </a:r>
            <a:r>
              <a:rPr lang="en-US" sz="2400" spc="-10" dirty="0">
                <a:latin typeface="Calibri"/>
                <a:cs typeface="Calibri"/>
              </a:rPr>
              <a:t> point</a:t>
            </a:r>
            <a:endParaRPr lang="en-US" sz="2400" dirty="0">
              <a:latin typeface="Calibri"/>
              <a:cs typeface="Calibri"/>
            </a:endParaRPr>
          </a:p>
          <a:p>
            <a:pPr marL="355600" indent="-342900">
              <a:lnSpc>
                <a:spcPts val="2735"/>
              </a:lnSpc>
              <a:spcBef>
                <a:spcPts val="7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15" dirty="0">
                <a:latin typeface="Calibri"/>
                <a:cs typeface="Calibri"/>
              </a:rPr>
              <a:t>Create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webpages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-20" dirty="0">
                <a:latin typeface="Calibri"/>
                <a:cs typeface="Calibri"/>
              </a:rPr>
              <a:t> contrast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to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elicit</a:t>
            </a:r>
            <a:r>
              <a:rPr lang="en-US" sz="2400" spc="-10" dirty="0">
                <a:latin typeface="Calibri"/>
                <a:cs typeface="Calibri"/>
              </a:rPr>
              <a:t> awareness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establish</a:t>
            </a:r>
            <a:endParaRPr lang="en-US" sz="2400" dirty="0">
              <a:latin typeface="Calibri"/>
              <a:cs typeface="Calibri"/>
            </a:endParaRPr>
          </a:p>
          <a:p>
            <a:pPr marL="127000" indent="0">
              <a:lnSpc>
                <a:spcPts val="2735"/>
              </a:lnSpc>
              <a:buNone/>
            </a:pPr>
            <a:r>
              <a:rPr lang="en-US" dirty="0">
                <a:latin typeface="Calibri"/>
                <a:cs typeface="Calibri"/>
              </a:rPr>
              <a:t>    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focal </a:t>
            </a:r>
            <a:r>
              <a:rPr lang="en-US" sz="2400" spc="-10" dirty="0">
                <a:latin typeface="Calibri"/>
                <a:cs typeface="Calibri"/>
              </a:rPr>
              <a:t>point,</a:t>
            </a:r>
            <a:r>
              <a:rPr lang="en-US" sz="2400" dirty="0">
                <a:latin typeface="Calibri"/>
                <a:cs typeface="Calibri"/>
              </a:rPr>
              <a:t> the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center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5" dirty="0">
                <a:latin typeface="Calibri"/>
                <a:cs typeface="Calibri"/>
              </a:rPr>
              <a:t> interest </a:t>
            </a:r>
          </a:p>
          <a:p>
            <a:pPr marL="127000" indent="0">
              <a:lnSpc>
                <a:spcPts val="2735"/>
              </a:lnSpc>
              <a:buNone/>
            </a:pPr>
            <a:r>
              <a:rPr lang="en-US" sz="2400" spc="-5" dirty="0">
                <a:latin typeface="Calibri"/>
                <a:cs typeface="Calibri"/>
              </a:rPr>
              <a:t>     or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activity</a:t>
            </a:r>
          </a:p>
          <a:p>
            <a:endParaRPr lang="en-AU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2C86E504-3E43-4FAF-9361-9A322DFB33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3785616"/>
            <a:ext cx="6248400" cy="30571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Unity and Visual Identity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8F48A-4EFF-4B16-8152-98F009425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2362200"/>
          </a:xfrm>
        </p:spPr>
        <p:txBody>
          <a:bodyPr>
            <a:normAutofit lnSpcReduction="10000"/>
          </a:bodyPr>
          <a:lstStyle/>
          <a:p>
            <a:pPr marL="433705" marR="476250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dirty="0">
                <a:latin typeface="Calibri"/>
                <a:cs typeface="Calibri"/>
              </a:rPr>
              <a:t>All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pages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at</a:t>
            </a:r>
            <a:r>
              <a:rPr lang="en-US" sz="2400" dirty="0">
                <a:latin typeface="Calibri"/>
                <a:cs typeface="Calibri"/>
              </a:rPr>
              <a:t> a</a:t>
            </a:r>
            <a:r>
              <a:rPr lang="en-US" sz="2400" spc="-15" dirty="0">
                <a:latin typeface="Calibri"/>
                <a:cs typeface="Calibri"/>
              </a:rPr>
              <a:t> website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must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have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35" dirty="0">
                <a:latin typeface="Calibri"/>
                <a:cs typeface="Calibri"/>
              </a:rPr>
              <a:t>unity,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sense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oneness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or </a:t>
            </a:r>
            <a:r>
              <a:rPr lang="en-US" sz="2400" spc="-52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belonging, </a:t>
            </a:r>
            <a:r>
              <a:rPr lang="en-US" sz="2400" spc="-15" dirty="0">
                <a:latin typeface="Calibri"/>
                <a:cs typeface="Calibri"/>
              </a:rPr>
              <a:t>to create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visual identity</a:t>
            </a:r>
            <a:endParaRPr lang="en-US" sz="2400" dirty="0">
              <a:latin typeface="Calibri"/>
              <a:cs typeface="Calibri"/>
            </a:endParaRPr>
          </a:p>
          <a:p>
            <a:pPr marL="433705" marR="822325" indent="-342900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5" dirty="0">
                <a:latin typeface="Calibri"/>
                <a:cs typeface="Calibri"/>
              </a:rPr>
              <a:t>Create </a:t>
            </a:r>
            <a:r>
              <a:rPr lang="en-US" sz="2400" spc="-5" dirty="0">
                <a:latin typeface="Calibri"/>
                <a:cs typeface="Calibri"/>
              </a:rPr>
              <a:t>unity </a:t>
            </a:r>
            <a:r>
              <a:rPr lang="en-US" sz="2400" dirty="0">
                <a:latin typeface="Calibri"/>
                <a:cs typeface="Calibri"/>
              </a:rPr>
              <a:t>with </a:t>
            </a:r>
            <a:r>
              <a:rPr lang="en-US" sz="2400" spc="-10" dirty="0">
                <a:latin typeface="Calibri"/>
                <a:cs typeface="Calibri"/>
              </a:rPr>
              <a:t>consistency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5" dirty="0">
                <a:latin typeface="Calibri"/>
                <a:cs typeface="Calibri"/>
              </a:rPr>
              <a:t>repetition </a:t>
            </a:r>
            <a:r>
              <a:rPr lang="en-US" sz="2400" spc="-10" dirty="0">
                <a:latin typeface="Calibri"/>
                <a:cs typeface="Calibri"/>
              </a:rPr>
              <a:t>throughout </a:t>
            </a:r>
            <a:r>
              <a:rPr lang="en-US" sz="2400" dirty="0">
                <a:latin typeface="Calibri"/>
                <a:cs typeface="Calibri"/>
              </a:rPr>
              <a:t>a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website</a:t>
            </a:r>
            <a:endParaRPr lang="en-US" sz="2400" dirty="0">
              <a:latin typeface="Calibri"/>
              <a:cs typeface="Calibri"/>
            </a:endParaRPr>
          </a:p>
          <a:p>
            <a:pPr marL="433705" indent="-3435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dirty="0">
                <a:latin typeface="Calibri"/>
                <a:cs typeface="Calibri"/>
              </a:rPr>
              <a:t>Unity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10" dirty="0">
                <a:latin typeface="Calibri"/>
                <a:cs typeface="Calibri"/>
              </a:rPr>
              <a:t> associated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branding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0" dirty="0">
                <a:latin typeface="Calibri"/>
                <a:cs typeface="Calibri"/>
              </a:rPr>
              <a:t>Branding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specifications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70" dirty="0">
                <a:latin typeface="Calibri"/>
                <a:cs typeface="Calibri"/>
              </a:rPr>
              <a:t>Tag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line</a:t>
            </a:r>
          </a:p>
          <a:p>
            <a:pPr marL="776605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7724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9724BC22-F1C0-4B53-AB56-0B8E1EEBEF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7171" y="2743200"/>
            <a:ext cx="6477000" cy="2971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26C7C7-5A00-4127-939F-5859AE289839}"/>
              </a:ext>
            </a:extLst>
          </p:cNvPr>
          <p:cNvSpPr txBox="1"/>
          <p:nvPr/>
        </p:nvSpPr>
        <p:spPr>
          <a:xfrm>
            <a:off x="457200" y="4191000"/>
            <a:ext cx="6477000" cy="1551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3705" marR="1696720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Alignment </a:t>
            </a:r>
            <a:r>
              <a:rPr lang="en-US" sz="2400" dirty="0">
                <a:latin typeface="Calibri"/>
                <a:cs typeface="Calibri"/>
              </a:rPr>
              <a:t>is the </a:t>
            </a:r>
            <a:r>
              <a:rPr lang="en-US" sz="2400" spc="-10" dirty="0">
                <a:latin typeface="Calibri"/>
                <a:cs typeface="Calibri"/>
              </a:rPr>
              <a:t>arrangement </a:t>
            </a:r>
            <a:r>
              <a:rPr lang="en-US" sz="2400" spc="-5" dirty="0">
                <a:latin typeface="Calibri"/>
                <a:cs typeface="Calibri"/>
              </a:rPr>
              <a:t>of objects  </a:t>
            </a:r>
            <a:r>
              <a:rPr lang="en-US" sz="2400" dirty="0">
                <a:latin typeface="Calibri"/>
                <a:cs typeface="Calibri"/>
              </a:rPr>
              <a:t>in </a:t>
            </a:r>
            <a:r>
              <a:rPr lang="en-US" sz="2400" spc="-15" dirty="0">
                <a:latin typeface="Calibri"/>
                <a:cs typeface="Calibri"/>
              </a:rPr>
              <a:t>fixed </a:t>
            </a:r>
            <a:r>
              <a:rPr lang="en-US" sz="2400" spc="-5" dirty="0">
                <a:latin typeface="Calibri"/>
                <a:cs typeface="Calibri"/>
              </a:rPr>
              <a:t>or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predetermined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positions</a:t>
            </a:r>
            <a:endParaRPr lang="en-US" sz="2400" dirty="0">
              <a:latin typeface="Calibri"/>
              <a:cs typeface="Calibri"/>
            </a:endParaRPr>
          </a:p>
          <a:p>
            <a:pPr marL="433705" indent="-34353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Using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grids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for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layout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part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RWD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Color as Web Design Tool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C57A1C-ABB2-4F76-96B1-1D1790FE9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3705" indent="-343535">
              <a:lnSpc>
                <a:spcPts val="2795"/>
              </a:lnSpc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Color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can </a:t>
            </a:r>
            <a:r>
              <a:rPr lang="en-US" sz="2400" spc="-5" dirty="0">
                <a:latin typeface="Calibri"/>
                <a:cs typeface="Calibri"/>
              </a:rPr>
              <a:t>be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powerful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design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tool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5" dirty="0">
                <a:latin typeface="Calibri"/>
                <a:cs typeface="Calibri"/>
              </a:rPr>
              <a:t>Reinforces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branding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dirty="0">
                <a:latin typeface="Calibri"/>
                <a:cs typeface="Calibri"/>
              </a:rPr>
              <a:t>Brings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focus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5" dirty="0">
                <a:latin typeface="Calibri"/>
                <a:cs typeface="Calibri"/>
              </a:rPr>
              <a:t>Increases</a:t>
            </a:r>
            <a:r>
              <a:rPr lang="en-US" sz="2400" spc="-3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contrast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15" dirty="0">
                <a:latin typeface="Calibri"/>
                <a:cs typeface="Calibri"/>
              </a:rPr>
              <a:t>Improves </a:t>
            </a:r>
            <a:r>
              <a:rPr lang="en-US" sz="2400" spc="-10" dirty="0">
                <a:latin typeface="Calibri"/>
                <a:cs typeface="Calibri"/>
              </a:rPr>
              <a:t>readability</a:t>
            </a:r>
            <a:endParaRPr lang="en-US" sz="2400" dirty="0">
              <a:latin typeface="Calibri"/>
              <a:cs typeface="Calibri"/>
            </a:endParaRPr>
          </a:p>
          <a:p>
            <a:pPr marL="776605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2400" spc="-5" dirty="0">
                <a:latin typeface="Calibri"/>
                <a:cs typeface="Calibri"/>
              </a:rPr>
              <a:t>Sets</a:t>
            </a:r>
            <a:r>
              <a:rPr lang="en-US" sz="2400" spc="-5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mood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The Color Wheel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053395-21EA-461E-9AB4-786E36E39D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33705" marR="468630" indent="-342900">
              <a:lnSpc>
                <a:spcPts val="2590"/>
              </a:lnSpc>
              <a:spcBef>
                <a:spcPts val="24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color </a:t>
            </a:r>
            <a:r>
              <a:rPr lang="en-US" sz="2400" dirty="0">
                <a:latin typeface="Calibri"/>
                <a:cs typeface="Calibri"/>
              </a:rPr>
              <a:t>wheel </a:t>
            </a:r>
            <a:r>
              <a:rPr lang="en-US" sz="2400" spc="-10" dirty="0">
                <a:latin typeface="Calibri"/>
                <a:cs typeface="Calibri"/>
              </a:rPr>
              <a:t>can </a:t>
            </a:r>
            <a:r>
              <a:rPr lang="en-US" sz="2400" spc="-5" dirty="0">
                <a:latin typeface="Calibri"/>
                <a:cs typeface="Calibri"/>
              </a:rPr>
              <a:t>help </a:t>
            </a:r>
            <a:r>
              <a:rPr lang="en-US" sz="2400" spc="-10" dirty="0">
                <a:latin typeface="Calibri"/>
                <a:cs typeface="Calibri"/>
              </a:rPr>
              <a:t>you </a:t>
            </a:r>
            <a:r>
              <a:rPr lang="en-US" sz="2400" spc="-5" dirty="0">
                <a:latin typeface="Calibri"/>
                <a:cs typeface="Calibri"/>
              </a:rPr>
              <a:t>choose </a:t>
            </a:r>
            <a:r>
              <a:rPr lang="en-US" sz="2400" spc="-15" dirty="0">
                <a:latin typeface="Calibri"/>
                <a:cs typeface="Calibri"/>
              </a:rPr>
              <a:t>effective </a:t>
            </a:r>
            <a:r>
              <a:rPr lang="en-US" sz="2400" dirty="0">
                <a:latin typeface="Calibri"/>
                <a:cs typeface="Calibri"/>
              </a:rPr>
              <a:t>and appealing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color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combinations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687E48E7-A27E-40FE-8B6F-4F1CE792A73E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96000" y="1524000"/>
            <a:ext cx="4993481" cy="4652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F693EE-24C6-A305-64EF-0012642D4ABD}"/>
              </a:ext>
            </a:extLst>
          </p:cNvPr>
          <p:cNvSpPr txBox="1"/>
          <p:nvPr/>
        </p:nvSpPr>
        <p:spPr>
          <a:xfrm>
            <a:off x="685800" y="479690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76605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777240" algn="l"/>
              </a:tabLst>
            </a:pPr>
            <a:r>
              <a:rPr lang="en-US" sz="1800" spc="-5" dirty="0">
                <a:latin typeface="Calibri"/>
                <a:cs typeface="Calibri"/>
              </a:rPr>
              <a:t>Complementary</a:t>
            </a:r>
            <a:r>
              <a:rPr lang="en-US" sz="1800" spc="-70" dirty="0">
                <a:latin typeface="Calibri"/>
                <a:cs typeface="Calibri"/>
              </a:rPr>
              <a:t> </a:t>
            </a:r>
            <a:r>
              <a:rPr lang="en-US" sz="1800" spc="-15" dirty="0">
                <a:latin typeface="Calibri"/>
                <a:cs typeface="Calibri"/>
              </a:rPr>
              <a:t>colors</a:t>
            </a:r>
            <a:endParaRPr lang="en-US" sz="18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AFF8C2-A16E-8DFA-10B3-00E6B2404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86050"/>
            <a:ext cx="443865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539529"/>
            <a:ext cx="10515600" cy="50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The RGB Color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FAA9E-F455-411F-8FE2-3C9A2658C5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10" dirty="0">
                <a:latin typeface="Calibri"/>
                <a:cs typeface="Calibri"/>
              </a:rPr>
              <a:t>Monitors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project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color</a:t>
            </a:r>
            <a:r>
              <a:rPr lang="en-US" sz="2400" spc="-5" dirty="0">
                <a:latin typeface="Calibri"/>
                <a:cs typeface="Calibri"/>
              </a:rPr>
              <a:t> using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RGB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color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system</a:t>
            </a:r>
            <a:endParaRPr lang="en-US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5" dirty="0">
                <a:latin typeface="Calibri"/>
                <a:cs typeface="Calibri"/>
              </a:rPr>
              <a:t>Combines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red,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green, </a:t>
            </a:r>
            <a:r>
              <a:rPr lang="en-US" sz="2400" dirty="0">
                <a:latin typeface="Calibri"/>
                <a:cs typeface="Calibri"/>
              </a:rPr>
              <a:t>and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blue </a:t>
            </a:r>
            <a:r>
              <a:rPr lang="en-US" sz="2400" spc="-10" dirty="0">
                <a:latin typeface="Calibri"/>
                <a:cs typeface="Calibri"/>
              </a:rPr>
              <a:t>light</a:t>
            </a:r>
            <a:endParaRPr lang="en-US" sz="2400" dirty="0">
              <a:latin typeface="Calibri"/>
              <a:cs typeface="Calibri"/>
            </a:endParaRPr>
          </a:p>
          <a:p>
            <a:pPr marL="698500" marR="2803525" lvl="1" indent="-228600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10" dirty="0">
                <a:latin typeface="Calibri"/>
                <a:cs typeface="Calibri"/>
              </a:rPr>
              <a:t>Levels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</a:t>
            </a:r>
            <a:r>
              <a:rPr lang="en-US" sz="2400" spc="-10" dirty="0">
                <a:latin typeface="Calibri"/>
                <a:cs typeface="Calibri"/>
              </a:rPr>
              <a:t> intensity</a:t>
            </a:r>
            <a:r>
              <a:rPr lang="en-US" sz="2400" spc="-15" dirty="0">
                <a:latin typeface="Calibri"/>
                <a:cs typeface="Calibri"/>
              </a:rPr>
              <a:t> are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measured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from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0</a:t>
            </a:r>
            <a:r>
              <a:rPr lang="en-US" sz="2400" spc="-15" dirty="0">
                <a:latin typeface="Calibri"/>
                <a:cs typeface="Calibri"/>
              </a:rPr>
              <a:t> to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255</a:t>
            </a:r>
            <a:endParaRPr lang="en-US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25" dirty="0">
                <a:latin typeface="Calibri"/>
                <a:cs typeface="Calibri"/>
              </a:rPr>
              <a:t>Values</a:t>
            </a:r>
            <a:endParaRPr lang="en-US"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735"/>
              </a:lnSpc>
              <a:spcBef>
                <a:spcPts val="219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monitor’s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color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depth</a:t>
            </a:r>
            <a:r>
              <a:rPr lang="en-US" sz="2400" dirty="0">
                <a:latin typeface="Calibri"/>
                <a:cs typeface="Calibri"/>
              </a:rPr>
              <a:t> is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 actual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number of</a:t>
            </a:r>
            <a:r>
              <a:rPr lang="en-US" sz="2400" spc="-15" dirty="0">
                <a:latin typeface="Calibri"/>
                <a:cs typeface="Calibri"/>
              </a:rPr>
              <a:t> colors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that</a:t>
            </a:r>
            <a:r>
              <a:rPr lang="en-US" sz="2400" dirty="0">
                <a:latin typeface="Calibri"/>
                <a:cs typeface="Calibri"/>
              </a:rPr>
              <a:t> a</a:t>
            </a:r>
          </a:p>
          <a:p>
            <a:pPr marL="698500">
              <a:lnSpc>
                <a:spcPts val="2735"/>
              </a:lnSpc>
            </a:pPr>
            <a:r>
              <a:rPr lang="en-US" sz="2400" spc="-5" dirty="0">
                <a:latin typeface="Calibri"/>
                <a:cs typeface="Calibri"/>
              </a:rPr>
              <a:t>monitor</a:t>
            </a:r>
            <a:r>
              <a:rPr lang="en-US" sz="2400" spc="-5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displays</a:t>
            </a:r>
            <a:endParaRPr lang="en-US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5" dirty="0">
                <a:latin typeface="Calibri"/>
                <a:cs typeface="Calibri"/>
              </a:rPr>
              <a:t>The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hexadecimal</a:t>
            </a:r>
            <a:r>
              <a:rPr lang="en-US" sz="2400" spc="-25" dirty="0">
                <a:latin typeface="Calibri"/>
                <a:cs typeface="Calibri"/>
              </a:rPr>
              <a:t> system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uses 16</a:t>
            </a:r>
            <a:r>
              <a:rPr lang="en-US" sz="2400" spc="-10" dirty="0">
                <a:latin typeface="Calibri"/>
                <a:cs typeface="Calibri"/>
              </a:rPr>
              <a:t> symbols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to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signify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values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20AF5250-DB58-4CA1-AC3C-0F578A9654E5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172200" y="1790715"/>
            <a:ext cx="5181600" cy="41195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Target Audience Expectations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6481EB-9AE7-4FE8-BCD8-8A242F54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3705" indent="-343535">
              <a:lnSpc>
                <a:spcPct val="200000"/>
              </a:lnSpc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5" dirty="0">
                <a:latin typeface="Calibri"/>
                <a:cs typeface="Calibri"/>
              </a:rPr>
              <a:t>Certain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colors</a:t>
            </a:r>
            <a:r>
              <a:rPr lang="en-US" sz="2400" spc="-20" dirty="0">
                <a:latin typeface="Calibri"/>
                <a:cs typeface="Calibri"/>
              </a:rPr>
              <a:t> have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come</a:t>
            </a:r>
            <a:r>
              <a:rPr lang="en-US" sz="2400" spc="-15" dirty="0">
                <a:latin typeface="Calibri"/>
                <a:cs typeface="Calibri"/>
              </a:rPr>
              <a:t> to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symbolize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qualities</a:t>
            </a:r>
            <a:endParaRPr lang="en-US" sz="2400" dirty="0">
              <a:latin typeface="Calibri"/>
              <a:cs typeface="Calibri"/>
            </a:endParaRPr>
          </a:p>
          <a:p>
            <a:pPr marL="433705" indent="-343535">
              <a:lnSpc>
                <a:spcPct val="200000"/>
              </a:lnSpc>
              <a:spcBef>
                <a:spcPts val="720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0" dirty="0">
                <a:latin typeface="Calibri"/>
                <a:cs typeface="Calibri"/>
              </a:rPr>
              <a:t>Keep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mind</a:t>
            </a:r>
            <a:r>
              <a:rPr lang="en-US" sz="2400" spc="-5" dirty="0">
                <a:latin typeface="Calibri"/>
                <a:cs typeface="Calibri"/>
              </a:rPr>
              <a:t> the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qualities</a:t>
            </a:r>
            <a:r>
              <a:rPr lang="en-US" sz="2400" spc="-10" dirty="0">
                <a:latin typeface="Calibri"/>
                <a:cs typeface="Calibri"/>
              </a:rPr>
              <a:t> generally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associated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different</a:t>
            </a:r>
            <a:endParaRPr lang="en-US" sz="2400" dirty="0">
              <a:latin typeface="Calibri"/>
              <a:cs typeface="Calibri"/>
            </a:endParaRPr>
          </a:p>
          <a:p>
            <a:pPr marL="433705">
              <a:lnSpc>
                <a:spcPct val="200000"/>
              </a:lnSpc>
            </a:pPr>
            <a:r>
              <a:rPr lang="en-US" sz="2400" spc="-15" dirty="0">
                <a:latin typeface="Calibri"/>
                <a:cs typeface="Calibri"/>
              </a:rPr>
              <a:t>colors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when </a:t>
            </a:r>
            <a:r>
              <a:rPr lang="en-US" sz="2400" spc="-5" dirty="0">
                <a:latin typeface="Calibri"/>
                <a:cs typeface="Calibri"/>
              </a:rPr>
              <a:t>selecting</a:t>
            </a:r>
            <a:r>
              <a:rPr lang="en-US" sz="2400" spc="-15" dirty="0">
                <a:latin typeface="Calibri"/>
                <a:cs typeface="Calibri"/>
              </a:rPr>
              <a:t> colors</a:t>
            </a:r>
            <a:r>
              <a:rPr lang="en-US" sz="2400" spc="-20" dirty="0">
                <a:latin typeface="Calibri"/>
                <a:cs typeface="Calibri"/>
              </a:rPr>
              <a:t> for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your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website</a:t>
            </a:r>
            <a:endParaRPr lang="en-US" sz="2400" dirty="0">
              <a:latin typeface="Calibri"/>
              <a:cs typeface="Calibri"/>
            </a:endParaRPr>
          </a:p>
          <a:p>
            <a:pPr marL="433705" marR="386080" indent="-342900">
              <a:lnSpc>
                <a:spcPct val="200000"/>
              </a:lnSpc>
              <a:spcBef>
                <a:spcPts val="1035"/>
              </a:spcBef>
              <a:buFont typeface="Arial MT"/>
              <a:buChar char="•"/>
              <a:tabLst>
                <a:tab pos="433705" algn="l"/>
                <a:tab pos="434340" algn="l"/>
              </a:tabLst>
            </a:pPr>
            <a:r>
              <a:rPr lang="en-US" sz="2400" spc="-10" dirty="0">
                <a:latin typeface="Calibri"/>
                <a:cs typeface="Calibri"/>
              </a:rPr>
              <a:t>Review </a:t>
            </a:r>
            <a:r>
              <a:rPr lang="en-US" sz="2400" spc="-15" dirty="0">
                <a:latin typeface="Calibri"/>
                <a:cs typeface="Calibri"/>
              </a:rPr>
              <a:t>several </a:t>
            </a:r>
            <a:r>
              <a:rPr lang="en-US" sz="2400" spc="-10" dirty="0">
                <a:latin typeface="Calibri"/>
                <a:cs typeface="Calibri"/>
              </a:rPr>
              <a:t>commercial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10" dirty="0">
                <a:latin typeface="Calibri"/>
                <a:cs typeface="Calibri"/>
              </a:rPr>
              <a:t>noncommercial </a:t>
            </a:r>
            <a:r>
              <a:rPr lang="en-US" sz="2400" spc="-15" dirty="0">
                <a:latin typeface="Calibri"/>
                <a:cs typeface="Calibri"/>
              </a:rPr>
              <a:t>website </a:t>
            </a:r>
            <a:r>
              <a:rPr lang="en-US" sz="2400" spc="-10" dirty="0">
                <a:latin typeface="Calibri"/>
                <a:cs typeface="Calibri"/>
              </a:rPr>
              <a:t>color </a:t>
            </a:r>
            <a:r>
              <a:rPr lang="en-US" sz="2400" spc="-53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schemes</a:t>
            </a: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200000"/>
              </a:lnSpc>
            </a:pPr>
            <a:endParaRPr lang="en-A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43404D-75D2-45D2-9948-25ED8DE3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AU" dirty="0">
                <a:solidFill>
                  <a:schemeClr val="bg1"/>
                </a:solidFill>
              </a:rPr>
              <a:t>More theory next week. Lets have a look at HTML and CSS</a:t>
            </a:r>
          </a:p>
        </p:txBody>
      </p:sp>
    </p:spTree>
    <p:extLst>
      <p:ext uri="{BB962C8B-B14F-4D97-AF65-F5344CB8AC3E}">
        <p14:creationId xmlns:p14="http://schemas.microsoft.com/office/powerpoint/2010/main" val="45978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What is HTML?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1BF1E-3742-4793-9DAD-9C71983C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document</a:t>
            </a:r>
            <a:r>
              <a:rPr lang="en-US" sz="2600" spc="-2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markup</a:t>
            </a:r>
            <a:r>
              <a:rPr lang="en-US" sz="2600" spc="-2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language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describes</a:t>
            </a:r>
            <a:r>
              <a:rPr lang="en-US" sz="2600" spc="-4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structure</a:t>
            </a:r>
            <a:r>
              <a:rPr lang="en-US" sz="2600" spc="-5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of</a:t>
            </a:r>
            <a:r>
              <a:rPr lang="en-US" sz="2600" spc="-20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web</a:t>
            </a:r>
            <a:r>
              <a:rPr lang="en-US" sz="2600" spc="-2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pages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600" dirty="0">
                <a:latin typeface="Calibri"/>
                <a:cs typeface="Calibri"/>
              </a:rPr>
              <a:t>early</a:t>
            </a:r>
            <a:r>
              <a:rPr lang="en-US" sz="2600" spc="-2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1990's</a:t>
            </a:r>
            <a:r>
              <a:rPr lang="en-US" sz="2600" spc="-3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Tim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Berners-Lee</a:t>
            </a:r>
            <a:r>
              <a:rPr lang="en-US" sz="2600" spc="-50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created</a:t>
            </a:r>
            <a:r>
              <a:rPr lang="en-US" sz="2600" spc="-3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“HTML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spc="-40" dirty="0">
                <a:latin typeface="Calibri"/>
                <a:cs typeface="Calibri"/>
              </a:rPr>
              <a:t>Tags”</a:t>
            </a:r>
            <a:endParaRPr lang="en-US"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600" dirty="0">
                <a:latin typeface="Calibri"/>
                <a:cs typeface="Calibri"/>
              </a:rPr>
              <a:t>mid</a:t>
            </a:r>
            <a:r>
              <a:rPr lang="en-US" sz="2600" spc="-3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2010's</a:t>
            </a:r>
            <a:r>
              <a:rPr lang="en-US" sz="2600" spc="-4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HTML5</a:t>
            </a:r>
            <a:r>
              <a:rPr lang="en-US" sz="2600" spc="-35" dirty="0">
                <a:latin typeface="Calibri"/>
                <a:cs typeface="Calibri"/>
              </a:rPr>
              <a:t> </a:t>
            </a:r>
            <a:r>
              <a:rPr lang="en-US" sz="2600" spc="-10" dirty="0" err="1">
                <a:latin typeface="Calibri"/>
                <a:cs typeface="Calibri"/>
              </a:rPr>
              <a:t>standardised</a:t>
            </a:r>
            <a:endParaRPr lang="en-US" sz="2600" dirty="0">
              <a:latin typeface="Calibri"/>
              <a:cs typeface="Calibri"/>
            </a:endParaRPr>
          </a:p>
          <a:p>
            <a:pPr marL="698500" lvl="1" indent="-228600">
              <a:lnSpc>
                <a:spcPts val="2635"/>
              </a:lnSpc>
              <a:buClr>
                <a:srgbClr val="000000"/>
              </a:buClr>
              <a:buFont typeface="Arial MT"/>
              <a:buChar char="•"/>
              <a:tabLst>
                <a:tab pos="697865" algn="l"/>
                <a:tab pos="698500" algn="l"/>
                <a:tab pos="4324350" algn="l"/>
              </a:tabLst>
            </a:pPr>
            <a:r>
              <a:rPr lang="en-US" sz="22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https://html.spec.whatwg.org/</a:t>
            </a:r>
            <a:r>
              <a:rPr lang="en-US" sz="2200" spc="-10" dirty="0">
                <a:solidFill>
                  <a:srgbClr val="0462C1"/>
                </a:solidFill>
                <a:latin typeface="Calibri"/>
                <a:cs typeface="Calibri"/>
              </a:rPr>
              <a:t>	</a:t>
            </a:r>
            <a:r>
              <a:rPr lang="en-US" sz="2200" spc="-15" dirty="0">
                <a:latin typeface="Calibri"/>
                <a:cs typeface="Calibri"/>
              </a:rPr>
              <a:t>(huge</a:t>
            </a:r>
            <a:r>
              <a:rPr lang="en-US" sz="2200" spc="5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/</a:t>
            </a:r>
            <a:r>
              <a:rPr lang="en-US" sz="2200" spc="-20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complex)</a:t>
            </a:r>
            <a:endParaRPr lang="en-US" sz="22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more</a:t>
            </a:r>
            <a:r>
              <a:rPr lang="en-US" sz="2600" spc="-4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accessible</a:t>
            </a:r>
          </a:p>
          <a:p>
            <a:pPr marL="698500" lvl="1" indent="-228600">
              <a:lnSpc>
                <a:spcPts val="2620"/>
              </a:lnSpc>
              <a:buClr>
                <a:srgbClr val="000000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lang="en-US" sz="22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https://www.w3schools.com/</a:t>
            </a:r>
            <a:endParaRPr lang="en-US" sz="2200" dirty="0">
              <a:latin typeface="Calibri"/>
              <a:cs typeface="Calibri"/>
            </a:endParaRPr>
          </a:p>
          <a:p>
            <a:pPr marL="698500" lvl="1" indent="-228600">
              <a:lnSpc>
                <a:spcPts val="2620"/>
              </a:lnSpc>
              <a:buClr>
                <a:srgbClr val="000000"/>
              </a:buClr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lang="en-US" sz="22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https://developer.mozilla.org/</a:t>
            </a:r>
            <a:endParaRPr lang="en-A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Closer look at HTML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0399C9-6615-4DBF-A17C-34D745E7A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6400800" cy="4652963"/>
          </a:xfrm>
        </p:spPr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elements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marked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by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&lt;tags&gt;</a:t>
            </a:r>
            <a:endParaRPr lang="en-US" sz="2800" dirty="0">
              <a:latin typeface="Calibri"/>
              <a:cs typeface="Calibri"/>
            </a:endParaRPr>
          </a:p>
          <a:p>
            <a:pPr marL="697865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5" dirty="0">
                <a:latin typeface="Calibri"/>
                <a:cs typeface="Calibri"/>
              </a:rPr>
              <a:t>opening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&lt;&gt; </a:t>
            </a:r>
            <a:r>
              <a:rPr lang="en-US" sz="2400" dirty="0">
                <a:latin typeface="Calibri"/>
                <a:cs typeface="Calibri"/>
              </a:rPr>
              <a:t>and </a:t>
            </a:r>
            <a:r>
              <a:rPr lang="en-US" sz="2400" spc="-5" dirty="0">
                <a:latin typeface="Calibri"/>
                <a:cs typeface="Calibri"/>
              </a:rPr>
              <a:t>closing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&lt;/&gt; </a:t>
            </a:r>
            <a:r>
              <a:rPr lang="en-US" sz="2400" spc="-10" dirty="0">
                <a:latin typeface="Calibri"/>
                <a:cs typeface="Calibri"/>
              </a:rPr>
              <a:t>tags</a:t>
            </a:r>
            <a:endParaRPr lang="en-US" sz="2400" dirty="0">
              <a:latin typeface="Calibri"/>
              <a:cs typeface="Calibri"/>
            </a:endParaRPr>
          </a:p>
          <a:p>
            <a:pPr marL="697865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8500" algn="l"/>
              </a:tabLst>
            </a:pPr>
            <a:r>
              <a:rPr lang="en-US" sz="2400" spc="-10" dirty="0">
                <a:latin typeface="Calibri"/>
                <a:cs typeface="Calibri"/>
              </a:rPr>
              <a:t>must</a:t>
            </a:r>
            <a:r>
              <a:rPr lang="en-US" sz="2400" spc="-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nest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correctly</a:t>
            </a:r>
            <a:endParaRPr lang="en-US"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attributes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provide</a:t>
            </a:r>
            <a:r>
              <a:rPr lang="en-US" sz="2800" spc="3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more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information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25" dirty="0">
                <a:solidFill>
                  <a:srgbClr val="4471C4"/>
                </a:solidFill>
                <a:latin typeface="Calibri"/>
                <a:cs typeface="Calibri"/>
              </a:rPr>
              <a:t>lang=”en”</a:t>
            </a:r>
            <a:endParaRPr lang="en-US" sz="2800" dirty="0">
              <a:latin typeface="Calibri"/>
              <a:cs typeface="Calibri"/>
            </a:endParaRPr>
          </a:p>
          <a:p>
            <a:pPr marL="241300" marR="394970" indent="-228600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spc="-20" dirty="0">
                <a:latin typeface="Calibri"/>
                <a:cs typeface="Calibri"/>
              </a:rPr>
              <a:t>browser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constructs</a:t>
            </a:r>
            <a:r>
              <a:rPr lang="en-US" sz="2800" spc="4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DOM</a:t>
            </a:r>
            <a:r>
              <a:rPr lang="en-US" sz="2800" spc="2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(Document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Object </a:t>
            </a:r>
            <a:r>
              <a:rPr lang="en-US" sz="2800" spc="-6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Model)</a:t>
            </a:r>
            <a:endParaRPr lang="en-US"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use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validation</a:t>
            </a:r>
            <a:r>
              <a:rPr lang="en-US" sz="2800" spc="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/</a:t>
            </a:r>
            <a:r>
              <a:rPr lang="en-US" sz="2800" spc="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lint</a:t>
            </a:r>
            <a:r>
              <a:rPr lang="en-US" sz="2800" spc="1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tools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to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check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spc="-30" dirty="0">
                <a:latin typeface="Calibri"/>
                <a:cs typeface="Calibri"/>
              </a:rPr>
              <a:t>syntax</a:t>
            </a:r>
            <a:endParaRPr lang="en-US" sz="2800" dirty="0">
              <a:latin typeface="Calibri"/>
              <a:cs typeface="Calibri"/>
            </a:endParaRPr>
          </a:p>
          <a:p>
            <a:pPr marL="697865" lvl="1" indent="-22923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 MT"/>
              <a:buChar char="•"/>
              <a:tabLst>
                <a:tab pos="698500" algn="l"/>
              </a:tabLst>
            </a:pPr>
            <a:r>
              <a:rPr lang="en-US" sz="2400" u="heavy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https://html5.validator.nu/</a:t>
            </a:r>
            <a:endParaRPr lang="en-US" sz="2400" dirty="0">
              <a:latin typeface="Calibri"/>
              <a:cs typeface="Calibri"/>
            </a:endParaRPr>
          </a:p>
          <a:p>
            <a:endParaRPr lang="en-AU" dirty="0"/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91EC9E1D-2FC2-4274-B5F9-F790C2ABA7F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7772400" y="1524000"/>
            <a:ext cx="39814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D539-389A-4B05-9F24-6F9891DA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 the Hood of a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F614-AD15-4284-8BA8-6DD92FFF4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DTD – describes the markup language syntax</a:t>
            </a:r>
          </a:p>
          <a:p>
            <a:endParaRPr lang="en-US" dirty="0"/>
          </a:p>
          <a:p>
            <a:r>
              <a:rPr lang="en-US" dirty="0"/>
              <a:t>HTML element– contains the web page document</a:t>
            </a:r>
          </a:p>
          <a:p>
            <a:endParaRPr lang="en-US" dirty="0"/>
          </a:p>
          <a:p>
            <a:r>
              <a:rPr lang="en-US" dirty="0"/>
              <a:t>Head element – contains the head section</a:t>
            </a:r>
          </a:p>
          <a:p>
            <a:pPr lvl="1"/>
            <a:r>
              <a:rPr lang="en-US" dirty="0"/>
              <a:t>The head section contains information that describes the web page document</a:t>
            </a:r>
          </a:p>
          <a:p>
            <a:pPr lvl="1"/>
            <a:endParaRPr lang="en-US" dirty="0"/>
          </a:p>
          <a:p>
            <a:r>
              <a:rPr lang="en-US" dirty="0"/>
              <a:t>Title element– Text displays in title bar of window</a:t>
            </a:r>
          </a:p>
          <a:p>
            <a:endParaRPr lang="en-US" dirty="0"/>
          </a:p>
          <a:p>
            <a:r>
              <a:rPr lang="en-US" dirty="0"/>
              <a:t>Body element – contains the body section</a:t>
            </a:r>
          </a:p>
          <a:p>
            <a:pPr lvl="1"/>
            <a:r>
              <a:rPr lang="en-US" dirty="0"/>
              <a:t>The body section contains the text and elements that display in the browser viewport.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2C66C3F-1C9F-4F18-AFBF-EC13030AE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Heading Element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AB43765C-4F66-4A6F-986A-C7A9762672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&lt;h1&gt;Heading Level 1&lt;/h1&gt;</a:t>
            </a:r>
          </a:p>
          <a:p>
            <a:r>
              <a:rPr lang="en-US" altLang="en-US"/>
              <a:t>&lt;h2&gt;Heading Level 2&lt;/h2&gt;</a:t>
            </a:r>
          </a:p>
          <a:p>
            <a:r>
              <a:rPr lang="en-US" altLang="en-US"/>
              <a:t>&lt;h3&gt;Heading Level 3&lt;/h3&gt;</a:t>
            </a:r>
          </a:p>
          <a:p>
            <a:r>
              <a:rPr lang="en-US" altLang="en-US"/>
              <a:t>&lt;h4&gt;Heading Level 4&lt;/h4&gt;</a:t>
            </a:r>
          </a:p>
          <a:p>
            <a:r>
              <a:rPr lang="en-US" altLang="en-US"/>
              <a:t>&lt;h5&gt;Heading Level 5&lt;/h5&gt;</a:t>
            </a:r>
          </a:p>
          <a:p>
            <a:r>
              <a:rPr lang="en-US" altLang="en-US"/>
              <a:t>&lt;h6&gt;Heading Level 6&lt;/h6&gt;</a:t>
            </a:r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10245" name="Picture 3">
            <a:extLst>
              <a:ext uri="{FF2B5EF4-FFF2-40B4-BE49-F238E27FC236}">
                <a16:creationId xmlns:a16="http://schemas.microsoft.com/office/drawing/2014/main" id="{35AFAF74-B5CA-49EC-9F41-8E16241A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15440"/>
            <a:ext cx="419417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F923433-85D4-41EA-A82D-C92B38CE5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Paragraph Element &lt;p&gt; tag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FA758A2-A838-42B8-8B65-F181934542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Paragraph element</a:t>
            </a:r>
          </a:p>
          <a:p>
            <a:r>
              <a:rPr lang="en-US" dirty="0"/>
              <a:t>    &lt;p&gt; …paragraph goes here… &lt;/p&gt;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Groups sentences and sections of text together. </a:t>
            </a:r>
          </a:p>
          <a:p>
            <a:pPr lvl="1"/>
            <a:r>
              <a:rPr lang="en-US" dirty="0"/>
              <a:t>Configures empty space above and below the paragraph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ABC1EB8-C009-4F6F-8257-88EE3A949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Line Break </a:t>
            </a:r>
            <a:r>
              <a:rPr lang="en-US">
                <a:solidFill>
                  <a:schemeClr val="bg1"/>
                </a:solidFill>
              </a:rPr>
              <a:t>Element &lt;br</a:t>
            </a:r>
            <a:r>
              <a:rPr lang="en-US" dirty="0">
                <a:solidFill>
                  <a:schemeClr val="bg1"/>
                </a:solidFill>
              </a:rPr>
              <a:t>&gt; tag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C341A83-4DF6-48F8-B368-A579186C0A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Break element</a:t>
            </a:r>
          </a:p>
          <a:p>
            <a:pPr lvl="1"/>
            <a:r>
              <a:rPr lang="en-US" dirty="0"/>
              <a:t>Stand-alone tag</a:t>
            </a:r>
          </a:p>
          <a:p>
            <a:pPr lvl="1"/>
            <a:r>
              <a:rPr lang="en-US" dirty="0"/>
              <a:t>Called a void element in HTML5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…text goes here &lt;</a:t>
            </a:r>
            <a:r>
              <a:rPr lang="en-US" dirty="0" err="1"/>
              <a:t>br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This starts on a new line….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Causes the next element or text to display on a new line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D3E78BB-179D-4015-AFA9-ABD9600E8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Horizontal Rule Element &lt;hr&gt; tag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2A21594-7B87-40BF-841C-4C268078FF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Horizontal Rule element</a:t>
            </a:r>
          </a:p>
          <a:p>
            <a:pPr lvl="1"/>
            <a:r>
              <a:rPr lang="en-US" dirty="0"/>
              <a:t>void element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 &gt;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Configures a horizontal line on the page</a:t>
            </a:r>
          </a:p>
          <a:p>
            <a:pPr lvl="1"/>
            <a:r>
              <a:rPr lang="en-US" dirty="0"/>
              <a:t>In HTML5, it should be used to indicate a thematic break at the paragraph level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33EAE7A-D31A-43FC-B55B-B4A191C9A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Blockquote Element &lt;blockquote&gt;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47FEFA9-3655-4FCD-873F-4678730C9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Blockquote element</a:t>
            </a:r>
          </a:p>
          <a:p>
            <a:pPr lvl="1"/>
            <a:r>
              <a:rPr lang="en-US" altLang="en-US"/>
              <a:t>Indents a block of text for special emphasis</a:t>
            </a:r>
          </a:p>
          <a:p>
            <a:pPr lvl="1"/>
            <a:br>
              <a:rPr lang="en-US" altLang="en-US"/>
            </a:br>
            <a:endParaRPr lang="en-US" altLang="en-US"/>
          </a:p>
          <a:p>
            <a:pPr lvl="1"/>
            <a:r>
              <a:rPr lang="en-US" altLang="en-US"/>
              <a:t>&lt;blockquote&gt;</a:t>
            </a:r>
          </a:p>
          <a:p>
            <a:pPr lvl="1"/>
            <a:r>
              <a:rPr lang="en-US" altLang="en-US"/>
              <a:t>   …text goes here…</a:t>
            </a:r>
          </a:p>
          <a:p>
            <a:pPr lvl="1"/>
            <a:r>
              <a:rPr lang="en-US" altLang="en-US"/>
              <a:t>&lt;/blockquote&gt;</a:t>
            </a:r>
          </a:p>
          <a:p>
            <a:endParaRPr lang="en-US" alt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85AF526-1B35-4854-8227-8456969F4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Phrase Elements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344EB0C-E024-4C76-8B00-02D112421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Indicate the context and meaning of the text</a:t>
            </a:r>
          </a:p>
          <a:p>
            <a:r>
              <a:rPr lang="en-US" dirty="0"/>
              <a:t>Display inline with the text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Common Phrase Elements</a:t>
            </a:r>
          </a:p>
          <a:p>
            <a:pPr lvl="1"/>
            <a:r>
              <a:rPr lang="en-US" dirty="0"/>
              <a:t>&lt;b&gt;&lt;/b&gt; :  Text is displayed in bold font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&lt;strong&gt;&lt;/strong&gt; : Text has strong importance and is displayed in bold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&gt;&lt;/</a:t>
            </a:r>
            <a:r>
              <a:rPr lang="en-US" dirty="0" err="1"/>
              <a:t>i</a:t>
            </a:r>
            <a:r>
              <a:rPr lang="en-US" dirty="0"/>
              <a:t>&gt;: Text is displayed in italic font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&lt;</a:t>
            </a:r>
            <a:r>
              <a:rPr lang="en-US" dirty="0" err="1"/>
              <a:t>em</a:t>
            </a:r>
            <a:r>
              <a:rPr lang="en-US" dirty="0"/>
              <a:t>&gt;&lt;/</a:t>
            </a:r>
            <a:r>
              <a:rPr lang="en-US" dirty="0" err="1"/>
              <a:t>em</a:t>
            </a:r>
            <a:r>
              <a:rPr lang="en-US" dirty="0"/>
              <a:t>&gt; : Text has emphasis and is displayed in italic font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ED55745-C502-4BC7-9E25-952A1705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>
                <a:solidFill>
                  <a:schemeClr val="bg1"/>
                </a:solidFill>
              </a:rPr>
              <a:t>Proper Nesting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E042375-F3B2-4472-A112-F05314920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CODE:</a:t>
            </a:r>
          </a:p>
          <a:p>
            <a:r>
              <a:rPr lang="en-US" altLang="en-US" dirty="0"/>
              <a:t>&lt;p&gt;&lt;</a:t>
            </a:r>
            <a:r>
              <a:rPr lang="en-US" altLang="en-US" dirty="0" err="1"/>
              <a:t>i</a:t>
            </a:r>
            <a:r>
              <a:rPr lang="en-US" altLang="en-US" dirty="0"/>
              <a:t>&gt;Call for a free quote for your web development needs: &lt;strong&gt;888.555.5555 &lt;/strong&gt;&lt;/</a:t>
            </a:r>
            <a:r>
              <a:rPr lang="en-US" altLang="en-US" dirty="0" err="1"/>
              <a:t>i</a:t>
            </a:r>
            <a:r>
              <a:rPr lang="en-US" altLang="en-US" dirty="0"/>
              <a:t>&gt;&lt;/p&gt;</a:t>
            </a:r>
          </a:p>
          <a:p>
            <a:endParaRPr lang="en-US" altLang="en-US" dirty="0"/>
          </a:p>
          <a:p>
            <a:r>
              <a:rPr lang="en-US" altLang="en-US" dirty="0"/>
              <a:t>BROWSER DISPLAY: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i="1" dirty="0"/>
              <a:t>Call for a free quote for your web development needs: </a:t>
            </a:r>
            <a:r>
              <a:rPr lang="en-US" altLang="en-US" b="1" i="1" dirty="0"/>
              <a:t>888.555.5555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7A89E5C-3513-4A15-ACE2-C2C5B92D3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HTML List Basics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739D15-1706-44CF-9719-DFCFDC451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Unordered List</a:t>
            </a:r>
          </a:p>
          <a:p>
            <a:r>
              <a:rPr lang="en-US" altLang="en-US" dirty="0"/>
              <a:t>Ordered List</a:t>
            </a:r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0EB45E5-928C-430F-BA6F-BFF1E5F19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Unordered List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0A39668-9C95-46EF-9F2B-9152937CF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Displays information with bullet points</a:t>
            </a:r>
          </a:p>
          <a:p>
            <a:r>
              <a:rPr lang="en-US" altLang="en-US" dirty="0"/>
              <a:t>Unordered List Element</a:t>
            </a:r>
          </a:p>
          <a:p>
            <a:r>
              <a:rPr lang="en-US" altLang="en-US" dirty="0"/>
              <a:t>	&lt;</a:t>
            </a:r>
            <a:r>
              <a:rPr lang="en-US" altLang="en-US" dirty="0" err="1"/>
              <a:t>ul</a:t>
            </a:r>
            <a:r>
              <a:rPr lang="en-US" altLang="en-US" dirty="0"/>
              <a:t>&gt;</a:t>
            </a:r>
            <a:br>
              <a:rPr lang="en-US" altLang="en-US" dirty="0"/>
            </a:br>
            <a:r>
              <a:rPr lang="en-US" altLang="en-US" dirty="0"/>
              <a:t>Contains the unordered list</a:t>
            </a:r>
          </a:p>
          <a:p>
            <a:pPr lvl="1"/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List Item Element</a:t>
            </a:r>
            <a:br>
              <a:rPr lang="en-US" altLang="en-US" dirty="0"/>
            </a:br>
            <a:r>
              <a:rPr lang="en-US" altLang="en-US" dirty="0"/>
              <a:t>&lt;li&gt;</a:t>
            </a:r>
            <a:br>
              <a:rPr lang="en-US" altLang="en-US" dirty="0"/>
            </a:br>
            <a:r>
              <a:rPr lang="en-US" altLang="en-US" dirty="0"/>
              <a:t>Contains an item in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F931C-2A88-429A-A874-A57B3184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778918"/>
            <a:ext cx="5181600" cy="22193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9FC4111-C131-410A-A929-B15E9E7E3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Ordered List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CCB4770-0763-40B8-A0B4-DB957169CE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Conveys information in an ordered fashion</a:t>
            </a:r>
          </a:p>
          <a:p>
            <a:r>
              <a:rPr lang="en-US" altLang="en-US" dirty="0"/>
              <a:t>Ordered List Element</a:t>
            </a:r>
          </a:p>
          <a:p>
            <a:r>
              <a:rPr lang="en-US" altLang="en-US" dirty="0"/>
              <a:t>	&lt;</a:t>
            </a:r>
            <a:r>
              <a:rPr lang="en-US" altLang="en-US" dirty="0" err="1"/>
              <a:t>ol</a:t>
            </a:r>
            <a:r>
              <a:rPr lang="en-US" altLang="en-US" dirty="0"/>
              <a:t>&gt;</a:t>
            </a:r>
            <a:br>
              <a:rPr lang="en-US" altLang="en-US" dirty="0"/>
            </a:br>
            <a:r>
              <a:rPr lang="en-US" altLang="en-US" dirty="0"/>
              <a:t>Contains the ordered list</a:t>
            </a:r>
          </a:p>
          <a:p>
            <a:pPr lvl="1"/>
            <a:r>
              <a:rPr lang="en-US" altLang="en-US" dirty="0"/>
              <a:t>type attribute determines numbering scheme of list</a:t>
            </a:r>
          </a:p>
          <a:p>
            <a:pPr lvl="1"/>
            <a:r>
              <a:rPr lang="en-US" altLang="en-US" dirty="0"/>
              <a:t>default is numerals</a:t>
            </a:r>
          </a:p>
          <a:p>
            <a:r>
              <a:rPr lang="en-US" altLang="en-US" dirty="0"/>
              <a:t>List Item Element</a:t>
            </a:r>
            <a:br>
              <a:rPr lang="en-US" altLang="en-US" dirty="0"/>
            </a:br>
            <a:r>
              <a:rPr lang="en-US" altLang="en-US" dirty="0"/>
              <a:t>&lt;li&gt;</a:t>
            </a:r>
            <a:br>
              <a:rPr lang="en-US" altLang="en-US" dirty="0"/>
            </a:br>
            <a:r>
              <a:rPr lang="en-US" altLang="en-US" dirty="0"/>
              <a:t>Contains an item in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20DFB-173A-4158-BFF2-F7E2F1E0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888581"/>
            <a:ext cx="5076825" cy="1752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144F55E-202B-457F-8C59-C31D02886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Special Entity Characters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CDE61977-44AD-4289-B6D4-F2A6E67C9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special characters such as quotes, copyright symbol, etc.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		Character     		Code</a:t>
            </a:r>
          </a:p>
          <a:p>
            <a:r>
              <a:rPr lang="en-US" dirty="0"/>
              <a:t>		      © 			&amp;copy;</a:t>
            </a:r>
          </a:p>
          <a:p>
            <a:r>
              <a:rPr lang="en-US" dirty="0"/>
              <a:t>		      &lt;                	&amp;</a:t>
            </a:r>
            <a:r>
              <a:rPr lang="en-US" dirty="0" err="1"/>
              <a:t>lt</a:t>
            </a:r>
            <a:r>
              <a:rPr lang="en-US" dirty="0"/>
              <a:t>;</a:t>
            </a:r>
          </a:p>
          <a:p>
            <a:r>
              <a:rPr lang="en-US" dirty="0"/>
              <a:t>		      &gt;                	&amp;</a:t>
            </a:r>
            <a:r>
              <a:rPr lang="en-US" dirty="0" err="1"/>
              <a:t>gt</a:t>
            </a:r>
            <a:r>
              <a:rPr lang="en-US" dirty="0"/>
              <a:t>;</a:t>
            </a:r>
          </a:p>
          <a:p>
            <a:r>
              <a:rPr lang="en-US" dirty="0"/>
              <a:t>		      &amp;	       		&amp;amp;</a:t>
            </a:r>
          </a:p>
          <a:p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	       	</a:t>
            </a:r>
            <a:r>
              <a:rPr lang="en-US" dirty="0"/>
              <a:t>	&amp;</a:t>
            </a:r>
            <a:r>
              <a:rPr lang="en-US" dirty="0" err="1"/>
              <a:t>nbsp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EC41F30E-D432-4D62-AF09-DB6286476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div element &lt;div&gt;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7F9C118-4622-4CE9-A67A-2F880E1C93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Purpose: </a:t>
            </a:r>
          </a:p>
          <a:p>
            <a:pPr lvl="1"/>
            <a:r>
              <a:rPr lang="en-US" altLang="en-US"/>
              <a:t>Configure a specially formatted division or area of a web page</a:t>
            </a:r>
          </a:p>
          <a:p>
            <a:pPr lvl="1"/>
            <a:endParaRPr lang="en-US" altLang="en-US"/>
          </a:p>
          <a:p>
            <a:r>
              <a:rPr lang="en-US" altLang="en-US"/>
              <a:t>Block display with  empty space above and below the div </a:t>
            </a:r>
          </a:p>
          <a:p>
            <a:endParaRPr lang="en-US" altLang="en-US"/>
          </a:p>
          <a:p>
            <a:r>
              <a:rPr lang="en-US" altLang="en-US"/>
              <a:t>Can contain other block display and inline display elements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239F9B2-FBE5-40C4-B9F9-3AF1EC642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82296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HTML5 Structural Elements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F52B669A-8722-456A-A2BC-650DE7511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371600"/>
            <a:ext cx="4724400" cy="4724400"/>
          </a:xfrm>
        </p:spPr>
        <p:txBody>
          <a:bodyPr/>
          <a:lstStyle/>
          <a:p>
            <a:r>
              <a:rPr lang="en-US" altLang="en-US" dirty="0"/>
              <a:t>Header Element</a:t>
            </a:r>
          </a:p>
          <a:p>
            <a:pPr marL="447675" lvl="1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&lt;header&gt;&lt;/header&gt;</a:t>
            </a:r>
            <a:br>
              <a:rPr lang="en-US" altLang="en-US" dirty="0"/>
            </a:br>
            <a:r>
              <a:rPr lang="en-US" altLang="en-US" sz="2400" dirty="0"/>
              <a:t>Contains the web page </a:t>
            </a:r>
            <a:br>
              <a:rPr lang="en-US" altLang="en-US" sz="2400" dirty="0"/>
            </a:br>
            <a:r>
              <a:rPr lang="en-US" altLang="en-US" sz="2400" dirty="0"/>
              <a:t>document’s headings</a:t>
            </a:r>
          </a:p>
          <a:p>
            <a:r>
              <a:rPr lang="en-US" altLang="en-US" dirty="0"/>
              <a:t>Nav Element</a:t>
            </a:r>
          </a:p>
          <a:p>
            <a:pPr marL="447675" lvl="1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&lt;nav&gt;&lt;/nav&gt;</a:t>
            </a:r>
            <a:br>
              <a:rPr lang="en-US" altLang="en-US" dirty="0"/>
            </a:br>
            <a:r>
              <a:rPr lang="en-US" altLang="en-US" sz="2400" dirty="0"/>
              <a:t>Contains web page </a:t>
            </a:r>
            <a:br>
              <a:rPr lang="en-US" altLang="en-US" sz="2400" dirty="0"/>
            </a:br>
            <a:r>
              <a:rPr lang="en-US" altLang="en-US" sz="2400" dirty="0"/>
              <a:t>document’s main navigation</a:t>
            </a:r>
          </a:p>
          <a:p>
            <a:r>
              <a:rPr lang="en-US" altLang="en-US" dirty="0"/>
              <a:t>Footer Element</a:t>
            </a:r>
          </a:p>
          <a:p>
            <a:pPr marL="447675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&lt;footer&gt;&lt;/footer&gt;</a:t>
            </a:r>
            <a:br>
              <a:rPr lang="en-US" altLang="en-US" sz="2400" dirty="0"/>
            </a:br>
            <a:r>
              <a:rPr lang="en-US" altLang="en-US" sz="2400" dirty="0"/>
              <a:t>Contains the web page </a:t>
            </a:r>
            <a:br>
              <a:rPr lang="en-US" altLang="en-US" sz="2400" dirty="0"/>
            </a:br>
            <a:r>
              <a:rPr lang="en-US" altLang="en-US" sz="2400" dirty="0"/>
              <a:t>document’s  footer</a:t>
            </a:r>
            <a:br>
              <a:rPr lang="en-US" altLang="en-US" sz="2400" dirty="0"/>
            </a:br>
            <a:endParaRPr lang="en-US" altLang="en-US" sz="1400" dirty="0"/>
          </a:p>
        </p:txBody>
      </p:sp>
      <p:pic>
        <p:nvPicPr>
          <p:cNvPr id="26629" name="Picture 2">
            <a:extLst>
              <a:ext uri="{FF2B5EF4-FFF2-40B4-BE49-F238E27FC236}">
                <a16:creationId xmlns:a16="http://schemas.microsoft.com/office/drawing/2014/main" id="{B4FAA764-AA8F-49E0-A952-036F34162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295401"/>
            <a:ext cx="3994150" cy="385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D248-4C94-4F87-BB1A-0F66BED13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8600"/>
            <a:ext cx="82296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HTML5 Structural Elements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171B5582-E249-4D56-A3C3-B95F5067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3080" y="1828800"/>
            <a:ext cx="8305800" cy="3200400"/>
          </a:xfrm>
        </p:spPr>
        <p:txBody>
          <a:bodyPr>
            <a:normAutofit/>
          </a:bodyPr>
          <a:lstStyle/>
          <a:p>
            <a:pPr marL="36576" indent="0">
              <a:buNone/>
              <a:defRPr/>
            </a:pPr>
            <a:r>
              <a:rPr lang="en-US" dirty="0"/>
              <a:t>Example:</a:t>
            </a:r>
          </a:p>
          <a:p>
            <a:pPr marL="420624" indent="-384048"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 marL="420624" indent="-384048"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&lt;header&gt;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document headings go he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 &lt;/header&gt;</a:t>
            </a:r>
          </a:p>
          <a:p>
            <a:pPr marL="420624" indent="-384048"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&lt;nav&gt;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main navigation goes 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&lt;/nav&gt;</a:t>
            </a:r>
          </a:p>
          <a:p>
            <a:pPr marL="420624" indent="-384048"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&lt;div&gt;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main content goes 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&lt;/div&gt;</a:t>
            </a:r>
          </a:p>
          <a:p>
            <a:pPr marL="420624" indent="-384048"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&lt;footer&gt; 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document footer information goes 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&lt;/footer&gt;</a:t>
            </a:r>
          </a:p>
          <a:p>
            <a:pPr marL="420624" indent="-384048"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&lt;/body&gt;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3F5A03B4-8D13-4082-B887-859E608D6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Anchor Element &lt;a&gt;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4646112-CBB4-4EA4-9809-1E20C3BE95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anchor element</a:t>
            </a:r>
          </a:p>
          <a:p>
            <a:pPr lvl="1"/>
            <a:r>
              <a:rPr lang="en-US" dirty="0"/>
              <a:t>Inline display element</a:t>
            </a:r>
          </a:p>
          <a:p>
            <a:pPr lvl="1"/>
            <a:r>
              <a:rPr lang="en-US" dirty="0"/>
              <a:t>Specifies a hyperlink reference (href) to a file</a:t>
            </a:r>
          </a:p>
          <a:p>
            <a:pPr lvl="1"/>
            <a:r>
              <a:rPr lang="en-US" dirty="0"/>
              <a:t>Text between the &lt;a&gt; and &lt;/a&gt; is displayed on the web page.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&lt;a href="contact.html"&gt;Contact Us&lt;/a&gt;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href Attribute</a:t>
            </a:r>
          </a:p>
          <a:p>
            <a:pPr lvl="2"/>
            <a:r>
              <a:rPr lang="en-US" dirty="0"/>
              <a:t>Indicates the file name or URL</a:t>
            </a:r>
            <a:br>
              <a:rPr lang="en-US" dirty="0"/>
            </a:br>
            <a:r>
              <a:rPr lang="en-US" dirty="0"/>
              <a:t>Web page document, photo, pdf, etc.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A0019ADD-4865-455D-926E-1400A84A8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Hyperlinks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D375CA5-48AA-4100-B552-9B8E514706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Absolute link</a:t>
            </a:r>
          </a:p>
          <a:p>
            <a:pPr lvl="1"/>
            <a:r>
              <a:rPr lang="en-US"/>
              <a:t>Link to other websites</a:t>
            </a:r>
            <a:br>
              <a:rPr lang="en-US"/>
            </a:br>
            <a:endParaRPr lang="en-US"/>
          </a:p>
          <a:p>
            <a:r>
              <a:rPr lang="en-US"/>
              <a:t>	&lt;a href="http://yahoo.com"&gt;Yahoo&lt;/a&gt;</a:t>
            </a:r>
          </a:p>
          <a:p>
            <a:endParaRPr lang="en-US"/>
          </a:p>
          <a:p>
            <a:r>
              <a:rPr lang="en-US"/>
              <a:t>Relative link</a:t>
            </a:r>
          </a:p>
          <a:p>
            <a:pPr lvl="1"/>
            <a:r>
              <a:rPr lang="en-US"/>
              <a:t>Link to pages on your own site</a:t>
            </a:r>
          </a:p>
          <a:p>
            <a:pPr lvl="1"/>
            <a:r>
              <a:rPr lang="en-US"/>
              <a:t>Relative to the current page</a:t>
            </a:r>
            <a:br>
              <a:rPr lang="en-US"/>
            </a:br>
            <a:endParaRPr lang="en-US"/>
          </a:p>
          <a:p>
            <a:r>
              <a:rPr lang="en-US"/>
              <a:t>	&lt;a href="index.html"&gt;Home&lt;/a&gt;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026">
            <a:extLst>
              <a:ext uri="{FF2B5EF4-FFF2-40B4-BE49-F238E27FC236}">
                <a16:creationId xmlns:a16="http://schemas.microsoft.com/office/drawing/2014/main" id="{2E909565-88CD-4B3F-9EC2-9A58674DB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Opening a Link in a New Browser Window</a:t>
            </a:r>
          </a:p>
        </p:txBody>
      </p:sp>
      <p:sp>
        <p:nvSpPr>
          <p:cNvPr id="30723" name="Rectangle 1027">
            <a:extLst>
              <a:ext uri="{FF2B5EF4-FFF2-40B4-BE49-F238E27FC236}">
                <a16:creationId xmlns:a16="http://schemas.microsoft.com/office/drawing/2014/main" id="{065FA30D-035E-4A70-AA33-8A01F4309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target attribute on the anchor element opens a link in a new browser window or new browser tab.</a:t>
            </a:r>
          </a:p>
          <a:p>
            <a:br>
              <a:rPr lang="en-US" altLang="en-US"/>
            </a:br>
            <a:r>
              <a:rPr lang="en-US" altLang="en-US"/>
              <a:t>&lt;a href="http://yahoo.com"  target="_blank"&gt;Yahoo!&lt;/a&gt;</a:t>
            </a:r>
          </a:p>
          <a:p>
            <a:endParaRPr lang="en-US" alt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44C73FE8-929E-4840-A62E-5C76A4268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Email Hyperlinks 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CCD6F14-71AC-4726-8E03-77FB41EB26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Automatically launch the default mail program configured for the browser</a:t>
            </a:r>
          </a:p>
          <a:p>
            <a:r>
              <a:rPr lang="en-US" altLang="en-US"/>
              <a:t>If no browser default is configured, </a:t>
            </a:r>
            <a:br>
              <a:rPr lang="en-US" altLang="en-US"/>
            </a:br>
            <a:r>
              <a:rPr lang="en-US" altLang="en-US"/>
              <a:t>a dialog box is displayed</a:t>
            </a:r>
          </a:p>
          <a:p>
            <a:endParaRPr lang="en-US" altLang="en-US"/>
          </a:p>
          <a:p>
            <a:r>
              <a:rPr lang="en-US" altLang="en-US"/>
              <a:t>     &lt;a  href="mailto:me@hotmail.com"&gt;me@hotmail.com&lt;/a&gt;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8D2991C-89B8-46AE-B9DB-A38557C17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Writing Valid HTML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E2DF959A-5377-4E24-B4A4-073C5155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Check your code for syntax errors</a:t>
            </a:r>
          </a:p>
          <a:p>
            <a:pPr lvl="1"/>
            <a:r>
              <a:rPr lang="en-US" altLang="en-US" dirty="0"/>
              <a:t>Benefit:</a:t>
            </a:r>
          </a:p>
          <a:p>
            <a:pPr lvl="2"/>
            <a:r>
              <a:rPr lang="en-US" altLang="en-US" dirty="0"/>
              <a:t>Valid code </a:t>
            </a:r>
            <a:r>
              <a:rPr lang="en-US" altLang="en-US" dirty="0">
                <a:sym typeface="Wingdings" panose="05000000000000000000" pitchFamily="2" charset="2"/>
              </a:rPr>
              <a:t> more consistent browser display</a:t>
            </a:r>
          </a:p>
          <a:p>
            <a:pPr lvl="2"/>
            <a:endParaRPr lang="en-US" altLang="en-US" dirty="0"/>
          </a:p>
          <a:p>
            <a:r>
              <a:rPr lang="en-US" altLang="en-US" dirty="0"/>
              <a:t>W3C HTML Validation Tool</a:t>
            </a:r>
          </a:p>
          <a:p>
            <a:pPr lvl="1"/>
            <a:r>
              <a:rPr lang="en-US" altLang="en-US" dirty="0">
                <a:hlinkClick r:id="rId3"/>
              </a:rPr>
              <a:t>http://validator.w3.org</a:t>
            </a:r>
            <a:endParaRPr lang="en-US" altLang="en-US" dirty="0"/>
          </a:p>
          <a:p>
            <a:r>
              <a:rPr lang="en-US" altLang="en-US" dirty="0"/>
              <a:t>Additional HTML5 Validation Tool</a:t>
            </a:r>
          </a:p>
          <a:p>
            <a:pPr lvl="1"/>
            <a:r>
              <a:rPr lang="en-US" altLang="en-US" dirty="0">
                <a:hlinkClick r:id="rId4"/>
              </a:rPr>
              <a:t>http://html5.validator.nu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Chapter 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BA5E8C-E694-4A81-98C9-96F749A3D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0675" indent="-229235">
              <a:lnSpc>
                <a:spcPts val="3200"/>
              </a:lnSpc>
              <a:buFont typeface="Arial MT"/>
              <a:buChar char="•"/>
              <a:tabLst>
                <a:tab pos="320675" algn="l"/>
              </a:tabLst>
            </a:pPr>
            <a:r>
              <a:rPr lang="en-US" sz="2400" spc="-10" dirty="0">
                <a:latin typeface="Calibri"/>
                <a:cs typeface="Calibri"/>
              </a:rPr>
              <a:t>Describe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the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advantages</a:t>
            </a:r>
            <a:r>
              <a:rPr lang="en-US" sz="2400" spc="-5" dirty="0">
                <a:latin typeface="Calibri"/>
                <a:cs typeface="Calibri"/>
              </a:rPr>
              <a:t> of</a:t>
            </a:r>
            <a:r>
              <a:rPr lang="en-US" sz="2400" spc="-10" dirty="0">
                <a:latin typeface="Calibri"/>
                <a:cs typeface="Calibri"/>
              </a:rPr>
              <a:t> web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publishing</a:t>
            </a:r>
            <a:endParaRPr lang="en-US" sz="2400" dirty="0">
              <a:latin typeface="Calibri"/>
              <a:cs typeface="Calibri"/>
            </a:endParaRPr>
          </a:p>
          <a:p>
            <a:pPr marL="320675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20675" algn="l"/>
              </a:tabLst>
            </a:pPr>
            <a:r>
              <a:rPr lang="en-US" sz="2400" spc="-10" dirty="0">
                <a:latin typeface="Calibri"/>
                <a:cs typeface="Calibri"/>
              </a:rPr>
              <a:t>Discuss</a:t>
            </a:r>
            <a:r>
              <a:rPr lang="en-US" sz="2400" spc="4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basic</a:t>
            </a:r>
            <a:r>
              <a:rPr lang="en-US" sz="2400" spc="1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web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design</a:t>
            </a:r>
            <a:r>
              <a:rPr lang="en-US" sz="2400" spc="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principles</a:t>
            </a:r>
            <a:endParaRPr lang="en-US" sz="2400" dirty="0">
              <a:latin typeface="Calibri"/>
              <a:cs typeface="Calibri"/>
            </a:endParaRPr>
          </a:p>
          <a:p>
            <a:pPr marL="320675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20675" algn="l"/>
              </a:tabLst>
            </a:pPr>
            <a:r>
              <a:rPr lang="en-US" sz="2400" spc="-15" dirty="0">
                <a:latin typeface="Calibri"/>
                <a:cs typeface="Calibri"/>
              </a:rPr>
              <a:t>Familiar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with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HTML5</a:t>
            </a:r>
            <a:endParaRPr lang="en-A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Next Weeks Lecture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9F3B5-2D1F-4D05-9E23-92BFE2125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0675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20675" algn="l"/>
              </a:tabLst>
            </a:pPr>
            <a:r>
              <a:rPr lang="en-US" sz="2400" spc="-15" dirty="0">
                <a:latin typeface="Calibri"/>
                <a:cs typeface="Calibri"/>
              </a:rPr>
              <a:t>Define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the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requirements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for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writing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25" dirty="0">
                <a:latin typeface="Calibri"/>
                <a:cs typeface="Calibri"/>
              </a:rPr>
              <a:t>for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the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web</a:t>
            </a:r>
            <a:endParaRPr lang="en-US" sz="2400" dirty="0">
              <a:latin typeface="Calibri"/>
              <a:cs typeface="Calibri"/>
            </a:endParaRPr>
          </a:p>
          <a:p>
            <a:pPr marL="320675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20675" algn="l"/>
              </a:tabLst>
            </a:pPr>
            <a:r>
              <a:rPr lang="en-US" sz="2400" spc="-10" dirty="0">
                <a:latin typeface="Calibri"/>
                <a:cs typeface="Calibri"/>
              </a:rPr>
              <a:t>Explain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the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use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of </a:t>
            </a:r>
            <a:r>
              <a:rPr lang="en-US" sz="2400" spc="-10" dirty="0">
                <a:latin typeface="Calibri"/>
                <a:cs typeface="Calibri"/>
              </a:rPr>
              <a:t>color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as a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web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design</a:t>
            </a:r>
            <a:r>
              <a:rPr lang="en-US" sz="2400" spc="2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tool</a:t>
            </a:r>
            <a:endParaRPr lang="en-US" sz="2400" dirty="0">
              <a:latin typeface="Calibri"/>
              <a:cs typeface="Calibri"/>
            </a:endParaRPr>
          </a:p>
          <a:p>
            <a:pPr marL="320675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20675" algn="l"/>
              </a:tabLst>
            </a:pPr>
            <a:r>
              <a:rPr lang="en-US" sz="2400" spc="-10" dirty="0">
                <a:latin typeface="Calibri"/>
                <a:cs typeface="Calibri"/>
              </a:rPr>
              <a:t>Identify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web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publishing</a:t>
            </a:r>
            <a:r>
              <a:rPr lang="en-US" sz="2400" spc="6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issues</a:t>
            </a:r>
            <a:endParaRPr lang="en-US" sz="2400" dirty="0">
              <a:latin typeface="Calibri"/>
              <a:cs typeface="Calibri"/>
            </a:endParaRPr>
          </a:p>
          <a:p>
            <a:pPr marL="434340" indent="-34353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434340" algn="l"/>
                <a:tab pos="434975" algn="l"/>
              </a:tabLst>
            </a:pPr>
            <a:r>
              <a:rPr lang="en-US" sz="2400" spc="-5" dirty="0">
                <a:latin typeface="Calibri"/>
                <a:cs typeface="Calibri"/>
              </a:rPr>
              <a:t>Constructing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trivial</a:t>
            </a:r>
            <a:r>
              <a:rPr lang="en-US" sz="2400" spc="-15" dirty="0">
                <a:latin typeface="Calibri"/>
                <a:cs typeface="Calibri"/>
              </a:rPr>
              <a:t> website</a:t>
            </a:r>
            <a:endParaRPr lang="en-US" sz="2400" dirty="0">
              <a:latin typeface="Calibri"/>
              <a:cs typeface="Calibri"/>
            </a:endParaRPr>
          </a:p>
          <a:p>
            <a:pPr marL="891540" lvl="1" indent="-34353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891540" algn="l"/>
                <a:tab pos="892175" algn="l"/>
              </a:tabLst>
            </a:pPr>
            <a:r>
              <a:rPr lang="en-US" sz="2000" spc="-5" dirty="0">
                <a:latin typeface="Calibri"/>
                <a:cs typeface="Calibri"/>
              </a:rPr>
              <a:t>simple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markup</a:t>
            </a:r>
            <a:endParaRPr lang="en-US" sz="2000" dirty="0">
              <a:latin typeface="Calibri"/>
              <a:cs typeface="Calibri"/>
            </a:endParaRPr>
          </a:p>
          <a:p>
            <a:pPr marL="891540" lvl="1" indent="-34353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891540" algn="l"/>
                <a:tab pos="892175" algn="l"/>
              </a:tabLst>
            </a:pPr>
            <a:r>
              <a:rPr lang="en-US" sz="2000" dirty="0">
                <a:latin typeface="Calibri"/>
                <a:cs typeface="Calibri"/>
              </a:rPr>
              <a:t>adding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images</a:t>
            </a:r>
            <a:endParaRPr lang="en-US" sz="2000" dirty="0">
              <a:latin typeface="Calibri"/>
              <a:cs typeface="Calibri"/>
            </a:endParaRPr>
          </a:p>
          <a:p>
            <a:pPr marL="891540" lvl="1" indent="-34353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891540" algn="l"/>
                <a:tab pos="892175" algn="l"/>
              </a:tabLst>
            </a:pPr>
            <a:r>
              <a:rPr lang="en-US" sz="2000" dirty="0">
                <a:latin typeface="Calibri"/>
                <a:cs typeface="Calibri"/>
              </a:rPr>
              <a:t>adding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links</a:t>
            </a:r>
            <a:r>
              <a:rPr lang="en-US" sz="2000" dirty="0">
                <a:latin typeface="Calibri"/>
                <a:cs typeface="Calibri"/>
              </a:rPr>
              <a:t> and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navigation</a:t>
            </a:r>
            <a:endParaRPr lang="en-A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B60CE4C-EDC0-496D-AE6D-84B42325BD16}" vid="{64883BDB-BA55-4845-887F-AD4C7C3254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WIN Lecture Final template-T1-2022</Template>
  <TotalTime>181</TotalTime>
  <Words>1860</Words>
  <Application>Microsoft Office PowerPoint</Application>
  <PresentationFormat>Widescreen</PresentationFormat>
  <Paragraphs>293</Paragraphs>
  <Slides>42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Arial MT</vt:lpstr>
      <vt:lpstr>Book Antiqua</vt:lpstr>
      <vt:lpstr>Bookman Old Style</vt:lpstr>
      <vt:lpstr>Calibri</vt:lpstr>
      <vt:lpstr>Calibri Light</vt:lpstr>
      <vt:lpstr>Impact</vt:lpstr>
      <vt:lpstr>Times New Roman</vt:lpstr>
      <vt:lpstr>Verdana</vt:lpstr>
      <vt:lpstr>Theme2</vt:lpstr>
      <vt:lpstr>Web Development</vt:lpstr>
      <vt:lpstr>This Weeks Lecture</vt:lpstr>
      <vt:lpstr>Advantages of Web Publishing</vt:lpstr>
      <vt:lpstr>1. The Currency Advantage</vt:lpstr>
      <vt:lpstr>2. The Connectivity Advantage</vt:lpstr>
      <vt:lpstr>3. The Interactivity Advantage</vt:lpstr>
      <vt:lpstr>4. The Cost Advantage</vt:lpstr>
      <vt:lpstr>5. The Delivery Advantage</vt:lpstr>
      <vt:lpstr>Basic Web Design Principles</vt:lpstr>
      <vt:lpstr>Balance and Proximity</vt:lpstr>
      <vt:lpstr>Balance and Proximity</vt:lpstr>
      <vt:lpstr>Contrast and Focus</vt:lpstr>
      <vt:lpstr>Unity and Visual Identity</vt:lpstr>
      <vt:lpstr>Color as Web Design Tool</vt:lpstr>
      <vt:lpstr>The Color Wheel</vt:lpstr>
      <vt:lpstr>The RGB Color System</vt:lpstr>
      <vt:lpstr>Target Audience Expectations</vt:lpstr>
      <vt:lpstr>More theory next week. Lets have a look at HTML and CSS</vt:lpstr>
      <vt:lpstr>What is HTML?</vt:lpstr>
      <vt:lpstr>Closer look at HTML</vt:lpstr>
      <vt:lpstr>Under the Hood of a Web Page</vt:lpstr>
      <vt:lpstr>The Heading Element</vt:lpstr>
      <vt:lpstr>The Paragraph Element &lt;p&gt; tag</vt:lpstr>
      <vt:lpstr>The Line Break Element &lt;br&gt; tag</vt:lpstr>
      <vt:lpstr>The Horizontal Rule Element &lt;hr&gt; tag</vt:lpstr>
      <vt:lpstr>The Blockquote Element &lt;blockquote&gt;</vt:lpstr>
      <vt:lpstr>Phrase Elements</vt:lpstr>
      <vt:lpstr>Proper Nesting</vt:lpstr>
      <vt:lpstr>HTML List Basics</vt:lpstr>
      <vt:lpstr>Unordered List</vt:lpstr>
      <vt:lpstr>Ordered List</vt:lpstr>
      <vt:lpstr>Special Entity Characters</vt:lpstr>
      <vt:lpstr>The div element &lt;div&gt;</vt:lpstr>
      <vt:lpstr>HTML5 Structural Elements</vt:lpstr>
      <vt:lpstr>HTML5 Structural Elements</vt:lpstr>
      <vt:lpstr>The Anchor Element &lt;a&gt;</vt:lpstr>
      <vt:lpstr>Hyperlinks</vt:lpstr>
      <vt:lpstr>Opening a Link in a New Browser Window</vt:lpstr>
      <vt:lpstr>Email Hyperlinks </vt:lpstr>
      <vt:lpstr>Writing Valid HTML</vt:lpstr>
      <vt:lpstr>Chapter Summary</vt:lpstr>
      <vt:lpstr>Next Weeks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</dc:title>
  <dc:creator>Sai Kiran Lakkaraju</dc:creator>
  <cp:lastModifiedBy>Ali Aljaafreh</cp:lastModifiedBy>
  <cp:revision>3</cp:revision>
  <dcterms:created xsi:type="dcterms:W3CDTF">2022-03-12T12:07:42Z</dcterms:created>
  <dcterms:modified xsi:type="dcterms:W3CDTF">2023-07-26T02:49:48Z</dcterms:modified>
</cp:coreProperties>
</file>