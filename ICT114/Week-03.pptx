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308" r:id="rId3"/>
    <p:sldId id="287" r:id="rId4"/>
    <p:sldId id="288" r:id="rId5"/>
    <p:sldId id="289" r:id="rId6"/>
    <p:sldId id="290" r:id="rId7"/>
    <p:sldId id="293" r:id="rId8"/>
    <p:sldId id="295" r:id="rId9"/>
    <p:sldId id="296" r:id="rId10"/>
    <p:sldId id="298" r:id="rId11"/>
    <p:sldId id="300" r:id="rId12"/>
    <p:sldId id="301" r:id="rId13"/>
    <p:sldId id="302" r:id="rId14"/>
    <p:sldId id="303" r:id="rId15"/>
    <p:sldId id="304" r:id="rId16"/>
    <p:sldId id="305" r:id="rId17"/>
    <p:sldId id="306" r:id="rId18"/>
    <p:sldId id="310" r:id="rId19"/>
    <p:sldId id="311" r:id="rId20"/>
    <p:sldId id="294" r:id="rId21"/>
    <p:sldId id="309" r:id="rId22"/>
    <p:sldId id="297" r:id="rId23"/>
    <p:sldId id="312" r:id="rId24"/>
    <p:sldId id="313" r:id="rId25"/>
    <p:sldId id="314" r:id="rId26"/>
    <p:sldId id="257"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8B3997F-7328-41D2-BEA6-DE4BFE1F5C17}" v="3" dt="2023-07-26T02:26:48.6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69" autoAdjust="0"/>
    <p:restoredTop sz="83666" autoAdjust="0"/>
  </p:normalViewPr>
  <p:slideViewPr>
    <p:cSldViewPr>
      <p:cViewPr varScale="1">
        <p:scale>
          <a:sx n="95" d="100"/>
          <a:sy n="95" d="100"/>
        </p:scale>
        <p:origin x="420" y="9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i Aljaafreh" userId="22dec9b6-9790-486b-a8c8-b35f9ed81dc4" providerId="ADAL" clId="{F8B3997F-7328-41D2-BEA6-DE4BFE1F5C17}"/>
    <pc:docChg chg="modSld">
      <pc:chgData name="Ali Aljaafreh" userId="22dec9b6-9790-486b-a8c8-b35f9ed81dc4" providerId="ADAL" clId="{F8B3997F-7328-41D2-BEA6-DE4BFE1F5C17}" dt="2023-07-26T02:27:05.370" v="9" actId="20577"/>
      <pc:docMkLst>
        <pc:docMk/>
      </pc:docMkLst>
      <pc:sldChg chg="addSp modSp mod setBg">
        <pc:chgData name="Ali Aljaafreh" userId="22dec9b6-9790-486b-a8c8-b35f9ed81dc4" providerId="ADAL" clId="{F8B3997F-7328-41D2-BEA6-DE4BFE1F5C17}" dt="2023-07-26T02:27:05.370" v="9" actId="20577"/>
        <pc:sldMkLst>
          <pc:docMk/>
          <pc:sldMk cId="715634170" sldId="256"/>
        </pc:sldMkLst>
        <pc:spChg chg="add mod">
          <ac:chgData name="Ali Aljaafreh" userId="22dec9b6-9790-486b-a8c8-b35f9ed81dc4" providerId="ADAL" clId="{F8B3997F-7328-41D2-BEA6-DE4BFE1F5C17}" dt="2023-07-26T02:27:05.370" v="9" actId="20577"/>
          <ac:spMkLst>
            <pc:docMk/>
            <pc:sldMk cId="715634170" sldId="256"/>
            <ac:spMk id="4" creationId="{F4E80F8D-7A2F-E2E9-C9C4-D468F75DF7E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82F1B1C-EF43-42DF-8D93-6D1AA054F092}" type="datetimeFigureOut">
              <a:rPr lang="en-AU" smtClean="0"/>
              <a:t>26/07/2023</a:t>
            </a:fld>
            <a:endParaRPr lang="en-AU"/>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C5D68BF-496A-42D2-A159-C1EBC09BAB5B}" type="slidenum">
              <a:rPr lang="en-AU" smtClean="0"/>
              <a:t>‹#›</a:t>
            </a:fld>
            <a:endParaRPr lang="en-AU"/>
          </a:p>
        </p:txBody>
      </p:sp>
    </p:spTree>
    <p:extLst>
      <p:ext uri="{BB962C8B-B14F-4D97-AF65-F5344CB8AC3E}">
        <p14:creationId xmlns:p14="http://schemas.microsoft.com/office/powerpoint/2010/main" val="1738435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111111"/>
                </a:solidFill>
                <a:effectLst/>
                <a:latin typeface="Roboto" panose="02000000000000000000" pitchFamily="2" charset="0"/>
              </a:rPr>
              <a:t>Responsive web design</a:t>
            </a:r>
            <a:r>
              <a:rPr lang="en-US" b="0" i="0" dirty="0">
                <a:solidFill>
                  <a:srgbClr val="111111"/>
                </a:solidFill>
                <a:effectLst/>
                <a:latin typeface="Roboto" panose="02000000000000000000" pitchFamily="2" charset="0"/>
              </a:rPr>
              <a:t> ( RWD) is an approach to web design that makes web pages render well on a variety of devices and window or screen sizes. Recent work also considers the viewer proximity as part of the viewing context as an extension for RWD. Content, design and performance are necessary across all devices to ensure usability and satisfaction</a:t>
            </a:r>
          </a:p>
          <a:p>
            <a:endParaRPr lang="en-US" b="0" i="0" dirty="0">
              <a:solidFill>
                <a:srgbClr val="111111"/>
              </a:solidFill>
              <a:effectLst/>
              <a:latin typeface="Roboto" panose="02000000000000000000" pitchFamily="2" charset="0"/>
            </a:endParaRPr>
          </a:p>
          <a:p>
            <a:r>
              <a:rPr lang="en-US" b="1" i="0" dirty="0">
                <a:solidFill>
                  <a:srgbClr val="1F1F1F"/>
                </a:solidFill>
                <a:effectLst/>
                <a:latin typeface="ff-tisa-web-pro"/>
              </a:rPr>
              <a:t>Mobile-first design</a:t>
            </a:r>
            <a:r>
              <a:rPr lang="en-US" b="0" i="0" dirty="0">
                <a:solidFill>
                  <a:srgbClr val="191919"/>
                </a:solidFill>
                <a:effectLst/>
                <a:latin typeface="ff-tisa-web-pro"/>
              </a:rPr>
              <a:t> — a design strategy that implies you start designing your digital product with the focus on mobile design, whereas desktop/laptop experiences follow.</a:t>
            </a:r>
            <a:endParaRPr lang="en-AU" dirty="0"/>
          </a:p>
        </p:txBody>
      </p:sp>
      <p:sp>
        <p:nvSpPr>
          <p:cNvPr id="4" name="Slide Number Placeholder 3"/>
          <p:cNvSpPr>
            <a:spLocks noGrp="1"/>
          </p:cNvSpPr>
          <p:nvPr>
            <p:ph type="sldNum" sz="quarter" idx="5"/>
          </p:nvPr>
        </p:nvSpPr>
        <p:spPr/>
        <p:txBody>
          <a:bodyPr/>
          <a:lstStyle/>
          <a:p>
            <a:fld id="{3C5D68BF-496A-42D2-A159-C1EBC09BAB5B}" type="slidenum">
              <a:rPr lang="en-AU" smtClean="0"/>
              <a:t>10</a:t>
            </a:fld>
            <a:endParaRPr lang="en-AU"/>
          </a:p>
        </p:txBody>
      </p:sp>
    </p:spTree>
    <p:extLst>
      <p:ext uri="{BB962C8B-B14F-4D97-AF65-F5344CB8AC3E}">
        <p14:creationId xmlns:p14="http://schemas.microsoft.com/office/powerpoint/2010/main" val="24532797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a:extLst>
              <a:ext uri="{FF2B5EF4-FFF2-40B4-BE49-F238E27FC236}">
                <a16:creationId xmlns:a16="http://schemas.microsoft.com/office/drawing/2014/main" id="{2D85FD38-E06C-412A-B700-BC3C8EF7C326}"/>
              </a:ext>
            </a:extLst>
          </p:cNvPr>
          <p:cNvSpPr>
            <a:spLocks noGrp="1" noRot="1" noChangeAspect="1" noTextEdit="1"/>
          </p:cNvSpPr>
          <p:nvPr>
            <p:ph type="sldImg"/>
          </p:nvPr>
        </p:nvSpPr>
        <p:spPr>
          <a:ln/>
        </p:spPr>
      </p:sp>
      <p:sp>
        <p:nvSpPr>
          <p:cNvPr id="53251" name="Notes Placeholder 2">
            <a:extLst>
              <a:ext uri="{FF2B5EF4-FFF2-40B4-BE49-F238E27FC236}">
                <a16:creationId xmlns:a16="http://schemas.microsoft.com/office/drawing/2014/main" id="{EE3FA70E-F2B5-4BDE-8C9F-EE66BFC4A85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
        <p:nvSpPr>
          <p:cNvPr id="53252" name="Slide Number Placeholder 3">
            <a:extLst>
              <a:ext uri="{FF2B5EF4-FFF2-40B4-BE49-F238E27FC236}">
                <a16:creationId xmlns:a16="http://schemas.microsoft.com/office/drawing/2014/main" id="{A68B3211-3DF4-44D6-9755-7998834FBF5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sz="2400">
                <a:solidFill>
                  <a:schemeClr val="tx1"/>
                </a:solidFill>
                <a:latin typeface="Times New Roman" panose="02020603050405020304" pitchFamily="18" charset="0"/>
              </a:defRPr>
            </a:lvl1pPr>
            <a:lvl2pPr marL="742950" indent="-285750" defTabSz="966788" eaLnBrk="0" hangingPunct="0">
              <a:defRPr sz="2400">
                <a:solidFill>
                  <a:schemeClr val="tx1"/>
                </a:solidFill>
                <a:latin typeface="Times New Roman" panose="02020603050405020304" pitchFamily="18" charset="0"/>
              </a:defRPr>
            </a:lvl2pPr>
            <a:lvl3pPr marL="1143000" indent="-228600" defTabSz="966788" eaLnBrk="0" hangingPunct="0">
              <a:defRPr sz="2400">
                <a:solidFill>
                  <a:schemeClr val="tx1"/>
                </a:solidFill>
                <a:latin typeface="Times New Roman" panose="02020603050405020304" pitchFamily="18" charset="0"/>
              </a:defRPr>
            </a:lvl3pPr>
            <a:lvl4pPr marL="1600200" indent="-228600" defTabSz="966788" eaLnBrk="0" hangingPunct="0">
              <a:defRPr sz="2400">
                <a:solidFill>
                  <a:schemeClr val="tx1"/>
                </a:solidFill>
                <a:latin typeface="Times New Roman" panose="02020603050405020304" pitchFamily="18" charset="0"/>
              </a:defRPr>
            </a:lvl4pPr>
            <a:lvl5pPr marL="2057400" indent="-228600" defTabSz="966788" eaLnBrk="0" hangingPunct="0">
              <a:defRPr sz="2400">
                <a:solidFill>
                  <a:schemeClr val="tx1"/>
                </a:solidFill>
                <a:latin typeface="Times New Roman" panose="02020603050405020304" pitchFamily="18"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0515BFB8-10FF-48E4-844B-D76C4A676F43}" type="slidenum">
              <a:rPr lang="en-US" altLang="en-US" sz="1300">
                <a:latin typeface="Verdana" panose="020B0604030504040204" pitchFamily="34" charset="0"/>
              </a:rPr>
              <a:pPr eaLnBrk="1" hangingPunct="1"/>
              <a:t>20</a:t>
            </a:fld>
            <a:endParaRPr lang="en-US" altLang="en-US" sz="1300">
              <a:latin typeface="Verdana" panose="020B060403050404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a:extLst>
              <a:ext uri="{FF2B5EF4-FFF2-40B4-BE49-F238E27FC236}">
                <a16:creationId xmlns:a16="http://schemas.microsoft.com/office/drawing/2014/main" id="{244E1AB0-6324-4185-A41E-DA6A5522CB1C}"/>
              </a:ext>
            </a:extLst>
          </p:cNvPr>
          <p:cNvSpPr>
            <a:spLocks noGrp="1" noRot="1" noChangeAspect="1" noTextEdit="1"/>
          </p:cNvSpPr>
          <p:nvPr>
            <p:ph type="sldImg"/>
          </p:nvPr>
        </p:nvSpPr>
        <p:spPr>
          <a:ln/>
        </p:spPr>
      </p:sp>
      <p:sp>
        <p:nvSpPr>
          <p:cNvPr id="54275" name="Notes Placeholder 2">
            <a:extLst>
              <a:ext uri="{FF2B5EF4-FFF2-40B4-BE49-F238E27FC236}">
                <a16:creationId xmlns:a16="http://schemas.microsoft.com/office/drawing/2014/main" id="{1605F630-E784-476D-9303-7E4084D73D0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
        <p:nvSpPr>
          <p:cNvPr id="54276" name="Slide Number Placeholder 3">
            <a:extLst>
              <a:ext uri="{FF2B5EF4-FFF2-40B4-BE49-F238E27FC236}">
                <a16:creationId xmlns:a16="http://schemas.microsoft.com/office/drawing/2014/main" id="{5C8D5F0C-803E-4311-A573-F9E57B7D087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sz="2400">
                <a:solidFill>
                  <a:schemeClr val="tx1"/>
                </a:solidFill>
                <a:latin typeface="Times New Roman" panose="02020603050405020304" pitchFamily="18" charset="0"/>
              </a:defRPr>
            </a:lvl1pPr>
            <a:lvl2pPr marL="742950" indent="-285750" defTabSz="966788" eaLnBrk="0" hangingPunct="0">
              <a:defRPr sz="2400">
                <a:solidFill>
                  <a:schemeClr val="tx1"/>
                </a:solidFill>
                <a:latin typeface="Times New Roman" panose="02020603050405020304" pitchFamily="18" charset="0"/>
              </a:defRPr>
            </a:lvl2pPr>
            <a:lvl3pPr marL="1143000" indent="-228600" defTabSz="966788" eaLnBrk="0" hangingPunct="0">
              <a:defRPr sz="2400">
                <a:solidFill>
                  <a:schemeClr val="tx1"/>
                </a:solidFill>
                <a:latin typeface="Times New Roman" panose="02020603050405020304" pitchFamily="18" charset="0"/>
              </a:defRPr>
            </a:lvl3pPr>
            <a:lvl4pPr marL="1600200" indent="-228600" defTabSz="966788" eaLnBrk="0" hangingPunct="0">
              <a:defRPr sz="2400">
                <a:solidFill>
                  <a:schemeClr val="tx1"/>
                </a:solidFill>
                <a:latin typeface="Times New Roman" panose="02020603050405020304" pitchFamily="18" charset="0"/>
              </a:defRPr>
            </a:lvl4pPr>
            <a:lvl5pPr marL="2057400" indent="-228600" defTabSz="966788" eaLnBrk="0" hangingPunct="0">
              <a:defRPr sz="2400">
                <a:solidFill>
                  <a:schemeClr val="tx1"/>
                </a:solidFill>
                <a:latin typeface="Times New Roman" panose="02020603050405020304" pitchFamily="18"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A4B3776C-E6E1-4335-AE20-602D8CA5E8CA}" type="slidenum">
              <a:rPr lang="en-US" altLang="en-US" sz="1300">
                <a:latin typeface="Verdana" panose="020B0604030504040204" pitchFamily="34" charset="0"/>
              </a:rPr>
              <a:pPr eaLnBrk="1" hangingPunct="1"/>
              <a:t>21</a:t>
            </a:fld>
            <a:endParaRPr lang="en-US" altLang="en-US" sz="1300">
              <a:latin typeface="Verdana" panose="020B060403050404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a:extLst>
              <a:ext uri="{FF2B5EF4-FFF2-40B4-BE49-F238E27FC236}">
                <a16:creationId xmlns:a16="http://schemas.microsoft.com/office/drawing/2014/main" id="{A6DDA50A-2698-460D-AF00-A30EEC686F3C}"/>
              </a:ext>
            </a:extLst>
          </p:cNvPr>
          <p:cNvSpPr>
            <a:spLocks noGrp="1" noRot="1" noChangeAspect="1" noTextEdit="1"/>
          </p:cNvSpPr>
          <p:nvPr>
            <p:ph type="sldImg"/>
          </p:nvPr>
        </p:nvSpPr>
        <p:spPr>
          <a:ln/>
        </p:spPr>
      </p:sp>
      <p:sp>
        <p:nvSpPr>
          <p:cNvPr id="56323" name="Notes Placeholder 2">
            <a:extLst>
              <a:ext uri="{FF2B5EF4-FFF2-40B4-BE49-F238E27FC236}">
                <a16:creationId xmlns:a16="http://schemas.microsoft.com/office/drawing/2014/main" id="{28182B3A-F5E2-4787-AF38-5DFEE3C6B29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
        <p:nvSpPr>
          <p:cNvPr id="56324" name="Slide Number Placeholder 3">
            <a:extLst>
              <a:ext uri="{FF2B5EF4-FFF2-40B4-BE49-F238E27FC236}">
                <a16:creationId xmlns:a16="http://schemas.microsoft.com/office/drawing/2014/main" id="{D98CFFF1-1938-4956-B772-E0A2FFCAABA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sz="2400">
                <a:solidFill>
                  <a:schemeClr val="tx1"/>
                </a:solidFill>
                <a:latin typeface="Times New Roman" panose="02020603050405020304" pitchFamily="18" charset="0"/>
              </a:defRPr>
            </a:lvl1pPr>
            <a:lvl2pPr marL="742950" indent="-285750" defTabSz="966788" eaLnBrk="0" hangingPunct="0">
              <a:defRPr sz="2400">
                <a:solidFill>
                  <a:schemeClr val="tx1"/>
                </a:solidFill>
                <a:latin typeface="Times New Roman" panose="02020603050405020304" pitchFamily="18" charset="0"/>
              </a:defRPr>
            </a:lvl2pPr>
            <a:lvl3pPr marL="1143000" indent="-228600" defTabSz="966788" eaLnBrk="0" hangingPunct="0">
              <a:defRPr sz="2400">
                <a:solidFill>
                  <a:schemeClr val="tx1"/>
                </a:solidFill>
                <a:latin typeface="Times New Roman" panose="02020603050405020304" pitchFamily="18" charset="0"/>
              </a:defRPr>
            </a:lvl3pPr>
            <a:lvl4pPr marL="1600200" indent="-228600" defTabSz="966788" eaLnBrk="0" hangingPunct="0">
              <a:defRPr sz="2400">
                <a:solidFill>
                  <a:schemeClr val="tx1"/>
                </a:solidFill>
                <a:latin typeface="Times New Roman" panose="02020603050405020304" pitchFamily="18" charset="0"/>
              </a:defRPr>
            </a:lvl4pPr>
            <a:lvl5pPr marL="2057400" indent="-228600" defTabSz="966788" eaLnBrk="0" hangingPunct="0">
              <a:defRPr sz="2400">
                <a:solidFill>
                  <a:schemeClr val="tx1"/>
                </a:solidFill>
                <a:latin typeface="Times New Roman" panose="02020603050405020304" pitchFamily="18"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0F57FD69-3335-4ED6-B22C-6908A1ACC4EF}" type="slidenum">
              <a:rPr lang="en-US" altLang="en-US" sz="1300">
                <a:latin typeface="Verdana" panose="020B0604030504040204" pitchFamily="34" charset="0"/>
              </a:rPr>
              <a:pPr eaLnBrk="1" hangingPunct="1"/>
              <a:t>22</a:t>
            </a:fld>
            <a:endParaRPr lang="en-US" altLang="en-US" sz="1300">
              <a:latin typeface="Verdana" panose="020B060403050404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DB22C-E7C2-4D9B-9C3E-B3770423D9D6}"/>
              </a:ext>
            </a:extLst>
          </p:cNvPr>
          <p:cNvSpPr>
            <a:spLocks noGrp="1"/>
          </p:cNvSpPr>
          <p:nvPr>
            <p:ph type="ctrTitle"/>
          </p:nvPr>
        </p:nvSpPr>
        <p:spPr>
          <a:xfrm>
            <a:off x="1524000" y="1122363"/>
            <a:ext cx="9144000" cy="2387600"/>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BFCEA447-2275-4903-97D5-0EF4EF26486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FF0323C-6842-42A1-AE34-80EECC9637D0}"/>
              </a:ext>
            </a:extLst>
          </p:cNvPr>
          <p:cNvSpPr>
            <a:spLocks noGrp="1"/>
          </p:cNvSpPr>
          <p:nvPr>
            <p:ph type="dt" sz="half" idx="10"/>
          </p:nvPr>
        </p:nvSpPr>
        <p:spPr/>
        <p:txBody>
          <a:bodyPr/>
          <a:lstStyle/>
          <a:p>
            <a:fld id="{E45AECDF-4D51-4BE2-A52E-75061839962F}" type="datetimeFigureOut">
              <a:rPr lang="en-US" smtClean="0"/>
              <a:t>7/26/2023</a:t>
            </a:fld>
            <a:endParaRPr lang="en-US"/>
          </a:p>
        </p:txBody>
      </p:sp>
      <p:sp>
        <p:nvSpPr>
          <p:cNvPr id="5" name="Footer Placeholder 4">
            <a:extLst>
              <a:ext uri="{FF2B5EF4-FFF2-40B4-BE49-F238E27FC236}">
                <a16:creationId xmlns:a16="http://schemas.microsoft.com/office/drawing/2014/main" id="{26CD285F-01C7-4064-AF1F-C986D71100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B61DB0-E754-4632-BADF-5CEE7CA7B9C3}"/>
              </a:ext>
            </a:extLst>
          </p:cNvPr>
          <p:cNvSpPr>
            <a:spLocks noGrp="1"/>
          </p:cNvSpPr>
          <p:nvPr>
            <p:ph type="sldNum" sz="quarter" idx="12"/>
          </p:nvPr>
        </p:nvSpPr>
        <p:spPr/>
        <p:txBody>
          <a:bodyPr/>
          <a:lstStyle/>
          <a:p>
            <a:fld id="{C6D6110E-6F6A-430F-BA2C-264668399F0E}" type="slidenum">
              <a:rPr lang="en-US" smtClean="0"/>
              <a:t>‹#›</a:t>
            </a:fld>
            <a:endParaRPr lang="en-US"/>
          </a:p>
        </p:txBody>
      </p:sp>
    </p:spTree>
    <p:extLst>
      <p:ext uri="{BB962C8B-B14F-4D97-AF65-F5344CB8AC3E}">
        <p14:creationId xmlns:p14="http://schemas.microsoft.com/office/powerpoint/2010/main" val="29842716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7E172-530A-4D1A-B2C5-91C70AE41676}"/>
              </a:ext>
            </a:extLst>
          </p:cNvPr>
          <p:cNvSpPr>
            <a:spLocks noGrp="1"/>
          </p:cNvSpPr>
          <p:nvPr>
            <p:ph type="title"/>
          </p:nvPr>
        </p:nvSpPr>
        <p:spPr>
          <a:xfrm>
            <a:off x="838200" y="365125"/>
            <a:ext cx="10515600" cy="930275"/>
          </a:xfrm>
        </p:spPr>
        <p:txBody>
          <a:bodyPr>
            <a:normAutofit/>
          </a:bodyPr>
          <a:lstStyle>
            <a:lvl1pPr>
              <a:defRPr sz="3600">
                <a:latin typeface="Bookman Old Style" panose="02050604050505020204" pitchFamily="18"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7134E0C8-7DCF-48A5-B01B-72B77AC44C68}"/>
              </a:ext>
            </a:extLst>
          </p:cNvPr>
          <p:cNvSpPr>
            <a:spLocks noGrp="1"/>
          </p:cNvSpPr>
          <p:nvPr>
            <p:ph idx="1"/>
          </p:nvPr>
        </p:nvSpPr>
        <p:spPr>
          <a:xfrm>
            <a:off x="838200" y="1600200"/>
            <a:ext cx="10515600" cy="4576763"/>
          </a:xfrm>
        </p:spPr>
        <p:txBody>
          <a:bodyPr/>
          <a:lstStyle>
            <a:lvl1pPr>
              <a:defRPr sz="2400">
                <a:latin typeface="Book Antiqua" panose="02040602050305030304" pitchFamily="18" charset="0"/>
              </a:defRPr>
            </a:lvl1pPr>
            <a:lvl2pPr>
              <a:defRPr sz="2000">
                <a:latin typeface="Book Antiqua" panose="02040602050305030304" pitchFamily="18" charset="0"/>
              </a:defRPr>
            </a:lvl2pPr>
            <a:lvl3pPr>
              <a:defRPr sz="1800">
                <a:latin typeface="Book Antiqua" panose="02040602050305030304" pitchFamily="18" charset="0"/>
              </a:defRPr>
            </a:lvl3pPr>
            <a:lvl4pPr>
              <a:defRPr sz="1800">
                <a:latin typeface="Book Antiqua" panose="02040602050305030304" pitchFamily="18" charset="0"/>
              </a:defRPr>
            </a:lvl4pPr>
            <a:lvl5pPr>
              <a:defRPr sz="1800">
                <a:latin typeface="Book Antiqua" panose="020406020503050303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15D8764-6F1E-416E-88F1-C40EC8969A40}"/>
              </a:ext>
            </a:extLst>
          </p:cNvPr>
          <p:cNvSpPr>
            <a:spLocks noGrp="1"/>
          </p:cNvSpPr>
          <p:nvPr>
            <p:ph type="dt" sz="half" idx="10"/>
          </p:nvPr>
        </p:nvSpPr>
        <p:spPr/>
        <p:txBody>
          <a:bodyPr/>
          <a:lstStyle/>
          <a:p>
            <a:fld id="{E45AECDF-4D51-4BE2-A52E-75061839962F}" type="datetimeFigureOut">
              <a:rPr lang="en-US" smtClean="0"/>
              <a:t>7/26/2023</a:t>
            </a:fld>
            <a:endParaRPr lang="en-US"/>
          </a:p>
        </p:txBody>
      </p:sp>
      <p:sp>
        <p:nvSpPr>
          <p:cNvPr id="5" name="Footer Placeholder 4">
            <a:extLst>
              <a:ext uri="{FF2B5EF4-FFF2-40B4-BE49-F238E27FC236}">
                <a16:creationId xmlns:a16="http://schemas.microsoft.com/office/drawing/2014/main" id="{A09A7AD7-758F-437C-8CE1-AFECB2DA02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9139AE-6A7F-4A3F-B55D-EF7BB338DD1B}"/>
              </a:ext>
            </a:extLst>
          </p:cNvPr>
          <p:cNvSpPr>
            <a:spLocks noGrp="1"/>
          </p:cNvSpPr>
          <p:nvPr>
            <p:ph type="sldNum" sz="quarter" idx="12"/>
          </p:nvPr>
        </p:nvSpPr>
        <p:spPr/>
        <p:txBody>
          <a:bodyPr/>
          <a:lstStyle/>
          <a:p>
            <a:fld id="{C6D6110E-6F6A-430F-BA2C-264668399F0E}" type="slidenum">
              <a:rPr lang="en-US" smtClean="0"/>
              <a:t>‹#›</a:t>
            </a:fld>
            <a:endParaRPr lang="en-US"/>
          </a:p>
        </p:txBody>
      </p:sp>
    </p:spTree>
    <p:extLst>
      <p:ext uri="{BB962C8B-B14F-4D97-AF65-F5344CB8AC3E}">
        <p14:creationId xmlns:p14="http://schemas.microsoft.com/office/powerpoint/2010/main" val="4927931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A45D9-8D6E-462F-AC5F-7BB4715F8AB3}"/>
              </a:ext>
            </a:extLst>
          </p:cNvPr>
          <p:cNvSpPr>
            <a:spLocks noGrp="1"/>
          </p:cNvSpPr>
          <p:nvPr>
            <p:ph type="title"/>
          </p:nvPr>
        </p:nvSpPr>
        <p:spPr>
          <a:xfrm>
            <a:off x="831850" y="1709738"/>
            <a:ext cx="10515600" cy="2852737"/>
          </a:xfrm>
        </p:spPr>
        <p:txBody>
          <a:bodyPr anchor="b">
            <a:normAutofit/>
          </a:bodyPr>
          <a:lstStyle>
            <a:lvl1pPr>
              <a:defRPr sz="4800">
                <a:latin typeface="Bookman Old Style" panose="02050604050505020204" pitchFamily="18" charset="0"/>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9611C77-EC1B-4D70-9E27-37B2E6C53C9B}"/>
              </a:ext>
            </a:extLst>
          </p:cNvPr>
          <p:cNvSpPr>
            <a:spLocks noGrp="1"/>
          </p:cNvSpPr>
          <p:nvPr>
            <p:ph type="body" idx="1"/>
          </p:nvPr>
        </p:nvSpPr>
        <p:spPr>
          <a:xfrm>
            <a:off x="831850" y="4589463"/>
            <a:ext cx="10515600" cy="1500187"/>
          </a:xfrm>
        </p:spPr>
        <p:txBody>
          <a:bodyPr/>
          <a:lstStyle>
            <a:lvl1pPr marL="0" indent="0">
              <a:buNone/>
              <a:defRPr sz="2400">
                <a:solidFill>
                  <a:schemeClr val="tx1"/>
                </a:solidFill>
                <a:latin typeface="Book Antiqua" panose="0204060205030503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9631775-49F7-4A48-B7C0-D9C11BD8F36E}"/>
              </a:ext>
            </a:extLst>
          </p:cNvPr>
          <p:cNvSpPr>
            <a:spLocks noGrp="1"/>
          </p:cNvSpPr>
          <p:nvPr>
            <p:ph type="dt" sz="half" idx="10"/>
          </p:nvPr>
        </p:nvSpPr>
        <p:spPr/>
        <p:txBody>
          <a:bodyPr/>
          <a:lstStyle/>
          <a:p>
            <a:fld id="{E45AECDF-4D51-4BE2-A52E-75061839962F}" type="datetimeFigureOut">
              <a:rPr lang="en-US" smtClean="0"/>
              <a:t>7/26/2023</a:t>
            </a:fld>
            <a:endParaRPr lang="en-US"/>
          </a:p>
        </p:txBody>
      </p:sp>
      <p:sp>
        <p:nvSpPr>
          <p:cNvPr id="5" name="Footer Placeholder 4">
            <a:extLst>
              <a:ext uri="{FF2B5EF4-FFF2-40B4-BE49-F238E27FC236}">
                <a16:creationId xmlns:a16="http://schemas.microsoft.com/office/drawing/2014/main" id="{9447C9EE-4580-41D5-B986-FDAE9A068E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141C14-7C63-4286-AD36-5C148DD01600}"/>
              </a:ext>
            </a:extLst>
          </p:cNvPr>
          <p:cNvSpPr>
            <a:spLocks noGrp="1"/>
          </p:cNvSpPr>
          <p:nvPr>
            <p:ph type="sldNum" sz="quarter" idx="12"/>
          </p:nvPr>
        </p:nvSpPr>
        <p:spPr/>
        <p:txBody>
          <a:bodyPr/>
          <a:lstStyle/>
          <a:p>
            <a:fld id="{C6D6110E-6F6A-430F-BA2C-264668399F0E}" type="slidenum">
              <a:rPr lang="en-US" smtClean="0"/>
              <a:t>‹#›</a:t>
            </a:fld>
            <a:endParaRPr lang="en-US"/>
          </a:p>
        </p:txBody>
      </p:sp>
    </p:spTree>
    <p:extLst>
      <p:ext uri="{BB962C8B-B14F-4D97-AF65-F5344CB8AC3E}">
        <p14:creationId xmlns:p14="http://schemas.microsoft.com/office/powerpoint/2010/main" val="961632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97A15-60D4-4D51-8523-72BD3AF8B631}"/>
              </a:ext>
            </a:extLst>
          </p:cNvPr>
          <p:cNvSpPr>
            <a:spLocks noGrp="1"/>
          </p:cNvSpPr>
          <p:nvPr>
            <p:ph type="title"/>
          </p:nvPr>
        </p:nvSpPr>
        <p:spPr>
          <a:xfrm>
            <a:off x="838200" y="365125"/>
            <a:ext cx="10515600" cy="854075"/>
          </a:xfrm>
        </p:spPr>
        <p:txBody>
          <a:bodyPr>
            <a:normAutofit/>
          </a:bodyPr>
          <a:lstStyle>
            <a:lvl1pPr>
              <a:defRPr sz="3600">
                <a:latin typeface="Bookman Old Style" panose="02050604050505020204" pitchFamily="18"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9B8C380-48F3-4C56-AD06-EB8A6D2663D5}"/>
              </a:ext>
            </a:extLst>
          </p:cNvPr>
          <p:cNvSpPr>
            <a:spLocks noGrp="1"/>
          </p:cNvSpPr>
          <p:nvPr>
            <p:ph sz="half" idx="1"/>
          </p:nvPr>
        </p:nvSpPr>
        <p:spPr>
          <a:xfrm>
            <a:off x="838200" y="1524000"/>
            <a:ext cx="5181600" cy="4652963"/>
          </a:xfrm>
        </p:spPr>
        <p:txBody>
          <a:bodyPr/>
          <a:lstStyle>
            <a:lvl1pPr>
              <a:defRPr sz="2400">
                <a:latin typeface="Book Antiqua" panose="02040602050305030304" pitchFamily="18" charset="0"/>
              </a:defRPr>
            </a:lvl1pPr>
            <a:lvl2pPr>
              <a:defRPr>
                <a:latin typeface="Book Antiqua" panose="02040602050305030304" pitchFamily="18" charset="0"/>
              </a:defRPr>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17E5B96-8801-48EC-8518-84940648E4B1}"/>
              </a:ext>
            </a:extLst>
          </p:cNvPr>
          <p:cNvSpPr>
            <a:spLocks noGrp="1"/>
          </p:cNvSpPr>
          <p:nvPr>
            <p:ph sz="half" idx="2"/>
          </p:nvPr>
        </p:nvSpPr>
        <p:spPr>
          <a:xfrm>
            <a:off x="6172200" y="1524000"/>
            <a:ext cx="5181600" cy="4652963"/>
          </a:xfrm>
        </p:spPr>
        <p:txBody>
          <a:bodyPr/>
          <a:lstStyle>
            <a:lvl1pPr>
              <a:defRPr sz="2400">
                <a:latin typeface="Book Antiqua" panose="02040602050305030304" pitchFamily="18" charset="0"/>
              </a:defRPr>
            </a:lvl1pPr>
            <a:lvl2pPr>
              <a:defRPr sz="2000">
                <a:latin typeface="Book Antiqua" panose="02040602050305030304" pitchFamily="18" charset="0"/>
              </a:defRPr>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51C1791-8B8D-451F-B33E-480EB0964ED6}"/>
              </a:ext>
            </a:extLst>
          </p:cNvPr>
          <p:cNvSpPr>
            <a:spLocks noGrp="1"/>
          </p:cNvSpPr>
          <p:nvPr>
            <p:ph type="dt" sz="half" idx="10"/>
          </p:nvPr>
        </p:nvSpPr>
        <p:spPr/>
        <p:txBody>
          <a:bodyPr/>
          <a:lstStyle/>
          <a:p>
            <a:fld id="{E45AECDF-4D51-4BE2-A52E-75061839962F}" type="datetimeFigureOut">
              <a:rPr lang="en-US" smtClean="0"/>
              <a:t>7/26/2023</a:t>
            </a:fld>
            <a:endParaRPr lang="en-US"/>
          </a:p>
        </p:txBody>
      </p:sp>
      <p:sp>
        <p:nvSpPr>
          <p:cNvPr id="6" name="Footer Placeholder 5">
            <a:extLst>
              <a:ext uri="{FF2B5EF4-FFF2-40B4-BE49-F238E27FC236}">
                <a16:creationId xmlns:a16="http://schemas.microsoft.com/office/drawing/2014/main" id="{CB850D6A-1B8C-41EC-8155-C991E24F4A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34E6DD7-BAF3-4453-8ADD-14B605AB97BD}"/>
              </a:ext>
            </a:extLst>
          </p:cNvPr>
          <p:cNvSpPr>
            <a:spLocks noGrp="1"/>
          </p:cNvSpPr>
          <p:nvPr>
            <p:ph type="sldNum" sz="quarter" idx="12"/>
          </p:nvPr>
        </p:nvSpPr>
        <p:spPr/>
        <p:txBody>
          <a:bodyPr/>
          <a:lstStyle/>
          <a:p>
            <a:fld id="{C6D6110E-6F6A-430F-BA2C-264668399F0E}" type="slidenum">
              <a:rPr lang="en-US" smtClean="0"/>
              <a:t>‹#›</a:t>
            </a:fld>
            <a:endParaRPr lang="en-US"/>
          </a:p>
        </p:txBody>
      </p:sp>
    </p:spTree>
    <p:extLst>
      <p:ext uri="{BB962C8B-B14F-4D97-AF65-F5344CB8AC3E}">
        <p14:creationId xmlns:p14="http://schemas.microsoft.com/office/powerpoint/2010/main" val="29941684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AA53F-EFA9-4935-9BA6-ACD23B63F8C9}"/>
              </a:ext>
            </a:extLst>
          </p:cNvPr>
          <p:cNvSpPr>
            <a:spLocks noGrp="1"/>
          </p:cNvSpPr>
          <p:nvPr>
            <p:ph type="title"/>
          </p:nvPr>
        </p:nvSpPr>
        <p:spPr>
          <a:xfrm>
            <a:off x="838200" y="365125"/>
            <a:ext cx="10515600" cy="854075"/>
          </a:xfrm>
        </p:spPr>
        <p:txBody>
          <a:bodyPr>
            <a:normAutofit/>
          </a:bodyPr>
          <a:lstStyle>
            <a:lvl1pPr>
              <a:defRPr sz="3600">
                <a:latin typeface="Bookman Old Style" panose="02050604050505020204" pitchFamily="18" charset="0"/>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65DD2FFD-3B85-4820-9A85-46D1063768EA}"/>
              </a:ext>
            </a:extLst>
          </p:cNvPr>
          <p:cNvSpPr>
            <a:spLocks noGrp="1"/>
          </p:cNvSpPr>
          <p:nvPr>
            <p:ph type="dt" sz="half" idx="10"/>
          </p:nvPr>
        </p:nvSpPr>
        <p:spPr/>
        <p:txBody>
          <a:bodyPr/>
          <a:lstStyle/>
          <a:p>
            <a:fld id="{E45AECDF-4D51-4BE2-A52E-75061839962F}" type="datetimeFigureOut">
              <a:rPr lang="en-US" smtClean="0"/>
              <a:t>7/26/2023</a:t>
            </a:fld>
            <a:endParaRPr lang="en-US"/>
          </a:p>
        </p:txBody>
      </p:sp>
      <p:sp>
        <p:nvSpPr>
          <p:cNvPr id="4" name="Footer Placeholder 3">
            <a:extLst>
              <a:ext uri="{FF2B5EF4-FFF2-40B4-BE49-F238E27FC236}">
                <a16:creationId xmlns:a16="http://schemas.microsoft.com/office/drawing/2014/main" id="{40843DD0-9099-4073-9F4D-FA7CE1F1E54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EAF83C7-3C4A-4E06-A6EC-CCE99DC6B719}"/>
              </a:ext>
            </a:extLst>
          </p:cNvPr>
          <p:cNvSpPr>
            <a:spLocks noGrp="1"/>
          </p:cNvSpPr>
          <p:nvPr>
            <p:ph type="sldNum" sz="quarter" idx="12"/>
          </p:nvPr>
        </p:nvSpPr>
        <p:spPr/>
        <p:txBody>
          <a:bodyPr/>
          <a:lstStyle/>
          <a:p>
            <a:fld id="{C6D6110E-6F6A-430F-BA2C-264668399F0E}" type="slidenum">
              <a:rPr lang="en-US" smtClean="0"/>
              <a:t>‹#›</a:t>
            </a:fld>
            <a:endParaRPr lang="en-US"/>
          </a:p>
        </p:txBody>
      </p:sp>
    </p:spTree>
    <p:extLst>
      <p:ext uri="{BB962C8B-B14F-4D97-AF65-F5344CB8AC3E}">
        <p14:creationId xmlns:p14="http://schemas.microsoft.com/office/powerpoint/2010/main" val="27696182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655C52-F4AE-48FF-B7ED-E59B9B30B770}"/>
              </a:ext>
            </a:extLst>
          </p:cNvPr>
          <p:cNvSpPr>
            <a:spLocks noGrp="1"/>
          </p:cNvSpPr>
          <p:nvPr>
            <p:ph type="dt" sz="half" idx="10"/>
          </p:nvPr>
        </p:nvSpPr>
        <p:spPr/>
        <p:txBody>
          <a:bodyPr/>
          <a:lstStyle/>
          <a:p>
            <a:fld id="{E45AECDF-4D51-4BE2-A52E-75061839962F}" type="datetimeFigureOut">
              <a:rPr lang="en-US" smtClean="0"/>
              <a:t>7/26/2023</a:t>
            </a:fld>
            <a:endParaRPr lang="en-US"/>
          </a:p>
        </p:txBody>
      </p:sp>
      <p:sp>
        <p:nvSpPr>
          <p:cNvPr id="3" name="Footer Placeholder 2">
            <a:extLst>
              <a:ext uri="{FF2B5EF4-FFF2-40B4-BE49-F238E27FC236}">
                <a16:creationId xmlns:a16="http://schemas.microsoft.com/office/drawing/2014/main" id="{1170CF46-11FE-48D1-B8B9-CAECA0EDD1E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AC6CEEA-32CF-4EDC-B2A9-66DF66C74869}"/>
              </a:ext>
            </a:extLst>
          </p:cNvPr>
          <p:cNvSpPr>
            <a:spLocks noGrp="1"/>
          </p:cNvSpPr>
          <p:nvPr>
            <p:ph type="sldNum" sz="quarter" idx="12"/>
          </p:nvPr>
        </p:nvSpPr>
        <p:spPr/>
        <p:txBody>
          <a:bodyPr/>
          <a:lstStyle/>
          <a:p>
            <a:fld id="{C6D6110E-6F6A-430F-BA2C-264668399F0E}" type="slidenum">
              <a:rPr lang="en-US" smtClean="0"/>
              <a:t>‹#›</a:t>
            </a:fld>
            <a:endParaRPr lang="en-US"/>
          </a:p>
        </p:txBody>
      </p:sp>
    </p:spTree>
    <p:extLst>
      <p:ext uri="{BB962C8B-B14F-4D97-AF65-F5344CB8AC3E}">
        <p14:creationId xmlns:p14="http://schemas.microsoft.com/office/powerpoint/2010/main" val="30447869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B7B79-C372-4208-9243-122D500E17BD}"/>
              </a:ext>
            </a:extLst>
          </p:cNvPr>
          <p:cNvSpPr>
            <a:spLocks noGrp="1"/>
          </p:cNvSpPr>
          <p:nvPr>
            <p:ph type="title"/>
          </p:nvPr>
        </p:nvSpPr>
        <p:spPr>
          <a:xfrm>
            <a:off x="839788" y="457200"/>
            <a:ext cx="3932237" cy="1600200"/>
          </a:xfrm>
        </p:spPr>
        <p:txBody>
          <a:bodyPr anchor="b"/>
          <a:lstStyle>
            <a:lvl1pPr>
              <a:defRPr sz="3200">
                <a:latin typeface="Bookman Old Style" panose="02050604050505020204" pitchFamily="18"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16D3DEE-3AA0-40D2-B769-CFE4018E1A9A}"/>
              </a:ext>
            </a:extLst>
          </p:cNvPr>
          <p:cNvSpPr>
            <a:spLocks noGrp="1"/>
          </p:cNvSpPr>
          <p:nvPr>
            <p:ph idx="1"/>
          </p:nvPr>
        </p:nvSpPr>
        <p:spPr>
          <a:xfrm>
            <a:off x="5183188" y="987425"/>
            <a:ext cx="6172200" cy="4873625"/>
          </a:xfrm>
        </p:spPr>
        <p:txBody>
          <a:bodyPr/>
          <a:lstStyle>
            <a:lvl1pPr>
              <a:defRPr sz="2400">
                <a:latin typeface="Book Antiqua" panose="02040602050305030304" pitchFamily="18" charset="0"/>
              </a:defRPr>
            </a:lvl1pPr>
            <a:lvl2pPr>
              <a:defRPr sz="2000">
                <a:latin typeface="Book Antiqua" panose="02040602050305030304" pitchFamily="18" charset="0"/>
              </a:defRPr>
            </a:lvl2pPr>
            <a:lvl3pPr>
              <a:defRPr sz="1800">
                <a:latin typeface="Book Antiqua" panose="02040602050305030304" pitchFamily="18" charset="0"/>
              </a:defRPr>
            </a:lvl3pPr>
            <a:lvl4pPr>
              <a:defRPr sz="1800">
                <a:latin typeface="Book Antiqua" panose="02040602050305030304" pitchFamily="18" charset="0"/>
              </a:defRPr>
            </a:lvl4pPr>
            <a:lvl5pPr>
              <a:defRPr sz="1800">
                <a:latin typeface="Book Antiqua" panose="02040602050305030304" pitchFamily="18"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C69934A8-77AF-408B-B458-B54836913E45}"/>
              </a:ext>
            </a:extLst>
          </p:cNvPr>
          <p:cNvSpPr>
            <a:spLocks noGrp="1"/>
          </p:cNvSpPr>
          <p:nvPr>
            <p:ph type="body" sz="half" idx="2"/>
          </p:nvPr>
        </p:nvSpPr>
        <p:spPr>
          <a:xfrm>
            <a:off x="839788" y="2057400"/>
            <a:ext cx="3932237" cy="3811588"/>
          </a:xfrm>
        </p:spPr>
        <p:txBody>
          <a:bodyPr/>
          <a:lstStyle>
            <a:lvl1pPr marL="0" indent="0">
              <a:buNone/>
              <a:defRPr sz="1600">
                <a:latin typeface="Book Antiqua" panose="0204060205030503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4DBEAF5-DB43-4606-9EAD-D4DFF04E9AD0}"/>
              </a:ext>
            </a:extLst>
          </p:cNvPr>
          <p:cNvSpPr>
            <a:spLocks noGrp="1"/>
          </p:cNvSpPr>
          <p:nvPr>
            <p:ph type="dt" sz="half" idx="10"/>
          </p:nvPr>
        </p:nvSpPr>
        <p:spPr/>
        <p:txBody>
          <a:bodyPr/>
          <a:lstStyle/>
          <a:p>
            <a:fld id="{E45AECDF-4D51-4BE2-A52E-75061839962F}" type="datetimeFigureOut">
              <a:rPr lang="en-US" smtClean="0"/>
              <a:t>7/26/2023</a:t>
            </a:fld>
            <a:endParaRPr lang="en-US"/>
          </a:p>
        </p:txBody>
      </p:sp>
      <p:sp>
        <p:nvSpPr>
          <p:cNvPr id="6" name="Footer Placeholder 5">
            <a:extLst>
              <a:ext uri="{FF2B5EF4-FFF2-40B4-BE49-F238E27FC236}">
                <a16:creationId xmlns:a16="http://schemas.microsoft.com/office/drawing/2014/main" id="{2F9FE0FD-4B71-401F-8A4E-A66DEE7296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7D4E9A-31D9-4729-B33A-373227767EBE}"/>
              </a:ext>
            </a:extLst>
          </p:cNvPr>
          <p:cNvSpPr>
            <a:spLocks noGrp="1"/>
          </p:cNvSpPr>
          <p:nvPr>
            <p:ph type="sldNum" sz="quarter" idx="12"/>
          </p:nvPr>
        </p:nvSpPr>
        <p:spPr/>
        <p:txBody>
          <a:bodyPr/>
          <a:lstStyle/>
          <a:p>
            <a:fld id="{C6D6110E-6F6A-430F-BA2C-264668399F0E}" type="slidenum">
              <a:rPr lang="en-US" smtClean="0"/>
              <a:t>‹#›</a:t>
            </a:fld>
            <a:endParaRPr lang="en-US"/>
          </a:p>
        </p:txBody>
      </p:sp>
    </p:spTree>
    <p:extLst>
      <p:ext uri="{BB962C8B-B14F-4D97-AF65-F5344CB8AC3E}">
        <p14:creationId xmlns:p14="http://schemas.microsoft.com/office/powerpoint/2010/main" val="936027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6BC55-C3D8-407B-834B-CECFFB5DE733}"/>
              </a:ext>
            </a:extLst>
          </p:cNvPr>
          <p:cNvSpPr>
            <a:spLocks noGrp="1"/>
          </p:cNvSpPr>
          <p:nvPr>
            <p:ph type="title"/>
          </p:nvPr>
        </p:nvSpPr>
        <p:spPr>
          <a:xfrm>
            <a:off x="839788" y="457200"/>
            <a:ext cx="3932237" cy="1600200"/>
          </a:xfrm>
        </p:spPr>
        <p:txBody>
          <a:bodyPr anchor="b">
            <a:normAutofit/>
          </a:bodyPr>
          <a:lstStyle>
            <a:lvl1pPr>
              <a:defRPr sz="2800">
                <a:latin typeface="Bookman Old Style" panose="02050604050505020204" pitchFamily="18" charset="0"/>
              </a:defRPr>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04226BAC-83CF-4F24-B598-08F19EA616D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BB4D9986-C85E-462F-86EC-A99E04E0C84C}"/>
              </a:ext>
            </a:extLst>
          </p:cNvPr>
          <p:cNvSpPr>
            <a:spLocks noGrp="1"/>
          </p:cNvSpPr>
          <p:nvPr>
            <p:ph type="body" sz="half" idx="2"/>
          </p:nvPr>
        </p:nvSpPr>
        <p:spPr>
          <a:xfrm>
            <a:off x="839788" y="2057400"/>
            <a:ext cx="3932237" cy="3811588"/>
          </a:xfrm>
        </p:spPr>
        <p:txBody>
          <a:bodyPr/>
          <a:lstStyle>
            <a:lvl1pPr marL="0" indent="0">
              <a:buNone/>
              <a:defRPr sz="1600">
                <a:latin typeface="Book Antiqua" panose="0204060205030503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41FD837-8440-405F-8CDC-D907FDE06860}"/>
              </a:ext>
            </a:extLst>
          </p:cNvPr>
          <p:cNvSpPr>
            <a:spLocks noGrp="1"/>
          </p:cNvSpPr>
          <p:nvPr>
            <p:ph type="dt" sz="half" idx="10"/>
          </p:nvPr>
        </p:nvSpPr>
        <p:spPr/>
        <p:txBody>
          <a:bodyPr/>
          <a:lstStyle/>
          <a:p>
            <a:fld id="{E45AECDF-4D51-4BE2-A52E-75061839962F}" type="datetimeFigureOut">
              <a:rPr lang="en-US" smtClean="0"/>
              <a:t>7/26/2023</a:t>
            </a:fld>
            <a:endParaRPr lang="en-US"/>
          </a:p>
        </p:txBody>
      </p:sp>
      <p:sp>
        <p:nvSpPr>
          <p:cNvPr id="6" name="Footer Placeholder 5">
            <a:extLst>
              <a:ext uri="{FF2B5EF4-FFF2-40B4-BE49-F238E27FC236}">
                <a16:creationId xmlns:a16="http://schemas.microsoft.com/office/drawing/2014/main" id="{BB8B99F4-866C-4C1F-8FDA-F5B6DE8A726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B63BB6-94D8-4898-AC43-C5544E5D6E32}"/>
              </a:ext>
            </a:extLst>
          </p:cNvPr>
          <p:cNvSpPr>
            <a:spLocks noGrp="1"/>
          </p:cNvSpPr>
          <p:nvPr>
            <p:ph type="sldNum" sz="quarter" idx="12"/>
          </p:nvPr>
        </p:nvSpPr>
        <p:spPr/>
        <p:txBody>
          <a:bodyPr/>
          <a:lstStyle/>
          <a:p>
            <a:fld id="{C6D6110E-6F6A-430F-BA2C-264668399F0E}" type="slidenum">
              <a:rPr lang="en-US" smtClean="0"/>
              <a:t>‹#›</a:t>
            </a:fld>
            <a:endParaRPr lang="en-US"/>
          </a:p>
        </p:txBody>
      </p:sp>
    </p:spTree>
    <p:extLst>
      <p:ext uri="{BB962C8B-B14F-4D97-AF65-F5344CB8AC3E}">
        <p14:creationId xmlns:p14="http://schemas.microsoft.com/office/powerpoint/2010/main" val="17765573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9" name="Rectangle 7">
            <a:extLst>
              <a:ext uri="{FF2B5EF4-FFF2-40B4-BE49-F238E27FC236}">
                <a16:creationId xmlns:a16="http://schemas.microsoft.com/office/drawing/2014/main" id="{058A4960-2CF9-4F7B-B4C7-6C13F4FEF05D}"/>
              </a:ext>
            </a:extLst>
          </p:cNvPr>
          <p:cNvSpPr>
            <a:spLocks noChangeArrowheads="1"/>
          </p:cNvSpPr>
          <p:nvPr userDrawn="1"/>
        </p:nvSpPr>
        <p:spPr bwMode="auto">
          <a:xfrm>
            <a:off x="6501271" y="2133600"/>
            <a:ext cx="5538329" cy="3031720"/>
          </a:xfrm>
          <a:prstGeom prst="rect">
            <a:avLst/>
          </a:prstGeom>
          <a:solidFill>
            <a:srgbClr val="35363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72567" tIns="36284" rIns="72567" bIns="36284" numCol="1" anchor="t" anchorCtr="0" compatLnSpc="1">
            <a:prstTxWarp prst="textNoShape">
              <a:avLst/>
            </a:prstTxWarp>
          </a:bodyPr>
          <a:lstStyle/>
          <a:p>
            <a:endParaRPr lang="zh-CN" altLang="en-US" sz="1428"/>
          </a:p>
        </p:txBody>
      </p:sp>
      <p:sp>
        <p:nvSpPr>
          <p:cNvPr id="7" name="Freeform 8">
            <a:extLst>
              <a:ext uri="{FF2B5EF4-FFF2-40B4-BE49-F238E27FC236}">
                <a16:creationId xmlns:a16="http://schemas.microsoft.com/office/drawing/2014/main" id="{C0E71FB0-7939-4DDF-A383-231D84E07241}"/>
              </a:ext>
            </a:extLst>
          </p:cNvPr>
          <p:cNvSpPr>
            <a:spLocks/>
          </p:cNvSpPr>
          <p:nvPr userDrawn="1"/>
        </p:nvSpPr>
        <p:spPr bwMode="auto">
          <a:xfrm>
            <a:off x="136585" y="2152291"/>
            <a:ext cx="6694046" cy="3031721"/>
          </a:xfrm>
          <a:custGeom>
            <a:avLst/>
            <a:gdLst>
              <a:gd name="T0" fmla="*/ 4054 w 4054"/>
              <a:gd name="T1" fmla="*/ 804 h 1623"/>
              <a:gd name="T2" fmla="*/ 3860 w 4054"/>
              <a:gd name="T3" fmla="*/ 631 h 1623"/>
              <a:gd name="T4" fmla="*/ 3860 w 4054"/>
              <a:gd name="T5" fmla="*/ 0 h 1623"/>
              <a:gd name="T6" fmla="*/ 0 w 4054"/>
              <a:gd name="T7" fmla="*/ 0 h 1623"/>
              <a:gd name="T8" fmla="*/ 0 w 4054"/>
              <a:gd name="T9" fmla="*/ 1623 h 1623"/>
              <a:gd name="T10" fmla="*/ 3860 w 4054"/>
              <a:gd name="T11" fmla="*/ 1623 h 1623"/>
              <a:gd name="T12" fmla="*/ 3860 w 4054"/>
              <a:gd name="T13" fmla="*/ 976 h 1623"/>
              <a:gd name="T14" fmla="*/ 4054 w 4054"/>
              <a:gd name="T15" fmla="*/ 804 h 16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054" h="1623">
                <a:moveTo>
                  <a:pt x="4054" y="804"/>
                </a:moveTo>
                <a:lnTo>
                  <a:pt x="3860" y="631"/>
                </a:lnTo>
                <a:lnTo>
                  <a:pt x="3860" y="0"/>
                </a:lnTo>
                <a:lnTo>
                  <a:pt x="0" y="0"/>
                </a:lnTo>
                <a:lnTo>
                  <a:pt x="0" y="1623"/>
                </a:lnTo>
                <a:lnTo>
                  <a:pt x="3860" y="1623"/>
                </a:lnTo>
                <a:lnTo>
                  <a:pt x="3860" y="976"/>
                </a:lnTo>
                <a:lnTo>
                  <a:pt x="4054" y="804"/>
                </a:lnTo>
                <a:close/>
              </a:path>
            </a:pathLst>
          </a:custGeom>
          <a:gradFill>
            <a:gsLst>
              <a:gs pos="0">
                <a:srgbClr val="FFFF00">
                  <a:alpha val="30000"/>
                </a:srgbClr>
              </a:gs>
              <a:gs pos="50000">
                <a:srgbClr val="FFFF00">
                  <a:alpha val="52000"/>
                </a:srgbClr>
              </a:gs>
              <a:gs pos="100000">
                <a:schemeClr val="accent1">
                  <a:tint val="23500"/>
                  <a:satMod val="160000"/>
                </a:schemeClr>
              </a:gs>
            </a:gsLst>
            <a:lin ang="54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2567" tIns="36284" rIns="72567" bIns="36284" numCol="1" anchor="t" anchorCtr="0" compatLnSpc="1">
            <a:prstTxWarp prst="textNoShape">
              <a:avLst/>
            </a:prstTxWarp>
          </a:bodyPr>
          <a:lstStyle/>
          <a:p>
            <a:endParaRPr lang="zh-CN" altLang="en-US" sz="1428" dirty="0"/>
          </a:p>
        </p:txBody>
      </p:sp>
      <p:pic>
        <p:nvPicPr>
          <p:cNvPr id="6" name="Picture 5" descr="A picture containing object&#10;&#10;Description automatically generated">
            <a:extLst>
              <a:ext uri="{FF2B5EF4-FFF2-40B4-BE49-F238E27FC236}">
                <a16:creationId xmlns:a16="http://schemas.microsoft.com/office/drawing/2014/main" id="{EE829E3D-5DC5-4C91-B8B5-3B7110E1DE9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944046" y="1438"/>
            <a:ext cx="7665790" cy="1827362"/>
          </a:xfrm>
          <a:prstGeom prst="rect">
            <a:avLst/>
          </a:prstGeom>
        </p:spPr>
      </p:pic>
      <p:sp>
        <p:nvSpPr>
          <p:cNvPr id="3" name="Text Placeholder 2">
            <a:extLst>
              <a:ext uri="{FF2B5EF4-FFF2-40B4-BE49-F238E27FC236}">
                <a16:creationId xmlns:a16="http://schemas.microsoft.com/office/drawing/2014/main" id="{DEF0205C-9ED4-4F7F-9D8A-6727FF2865C7}"/>
              </a:ext>
            </a:extLst>
          </p:cNvPr>
          <p:cNvSpPr>
            <a:spLocks noGrp="1"/>
          </p:cNvSpPr>
          <p:nvPr>
            <p:ph type="body" sz="quarter" idx="10"/>
          </p:nvPr>
        </p:nvSpPr>
        <p:spPr>
          <a:xfrm>
            <a:off x="914400" y="2971800"/>
            <a:ext cx="4776330" cy="685800"/>
          </a:xfrm>
        </p:spPr>
        <p:txBody>
          <a:bodyPr/>
          <a:lstStyle>
            <a:lvl1pPr>
              <a:defRPr>
                <a:latin typeface="Bookman Old Style" panose="02050604050505020204" pitchFamily="18" charset="0"/>
              </a:defRPr>
            </a:lvl1pPr>
          </a:lstStyle>
          <a:p>
            <a:pPr lvl="0"/>
            <a:r>
              <a:rPr lang="en-US"/>
              <a:t>Click to edit Master text styles</a:t>
            </a:r>
          </a:p>
        </p:txBody>
      </p:sp>
      <p:sp>
        <p:nvSpPr>
          <p:cNvPr id="5" name="Text Placeholder 4">
            <a:extLst>
              <a:ext uri="{FF2B5EF4-FFF2-40B4-BE49-F238E27FC236}">
                <a16:creationId xmlns:a16="http://schemas.microsoft.com/office/drawing/2014/main" id="{5DEB8F57-8DD4-44E9-AC18-A7A8C7131C9F}"/>
              </a:ext>
            </a:extLst>
          </p:cNvPr>
          <p:cNvSpPr>
            <a:spLocks noGrp="1"/>
          </p:cNvSpPr>
          <p:nvPr>
            <p:ph type="body" sz="quarter" idx="11"/>
          </p:nvPr>
        </p:nvSpPr>
        <p:spPr>
          <a:xfrm>
            <a:off x="7086600" y="2970663"/>
            <a:ext cx="4191000" cy="914400"/>
          </a:xfrm>
        </p:spPr>
        <p:txBody>
          <a:bodyPr>
            <a:normAutofit/>
          </a:bodyPr>
          <a:lstStyle>
            <a:lvl1pPr>
              <a:defRPr sz="2800">
                <a:solidFill>
                  <a:schemeClr val="bg1"/>
                </a:solidFill>
                <a:latin typeface="Bookman Old Style" panose="02050604050505020204" pitchFamily="18" charset="0"/>
              </a:defRPr>
            </a:lvl1pPr>
          </a:lstStyle>
          <a:p>
            <a:pPr lvl="0"/>
            <a:r>
              <a:rPr lang="en-US"/>
              <a:t>Click to edit Master text styles</a:t>
            </a:r>
          </a:p>
        </p:txBody>
      </p:sp>
    </p:spTree>
    <p:extLst>
      <p:ext uri="{BB962C8B-B14F-4D97-AF65-F5344CB8AC3E}">
        <p14:creationId xmlns:p14="http://schemas.microsoft.com/office/powerpoint/2010/main" val="2675387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2" fill="hold" grpId="0" nodeType="withEffect">
                                  <p:stCondLst>
                                    <p:cond delay="200"/>
                                  </p:stCondLst>
                                  <p:childTnLst>
                                    <p:set>
                                      <p:cBhvr>
                                        <p:cTn id="9" dur="1" fill="hold">
                                          <p:stCondLst>
                                            <p:cond delay="0"/>
                                          </p:stCondLst>
                                        </p:cTn>
                                        <p:tgtEl>
                                          <p:spTgt spid="9"/>
                                        </p:tgtEl>
                                        <p:attrNameLst>
                                          <p:attrName>style.visibility</p:attrName>
                                        </p:attrNameLst>
                                      </p:cBhvr>
                                      <p:to>
                                        <p:strVal val="visible"/>
                                      </p:to>
                                    </p:set>
                                    <p:animEffect transition="in" filter="wipe(right)">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7" grpId="0" animBg="1"/>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1">
            <a:lum/>
          </a:blip>
          <a:srcRect/>
          <a:stretch>
            <a:fillRect t="-4000" r="-1000" b="-3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D8D7EAF-242D-4B80-9DDE-E75E2110C5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B71D8C2-8A15-46F1-A685-6BDE75347A5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3E8A7B-EC95-43F8-8F85-BA5FC1C3061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45AECDF-4D51-4BE2-A52E-75061839962F}" type="datetimeFigureOut">
              <a:rPr lang="en-US" smtClean="0"/>
              <a:t>7/26/2023</a:t>
            </a:fld>
            <a:endParaRPr lang="en-US"/>
          </a:p>
        </p:txBody>
      </p:sp>
      <p:sp>
        <p:nvSpPr>
          <p:cNvPr id="5" name="Footer Placeholder 4">
            <a:extLst>
              <a:ext uri="{FF2B5EF4-FFF2-40B4-BE49-F238E27FC236}">
                <a16:creationId xmlns:a16="http://schemas.microsoft.com/office/drawing/2014/main" id="{7A938BF8-A7D3-44B9-9393-07DE8B8369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4D48635-2CA3-476A-A1E5-2809B06A12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D6110E-6F6A-430F-BA2C-264668399F0E}" type="slidenum">
              <a:rPr lang="en-US" smtClean="0"/>
              <a:t>‹#›</a:t>
            </a:fld>
            <a:endParaRPr lang="en-US"/>
          </a:p>
        </p:txBody>
      </p:sp>
      <p:pic>
        <p:nvPicPr>
          <p:cNvPr id="8" name="Picture 7" descr="A picture containing racket, holding, hitting, woman&#10;&#10;Description automatically generated">
            <a:extLst>
              <a:ext uri="{FF2B5EF4-FFF2-40B4-BE49-F238E27FC236}">
                <a16:creationId xmlns:a16="http://schemas.microsoft.com/office/drawing/2014/main" id="{1F5731C2-29BF-4169-8176-7D7E8F362DAA}"/>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83297" y="0"/>
            <a:ext cx="12275297" cy="6811777"/>
          </a:xfrm>
          <a:prstGeom prst="rect">
            <a:avLst/>
          </a:prstGeom>
        </p:spPr>
      </p:pic>
    </p:spTree>
    <p:extLst>
      <p:ext uri="{BB962C8B-B14F-4D97-AF65-F5344CB8AC3E}">
        <p14:creationId xmlns:p14="http://schemas.microsoft.com/office/powerpoint/2010/main" val="24430319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4" r:id="rId5"/>
    <p:sldLayoutId id="2147483655" r:id="rId6"/>
    <p:sldLayoutId id="2147483656" r:id="rId7"/>
    <p:sldLayoutId id="2147483657" r:id="rId8"/>
    <p:sldLayoutId id="2147483658"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5.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E85A57C-D93F-440A-A179-9167EF529797}"/>
              </a:ext>
            </a:extLst>
          </p:cNvPr>
          <p:cNvSpPr>
            <a:spLocks noGrp="1"/>
          </p:cNvSpPr>
          <p:nvPr>
            <p:ph type="body" sz="quarter" idx="10"/>
          </p:nvPr>
        </p:nvSpPr>
        <p:spPr/>
        <p:txBody>
          <a:bodyPr/>
          <a:lstStyle/>
          <a:p>
            <a:pPr marL="0" indent="0">
              <a:buNone/>
            </a:pPr>
            <a:r>
              <a:rPr lang="en-AU" dirty="0"/>
              <a:t>Web Development </a:t>
            </a:r>
          </a:p>
        </p:txBody>
      </p:sp>
      <p:sp>
        <p:nvSpPr>
          <p:cNvPr id="3" name="Text Placeholder 2">
            <a:extLst>
              <a:ext uri="{FF2B5EF4-FFF2-40B4-BE49-F238E27FC236}">
                <a16:creationId xmlns:a16="http://schemas.microsoft.com/office/drawing/2014/main" id="{94875C1C-3858-44F5-9117-CB658AFD44E3}"/>
              </a:ext>
            </a:extLst>
          </p:cNvPr>
          <p:cNvSpPr>
            <a:spLocks noGrp="1"/>
          </p:cNvSpPr>
          <p:nvPr>
            <p:ph type="body" sz="quarter" idx="11"/>
          </p:nvPr>
        </p:nvSpPr>
        <p:spPr/>
        <p:txBody>
          <a:bodyPr/>
          <a:lstStyle/>
          <a:p>
            <a:pPr marL="0" indent="0">
              <a:buNone/>
            </a:pPr>
            <a:r>
              <a:rPr lang="en-AU" dirty="0"/>
              <a:t>Week #03</a:t>
            </a:r>
          </a:p>
        </p:txBody>
      </p:sp>
      <p:sp>
        <p:nvSpPr>
          <p:cNvPr id="4" name="Text Placeholder 1">
            <a:extLst>
              <a:ext uri="{FF2B5EF4-FFF2-40B4-BE49-F238E27FC236}">
                <a16:creationId xmlns:a16="http://schemas.microsoft.com/office/drawing/2014/main" id="{F4E80F8D-7A2F-E2E9-C9C4-D468F75DF7EE}"/>
              </a:ext>
            </a:extLst>
          </p:cNvPr>
          <p:cNvSpPr txBox="1">
            <a:spLocks/>
          </p:cNvSpPr>
          <p:nvPr/>
        </p:nvSpPr>
        <p:spPr>
          <a:xfrm>
            <a:off x="7162800" y="2969826"/>
            <a:ext cx="4776330" cy="685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Bookman Old Style" panose="020506040505050202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AU" dirty="0"/>
              <a:t>Week-03</a:t>
            </a:r>
          </a:p>
        </p:txBody>
      </p:sp>
    </p:spTree>
    <p:extLst>
      <p:ext uri="{BB962C8B-B14F-4D97-AF65-F5344CB8AC3E}">
        <p14:creationId xmlns:p14="http://schemas.microsoft.com/office/powerpoint/2010/main" val="7156341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84595-0A14-417D-BA94-5BEDF6EBF2B7}"/>
              </a:ext>
            </a:extLst>
          </p:cNvPr>
          <p:cNvSpPr>
            <a:spLocks noGrp="1"/>
          </p:cNvSpPr>
          <p:nvPr>
            <p:ph type="title"/>
          </p:nvPr>
        </p:nvSpPr>
        <p:spPr/>
        <p:txBody>
          <a:bodyPr/>
          <a:lstStyle/>
          <a:p>
            <a:r>
              <a:rPr lang="en-AU" dirty="0">
                <a:solidFill>
                  <a:schemeClr val="bg1"/>
                </a:solidFill>
              </a:rPr>
              <a:t>This week </a:t>
            </a:r>
          </a:p>
        </p:txBody>
      </p:sp>
      <p:sp>
        <p:nvSpPr>
          <p:cNvPr id="3" name="Content Placeholder 2">
            <a:extLst>
              <a:ext uri="{FF2B5EF4-FFF2-40B4-BE49-F238E27FC236}">
                <a16:creationId xmlns:a16="http://schemas.microsoft.com/office/drawing/2014/main" id="{D7D46DD4-0CA4-4A84-9A2A-23DE8A07D161}"/>
              </a:ext>
            </a:extLst>
          </p:cNvPr>
          <p:cNvSpPr>
            <a:spLocks noGrp="1"/>
          </p:cNvSpPr>
          <p:nvPr>
            <p:ph idx="1"/>
          </p:nvPr>
        </p:nvSpPr>
        <p:spPr/>
        <p:txBody>
          <a:bodyPr/>
          <a:lstStyle/>
          <a:p>
            <a:r>
              <a:rPr lang="en-US" dirty="0"/>
              <a:t>Define the requirements for writing for the web</a:t>
            </a:r>
          </a:p>
          <a:p>
            <a:r>
              <a:rPr lang="en-US" dirty="0"/>
              <a:t>Identify web publishing issues</a:t>
            </a:r>
          </a:p>
          <a:p>
            <a:endParaRPr lang="en-US" dirty="0"/>
          </a:p>
          <a:p>
            <a:r>
              <a:rPr lang="en-US" dirty="0"/>
              <a:t>More HTML</a:t>
            </a:r>
          </a:p>
          <a:p>
            <a:pPr lvl="1"/>
            <a:r>
              <a:rPr lang="en-US" dirty="0"/>
              <a:t>Adding Links and Navigation </a:t>
            </a:r>
          </a:p>
          <a:p>
            <a:pPr lvl="1"/>
            <a:r>
              <a:rPr lang="en-US" dirty="0"/>
              <a:t>Adding Images </a:t>
            </a:r>
          </a:p>
          <a:p>
            <a:pPr lvl="1"/>
            <a:endParaRPr lang="en-US" dirty="0"/>
          </a:p>
          <a:p>
            <a:endParaRPr lang="en-AU" dirty="0"/>
          </a:p>
        </p:txBody>
      </p:sp>
    </p:spTree>
    <p:extLst>
      <p:ext uri="{BB962C8B-B14F-4D97-AF65-F5344CB8AC3E}">
        <p14:creationId xmlns:p14="http://schemas.microsoft.com/office/powerpoint/2010/main" val="3028783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p:txBody>
          <a:bodyPr/>
          <a:lstStyle/>
          <a:p>
            <a:r>
              <a:rPr lang="en-US" dirty="0">
                <a:solidFill>
                  <a:schemeClr val="bg1"/>
                </a:solidFill>
              </a:rPr>
              <a:t>Writing for the Web</a:t>
            </a:r>
          </a:p>
        </p:txBody>
      </p:sp>
      <p:sp>
        <p:nvSpPr>
          <p:cNvPr id="6" name="Content Placeholder 5">
            <a:extLst>
              <a:ext uri="{FF2B5EF4-FFF2-40B4-BE49-F238E27FC236}">
                <a16:creationId xmlns:a16="http://schemas.microsoft.com/office/drawing/2014/main" id="{FF12425A-42AA-4ACD-91EC-5FB137681149}"/>
              </a:ext>
            </a:extLst>
          </p:cNvPr>
          <p:cNvSpPr>
            <a:spLocks noGrp="1"/>
          </p:cNvSpPr>
          <p:nvPr>
            <p:ph idx="1"/>
          </p:nvPr>
        </p:nvSpPr>
        <p:spPr/>
        <p:txBody>
          <a:bodyPr/>
          <a:lstStyle/>
          <a:p>
            <a:pPr marL="433705" indent="-343535">
              <a:lnSpc>
                <a:spcPts val="2795"/>
              </a:lnSpc>
              <a:buFont typeface="Arial MT"/>
              <a:buChar char="•"/>
              <a:tabLst>
                <a:tab pos="433705" algn="l"/>
                <a:tab pos="434340" algn="l"/>
              </a:tabLst>
            </a:pPr>
            <a:r>
              <a:rPr lang="en-US" sz="2400" spc="-5" dirty="0">
                <a:latin typeface="Calibri"/>
                <a:cs typeface="Calibri"/>
              </a:rPr>
              <a:t>Use</a:t>
            </a:r>
            <a:r>
              <a:rPr lang="en-US" sz="2400" spc="-20" dirty="0">
                <a:latin typeface="Calibri"/>
                <a:cs typeface="Calibri"/>
              </a:rPr>
              <a:t> </a:t>
            </a:r>
            <a:r>
              <a:rPr lang="en-US" sz="2400" spc="-5" dirty="0">
                <a:latin typeface="Calibri"/>
                <a:cs typeface="Calibri"/>
              </a:rPr>
              <a:t>language</a:t>
            </a:r>
            <a:r>
              <a:rPr lang="en-US" sz="2400" spc="-20" dirty="0">
                <a:latin typeface="Calibri"/>
                <a:cs typeface="Calibri"/>
              </a:rPr>
              <a:t> </a:t>
            </a:r>
            <a:r>
              <a:rPr lang="en-US" sz="2400" spc="-5" dirty="0">
                <a:latin typeface="Calibri"/>
                <a:cs typeface="Calibri"/>
              </a:rPr>
              <a:t>that</a:t>
            </a:r>
            <a:r>
              <a:rPr lang="en-US" sz="2400" spc="-30" dirty="0">
                <a:latin typeface="Calibri"/>
                <a:cs typeface="Calibri"/>
              </a:rPr>
              <a:t> </a:t>
            </a:r>
            <a:r>
              <a:rPr lang="en-US" sz="2400" dirty="0">
                <a:latin typeface="Calibri"/>
                <a:cs typeface="Calibri"/>
              </a:rPr>
              <a:t>is:</a:t>
            </a:r>
          </a:p>
          <a:p>
            <a:pPr marL="776605" lvl="1" indent="-229235">
              <a:lnSpc>
                <a:spcPct val="100000"/>
              </a:lnSpc>
              <a:spcBef>
                <a:spcPts val="215"/>
              </a:spcBef>
              <a:buFont typeface="Arial MT"/>
              <a:buChar char="•"/>
              <a:tabLst>
                <a:tab pos="777240" algn="l"/>
              </a:tabLst>
            </a:pPr>
            <a:r>
              <a:rPr lang="en-US" sz="2400" spc="-15" dirty="0">
                <a:latin typeface="Calibri"/>
                <a:cs typeface="Calibri"/>
              </a:rPr>
              <a:t>Straightforward</a:t>
            </a:r>
            <a:endParaRPr lang="en-US" sz="2400" dirty="0">
              <a:latin typeface="Calibri"/>
              <a:cs typeface="Calibri"/>
            </a:endParaRPr>
          </a:p>
          <a:p>
            <a:pPr marL="776605" lvl="1" indent="-229235">
              <a:lnSpc>
                <a:spcPct val="100000"/>
              </a:lnSpc>
              <a:spcBef>
                <a:spcPts val="219"/>
              </a:spcBef>
              <a:buFont typeface="Arial MT"/>
              <a:buChar char="•"/>
              <a:tabLst>
                <a:tab pos="777240" algn="l"/>
              </a:tabLst>
            </a:pPr>
            <a:r>
              <a:rPr lang="en-US" sz="2400" spc="-10" dirty="0">
                <a:latin typeface="Calibri"/>
                <a:cs typeface="Calibri"/>
              </a:rPr>
              <a:t>Contemporary</a:t>
            </a:r>
            <a:endParaRPr lang="en-US" sz="2400" dirty="0">
              <a:latin typeface="Calibri"/>
              <a:cs typeface="Calibri"/>
            </a:endParaRPr>
          </a:p>
          <a:p>
            <a:pPr marL="776605" lvl="1" indent="-229235">
              <a:lnSpc>
                <a:spcPct val="100000"/>
              </a:lnSpc>
              <a:spcBef>
                <a:spcPts val="200"/>
              </a:spcBef>
              <a:buFont typeface="Arial MT"/>
              <a:buChar char="•"/>
              <a:tabLst>
                <a:tab pos="777240" algn="l"/>
              </a:tabLst>
            </a:pPr>
            <a:r>
              <a:rPr lang="en-US" sz="2400" spc="-5" dirty="0">
                <a:latin typeface="Calibri"/>
                <a:cs typeface="Calibri"/>
              </a:rPr>
              <a:t>Geared</a:t>
            </a:r>
            <a:r>
              <a:rPr lang="en-US" sz="2400" spc="-10" dirty="0">
                <a:latin typeface="Calibri"/>
                <a:cs typeface="Calibri"/>
              </a:rPr>
              <a:t> </a:t>
            </a:r>
            <a:r>
              <a:rPr lang="en-US" sz="2400" spc="-20" dirty="0">
                <a:latin typeface="Calibri"/>
                <a:cs typeface="Calibri"/>
              </a:rPr>
              <a:t>toward</a:t>
            </a:r>
            <a:r>
              <a:rPr lang="en-US" sz="2400" spc="-10" dirty="0">
                <a:latin typeface="Calibri"/>
                <a:cs typeface="Calibri"/>
              </a:rPr>
              <a:t> </a:t>
            </a:r>
            <a:r>
              <a:rPr lang="en-US" sz="2400" dirty="0">
                <a:latin typeface="Calibri"/>
                <a:cs typeface="Calibri"/>
              </a:rPr>
              <a:t>an</a:t>
            </a:r>
            <a:r>
              <a:rPr lang="en-US" sz="2400" spc="-25" dirty="0">
                <a:latin typeface="Calibri"/>
                <a:cs typeface="Calibri"/>
              </a:rPr>
              <a:t> </a:t>
            </a:r>
            <a:r>
              <a:rPr lang="en-US" sz="2400" spc="-10" dirty="0">
                <a:latin typeface="Calibri"/>
                <a:cs typeface="Calibri"/>
              </a:rPr>
              <a:t>educated</a:t>
            </a:r>
            <a:r>
              <a:rPr lang="en-US" sz="2400" spc="-5" dirty="0">
                <a:latin typeface="Calibri"/>
                <a:cs typeface="Calibri"/>
              </a:rPr>
              <a:t> audience</a:t>
            </a:r>
            <a:endParaRPr lang="en-US" sz="2400" dirty="0">
              <a:latin typeface="Calibri"/>
              <a:cs typeface="Calibri"/>
            </a:endParaRPr>
          </a:p>
          <a:p>
            <a:pPr marL="433705" indent="-343535">
              <a:lnSpc>
                <a:spcPct val="100000"/>
              </a:lnSpc>
              <a:spcBef>
                <a:spcPts val="720"/>
              </a:spcBef>
              <a:buFont typeface="Arial MT"/>
              <a:buChar char="•"/>
              <a:tabLst>
                <a:tab pos="433705" algn="l"/>
                <a:tab pos="434340" algn="l"/>
              </a:tabLst>
            </a:pPr>
            <a:r>
              <a:rPr lang="en-US" sz="2400" spc="-20" dirty="0">
                <a:latin typeface="Calibri"/>
                <a:cs typeface="Calibri"/>
              </a:rPr>
              <a:t>Avoid</a:t>
            </a:r>
            <a:r>
              <a:rPr lang="en-US" sz="2400" spc="-5" dirty="0">
                <a:latin typeface="Calibri"/>
                <a:cs typeface="Calibri"/>
              </a:rPr>
              <a:t> </a:t>
            </a:r>
            <a:r>
              <a:rPr lang="en-US" sz="2400" spc="-10" dirty="0">
                <a:latin typeface="Calibri"/>
                <a:cs typeface="Calibri"/>
              </a:rPr>
              <a:t>overly-promotional </a:t>
            </a:r>
            <a:r>
              <a:rPr lang="en-US" sz="2400" spc="-5" dirty="0">
                <a:latin typeface="Calibri"/>
                <a:cs typeface="Calibri"/>
              </a:rPr>
              <a:t>language</a:t>
            </a:r>
            <a:endParaRPr lang="en-US" sz="2400" dirty="0">
              <a:latin typeface="Calibri"/>
              <a:cs typeface="Calibri"/>
            </a:endParaRPr>
          </a:p>
          <a:p>
            <a:pPr marL="433705" indent="-343535">
              <a:lnSpc>
                <a:spcPct val="100000"/>
              </a:lnSpc>
              <a:spcBef>
                <a:spcPts val="715"/>
              </a:spcBef>
              <a:buFont typeface="Arial MT"/>
              <a:buChar char="•"/>
              <a:tabLst>
                <a:tab pos="433705" algn="l"/>
                <a:tab pos="434340" algn="l"/>
              </a:tabLst>
            </a:pPr>
            <a:r>
              <a:rPr lang="en-US" sz="2400" spc="-5" dirty="0">
                <a:latin typeface="Calibri"/>
                <a:cs typeface="Calibri"/>
              </a:rPr>
              <a:t>Use headings </a:t>
            </a:r>
            <a:r>
              <a:rPr lang="en-US" sz="2400" spc="-15" dirty="0">
                <a:latin typeface="Calibri"/>
                <a:cs typeface="Calibri"/>
              </a:rPr>
              <a:t>to communicate</a:t>
            </a:r>
            <a:r>
              <a:rPr lang="en-US" sz="2400" spc="-20" dirty="0">
                <a:latin typeface="Calibri"/>
                <a:cs typeface="Calibri"/>
              </a:rPr>
              <a:t> </a:t>
            </a:r>
            <a:r>
              <a:rPr lang="en-US" sz="2400" spc="-15" dirty="0">
                <a:latin typeface="Calibri"/>
                <a:cs typeface="Calibri"/>
              </a:rPr>
              <a:t>content</a:t>
            </a:r>
            <a:endParaRPr lang="en-US" sz="2400" dirty="0">
              <a:latin typeface="Calibri"/>
              <a:cs typeface="Calibri"/>
            </a:endParaRPr>
          </a:p>
          <a:p>
            <a:pPr marL="433705" indent="-343535">
              <a:lnSpc>
                <a:spcPct val="100000"/>
              </a:lnSpc>
              <a:spcBef>
                <a:spcPts val="705"/>
              </a:spcBef>
              <a:buFont typeface="Arial MT"/>
              <a:buChar char="•"/>
              <a:tabLst>
                <a:tab pos="433705" algn="l"/>
                <a:tab pos="434340" algn="l"/>
              </a:tabLst>
            </a:pPr>
            <a:r>
              <a:rPr lang="en-US" sz="2400" dirty="0">
                <a:latin typeface="Calibri"/>
                <a:cs typeface="Calibri"/>
              </a:rPr>
              <a:t>Be</a:t>
            </a:r>
            <a:r>
              <a:rPr lang="en-US" sz="2400" spc="-30" dirty="0">
                <a:latin typeface="Calibri"/>
                <a:cs typeface="Calibri"/>
              </a:rPr>
              <a:t> </a:t>
            </a:r>
            <a:r>
              <a:rPr lang="en-US" sz="2400" spc="-5" dirty="0">
                <a:latin typeface="Calibri"/>
                <a:cs typeface="Calibri"/>
              </a:rPr>
              <a:t>cautious</a:t>
            </a:r>
            <a:r>
              <a:rPr lang="en-US" sz="2400" spc="-30" dirty="0">
                <a:latin typeface="Calibri"/>
                <a:cs typeface="Calibri"/>
              </a:rPr>
              <a:t> </a:t>
            </a:r>
            <a:r>
              <a:rPr lang="en-US" sz="2400" dirty="0">
                <a:latin typeface="Calibri"/>
                <a:cs typeface="Calibri"/>
              </a:rPr>
              <a:t>with</a:t>
            </a:r>
            <a:r>
              <a:rPr lang="en-US" sz="2400" spc="-30" dirty="0">
                <a:latin typeface="Calibri"/>
                <a:cs typeface="Calibri"/>
              </a:rPr>
              <a:t> </a:t>
            </a:r>
            <a:r>
              <a:rPr lang="en-US" sz="2400" spc="-5" dirty="0">
                <a:latin typeface="Calibri"/>
                <a:cs typeface="Calibri"/>
              </a:rPr>
              <a:t>humor</a:t>
            </a:r>
            <a:endParaRPr lang="en-US" sz="2400" dirty="0">
              <a:latin typeface="Calibri"/>
              <a:cs typeface="Calibri"/>
            </a:endParaRPr>
          </a:p>
          <a:p>
            <a:endParaRPr lang="en-AU"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5" name="object 5"/>
          <p:cNvGrpSpPr/>
          <p:nvPr/>
        </p:nvGrpSpPr>
        <p:grpSpPr>
          <a:xfrm>
            <a:off x="2150364" y="1408175"/>
            <a:ext cx="3771900" cy="2307590"/>
            <a:chOff x="2150364" y="1408175"/>
            <a:chExt cx="3771900" cy="2307590"/>
          </a:xfrm>
        </p:grpSpPr>
        <p:pic>
          <p:nvPicPr>
            <p:cNvPr id="6" name="object 6"/>
            <p:cNvPicPr/>
            <p:nvPr/>
          </p:nvPicPr>
          <p:blipFill>
            <a:blip r:embed="rId2" cstate="print"/>
            <a:stretch>
              <a:fillRect/>
            </a:stretch>
          </p:blipFill>
          <p:spPr>
            <a:xfrm>
              <a:off x="2150364" y="1408175"/>
              <a:ext cx="3771900" cy="2307336"/>
            </a:xfrm>
            <a:prstGeom prst="rect">
              <a:avLst/>
            </a:prstGeom>
          </p:spPr>
        </p:pic>
        <p:pic>
          <p:nvPicPr>
            <p:cNvPr id="7" name="object 7"/>
            <p:cNvPicPr/>
            <p:nvPr/>
          </p:nvPicPr>
          <p:blipFill>
            <a:blip r:embed="rId3" cstate="print"/>
            <a:stretch>
              <a:fillRect/>
            </a:stretch>
          </p:blipFill>
          <p:spPr>
            <a:xfrm>
              <a:off x="2209800" y="1447799"/>
              <a:ext cx="3657600" cy="2194560"/>
            </a:xfrm>
            <a:prstGeom prst="rect">
              <a:avLst/>
            </a:prstGeom>
          </p:spPr>
        </p:pic>
      </p:grpSp>
      <p:sp>
        <p:nvSpPr>
          <p:cNvPr id="8" name="object 8"/>
          <p:cNvSpPr txBox="1">
            <a:spLocks noGrp="1"/>
          </p:cNvSpPr>
          <p:nvPr>
            <p:ph type="title"/>
          </p:nvPr>
        </p:nvSpPr>
        <p:spPr/>
        <p:txBody>
          <a:bodyPr/>
          <a:lstStyle/>
          <a:p>
            <a:r>
              <a:rPr lang="en-US" dirty="0">
                <a:solidFill>
                  <a:schemeClr val="bg1"/>
                </a:solidFill>
              </a:rPr>
              <a:t>Writing for the Web</a:t>
            </a:r>
          </a:p>
        </p:txBody>
      </p:sp>
      <p:grpSp>
        <p:nvGrpSpPr>
          <p:cNvPr id="9" name="object 9"/>
          <p:cNvGrpSpPr/>
          <p:nvPr/>
        </p:nvGrpSpPr>
        <p:grpSpPr>
          <a:xfrm>
            <a:off x="6173723" y="1408175"/>
            <a:ext cx="3770629" cy="2307590"/>
            <a:chOff x="6173723" y="1408175"/>
            <a:chExt cx="3770629" cy="2307590"/>
          </a:xfrm>
        </p:grpSpPr>
        <p:pic>
          <p:nvPicPr>
            <p:cNvPr id="10" name="object 10"/>
            <p:cNvPicPr/>
            <p:nvPr/>
          </p:nvPicPr>
          <p:blipFill>
            <a:blip r:embed="rId4" cstate="print"/>
            <a:stretch>
              <a:fillRect/>
            </a:stretch>
          </p:blipFill>
          <p:spPr>
            <a:xfrm>
              <a:off x="6173723" y="1408175"/>
              <a:ext cx="3770376" cy="2307336"/>
            </a:xfrm>
            <a:prstGeom prst="rect">
              <a:avLst/>
            </a:prstGeom>
          </p:spPr>
        </p:pic>
        <p:pic>
          <p:nvPicPr>
            <p:cNvPr id="11" name="object 11"/>
            <p:cNvPicPr/>
            <p:nvPr/>
          </p:nvPicPr>
          <p:blipFill>
            <a:blip r:embed="rId5" cstate="print"/>
            <a:stretch>
              <a:fillRect/>
            </a:stretch>
          </p:blipFill>
          <p:spPr>
            <a:xfrm>
              <a:off x="6233159" y="1447799"/>
              <a:ext cx="3656076" cy="2194560"/>
            </a:xfrm>
            <a:prstGeom prst="rect">
              <a:avLst/>
            </a:prstGeom>
          </p:spPr>
        </p:pic>
      </p:grpSp>
      <p:sp>
        <p:nvSpPr>
          <p:cNvPr id="12" name="object 12"/>
          <p:cNvSpPr txBox="1"/>
          <p:nvPr/>
        </p:nvSpPr>
        <p:spPr>
          <a:xfrm>
            <a:off x="6233159" y="1447800"/>
            <a:ext cx="3656329" cy="2194560"/>
          </a:xfrm>
          <a:prstGeom prst="rect">
            <a:avLst/>
          </a:prstGeom>
        </p:spPr>
        <p:txBody>
          <a:bodyPr vert="horz" wrap="square" lIns="0" tIns="6350" rIns="0" bIns="0" rtlCol="0">
            <a:spAutoFit/>
          </a:bodyPr>
          <a:lstStyle/>
          <a:p>
            <a:pPr>
              <a:lnSpc>
                <a:spcPct val="100000"/>
              </a:lnSpc>
              <a:spcBef>
                <a:spcPts val="50"/>
              </a:spcBef>
            </a:pPr>
            <a:endParaRPr sz="4700" dirty="0">
              <a:latin typeface="Times New Roman"/>
              <a:cs typeface="Times New Roman"/>
            </a:endParaRPr>
          </a:p>
          <a:p>
            <a:pPr marL="1905" algn="ctr">
              <a:lnSpc>
                <a:spcPct val="100000"/>
              </a:lnSpc>
            </a:pPr>
            <a:r>
              <a:rPr sz="4400" spc="-5" dirty="0">
                <a:solidFill>
                  <a:srgbClr val="FFFFFF"/>
                </a:solidFill>
                <a:latin typeface="Calibri"/>
                <a:cs typeface="Calibri"/>
              </a:rPr>
              <a:t>Scannability</a:t>
            </a:r>
            <a:endParaRPr sz="4400" dirty="0">
              <a:latin typeface="Calibri"/>
              <a:cs typeface="Calibri"/>
            </a:endParaRPr>
          </a:p>
        </p:txBody>
      </p:sp>
      <p:grpSp>
        <p:nvGrpSpPr>
          <p:cNvPr id="13" name="object 13"/>
          <p:cNvGrpSpPr/>
          <p:nvPr/>
        </p:nvGrpSpPr>
        <p:grpSpPr>
          <a:xfrm>
            <a:off x="4162044" y="3968496"/>
            <a:ext cx="3771900" cy="2307590"/>
            <a:chOff x="4162044" y="3968496"/>
            <a:chExt cx="3771900" cy="2307590"/>
          </a:xfrm>
        </p:grpSpPr>
        <p:pic>
          <p:nvPicPr>
            <p:cNvPr id="14" name="object 14"/>
            <p:cNvPicPr/>
            <p:nvPr/>
          </p:nvPicPr>
          <p:blipFill>
            <a:blip r:embed="rId2" cstate="print"/>
            <a:stretch>
              <a:fillRect/>
            </a:stretch>
          </p:blipFill>
          <p:spPr>
            <a:xfrm>
              <a:off x="4162044" y="3968496"/>
              <a:ext cx="3771900" cy="2307336"/>
            </a:xfrm>
            <a:prstGeom prst="rect">
              <a:avLst/>
            </a:prstGeom>
          </p:spPr>
        </p:pic>
        <p:pic>
          <p:nvPicPr>
            <p:cNvPr id="15" name="object 15"/>
            <p:cNvPicPr/>
            <p:nvPr/>
          </p:nvPicPr>
          <p:blipFill>
            <a:blip r:embed="rId6" cstate="print"/>
            <a:stretch>
              <a:fillRect/>
            </a:stretch>
          </p:blipFill>
          <p:spPr>
            <a:xfrm>
              <a:off x="4221480" y="4008120"/>
              <a:ext cx="3657600" cy="2194560"/>
            </a:xfrm>
            <a:prstGeom prst="rect">
              <a:avLst/>
            </a:prstGeom>
          </p:spPr>
        </p:pic>
      </p:grpSp>
      <p:sp>
        <p:nvSpPr>
          <p:cNvPr id="16" name="object 16"/>
          <p:cNvSpPr txBox="1"/>
          <p:nvPr/>
        </p:nvSpPr>
        <p:spPr>
          <a:xfrm>
            <a:off x="4221479" y="4008120"/>
            <a:ext cx="3657600" cy="2194560"/>
          </a:xfrm>
          <a:prstGeom prst="rect">
            <a:avLst/>
          </a:prstGeom>
        </p:spPr>
        <p:txBody>
          <a:bodyPr vert="horz" wrap="square" lIns="0" tIns="6350" rIns="0" bIns="0" rtlCol="0">
            <a:spAutoFit/>
          </a:bodyPr>
          <a:lstStyle/>
          <a:p>
            <a:pPr>
              <a:lnSpc>
                <a:spcPct val="100000"/>
              </a:lnSpc>
              <a:spcBef>
                <a:spcPts val="50"/>
              </a:spcBef>
            </a:pPr>
            <a:endParaRPr sz="4700">
              <a:latin typeface="Times New Roman"/>
              <a:cs typeface="Times New Roman"/>
            </a:endParaRPr>
          </a:p>
          <a:p>
            <a:pPr marL="387985">
              <a:lnSpc>
                <a:spcPct val="100000"/>
              </a:lnSpc>
              <a:spcBef>
                <a:spcPts val="5"/>
              </a:spcBef>
            </a:pPr>
            <a:r>
              <a:rPr sz="4400" spc="-25" dirty="0">
                <a:solidFill>
                  <a:srgbClr val="FFFFFF"/>
                </a:solidFill>
                <a:latin typeface="Calibri"/>
                <a:cs typeface="Calibri"/>
              </a:rPr>
              <a:t>Organization</a:t>
            </a:r>
            <a:endParaRPr sz="4400">
              <a:latin typeface="Calibri"/>
              <a:cs typeface="Calibri"/>
            </a:endParaRPr>
          </a:p>
        </p:txBody>
      </p:sp>
      <p:sp>
        <p:nvSpPr>
          <p:cNvPr id="22" name="TextBox 21">
            <a:extLst>
              <a:ext uri="{FF2B5EF4-FFF2-40B4-BE49-F238E27FC236}">
                <a16:creationId xmlns:a16="http://schemas.microsoft.com/office/drawing/2014/main" id="{1568A7C6-8050-4281-8977-DBC422B19798}"/>
              </a:ext>
            </a:extLst>
          </p:cNvPr>
          <p:cNvSpPr txBox="1"/>
          <p:nvPr/>
        </p:nvSpPr>
        <p:spPr>
          <a:xfrm>
            <a:off x="2514600" y="2006470"/>
            <a:ext cx="2895600" cy="1077218"/>
          </a:xfrm>
          <a:prstGeom prst="rect">
            <a:avLst/>
          </a:prstGeom>
          <a:noFill/>
        </p:spPr>
        <p:txBody>
          <a:bodyPr wrap="square">
            <a:spAutoFit/>
          </a:bodyPr>
          <a:lstStyle/>
          <a:p>
            <a:r>
              <a:rPr lang="en-US" sz="3200" dirty="0">
                <a:solidFill>
                  <a:schemeClr val="bg1"/>
                </a:solidFill>
              </a:rPr>
              <a:t>Accuracy and  Currency</a:t>
            </a:r>
            <a:endParaRPr lang="en-AU" sz="3200" dirty="0">
              <a:solidFill>
                <a:schemeClr val="bg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p:txBody>
          <a:bodyPr/>
          <a:lstStyle/>
          <a:p>
            <a:r>
              <a:rPr lang="en-US" dirty="0">
                <a:solidFill>
                  <a:schemeClr val="bg1"/>
                </a:solidFill>
              </a:rPr>
              <a:t>Accuracy and Currency</a:t>
            </a:r>
            <a:endParaRPr lang="en-US">
              <a:solidFill>
                <a:schemeClr val="bg1"/>
              </a:solidFill>
            </a:endParaRPr>
          </a:p>
        </p:txBody>
      </p:sp>
      <p:sp>
        <p:nvSpPr>
          <p:cNvPr id="6" name="Content Placeholder 5">
            <a:extLst>
              <a:ext uri="{FF2B5EF4-FFF2-40B4-BE49-F238E27FC236}">
                <a16:creationId xmlns:a16="http://schemas.microsoft.com/office/drawing/2014/main" id="{9AFFDEE4-6F7D-43D4-B9EB-1FB41B0B9305}"/>
              </a:ext>
            </a:extLst>
          </p:cNvPr>
          <p:cNvSpPr>
            <a:spLocks noGrp="1"/>
          </p:cNvSpPr>
          <p:nvPr>
            <p:ph idx="1"/>
          </p:nvPr>
        </p:nvSpPr>
        <p:spPr/>
        <p:txBody>
          <a:bodyPr/>
          <a:lstStyle/>
          <a:p>
            <a:pPr marL="776605" indent="-229235">
              <a:lnSpc>
                <a:spcPts val="2795"/>
              </a:lnSpc>
              <a:buFont typeface="Arial MT"/>
              <a:buChar char="•"/>
              <a:tabLst>
                <a:tab pos="777240" algn="l"/>
              </a:tabLst>
            </a:pPr>
            <a:r>
              <a:rPr lang="en-US" sz="2400" spc="-10" dirty="0">
                <a:latin typeface="Calibri"/>
                <a:cs typeface="Calibri"/>
              </a:rPr>
              <a:t>Confirm</a:t>
            </a:r>
            <a:r>
              <a:rPr lang="en-US" sz="2400" spc="-20" dirty="0">
                <a:latin typeface="Calibri"/>
                <a:cs typeface="Calibri"/>
              </a:rPr>
              <a:t> </a:t>
            </a:r>
            <a:r>
              <a:rPr lang="en-US" sz="2400" dirty="0">
                <a:latin typeface="Calibri"/>
                <a:cs typeface="Calibri"/>
              </a:rPr>
              <a:t>the</a:t>
            </a:r>
            <a:r>
              <a:rPr lang="en-US" sz="2400" spc="-10" dirty="0">
                <a:latin typeface="Calibri"/>
                <a:cs typeface="Calibri"/>
              </a:rPr>
              <a:t> accuracy</a:t>
            </a:r>
            <a:r>
              <a:rPr lang="en-US" sz="2400" spc="-25" dirty="0">
                <a:latin typeface="Calibri"/>
                <a:cs typeface="Calibri"/>
              </a:rPr>
              <a:t> </a:t>
            </a:r>
            <a:r>
              <a:rPr lang="en-US" sz="2400" spc="-5" dirty="0">
                <a:latin typeface="Calibri"/>
                <a:cs typeface="Calibri"/>
              </a:rPr>
              <a:t>of</a:t>
            </a:r>
            <a:r>
              <a:rPr lang="en-US" sz="2400" spc="-10" dirty="0">
                <a:latin typeface="Calibri"/>
                <a:cs typeface="Calibri"/>
              </a:rPr>
              <a:t> your</a:t>
            </a:r>
            <a:r>
              <a:rPr lang="en-US" sz="2400" spc="-20" dirty="0">
                <a:latin typeface="Calibri"/>
                <a:cs typeface="Calibri"/>
              </a:rPr>
              <a:t> </a:t>
            </a:r>
            <a:r>
              <a:rPr lang="en-US" sz="2400" spc="-5" dirty="0">
                <a:latin typeface="Calibri"/>
                <a:cs typeface="Calibri"/>
              </a:rPr>
              <a:t>material</a:t>
            </a:r>
            <a:r>
              <a:rPr lang="en-US" sz="2400" spc="-30" dirty="0">
                <a:latin typeface="Calibri"/>
                <a:cs typeface="Calibri"/>
              </a:rPr>
              <a:t> </a:t>
            </a:r>
            <a:r>
              <a:rPr lang="en-US" sz="2400" dirty="0">
                <a:latin typeface="Calibri"/>
                <a:cs typeface="Calibri"/>
              </a:rPr>
              <a:t>with</a:t>
            </a:r>
            <a:r>
              <a:rPr lang="en-US" sz="2400" spc="-15" dirty="0">
                <a:latin typeface="Calibri"/>
                <a:cs typeface="Calibri"/>
              </a:rPr>
              <a:t> </a:t>
            </a:r>
            <a:r>
              <a:rPr lang="en-US" sz="2400" dirty="0">
                <a:latin typeface="Calibri"/>
                <a:cs typeface="Calibri"/>
              </a:rPr>
              <a:t>a</a:t>
            </a:r>
            <a:r>
              <a:rPr lang="en-US" sz="2400" spc="-10" dirty="0">
                <a:latin typeface="Calibri"/>
                <a:cs typeface="Calibri"/>
              </a:rPr>
              <a:t> </a:t>
            </a:r>
            <a:r>
              <a:rPr lang="en-US" sz="2400" spc="-5" dirty="0">
                <a:latin typeface="Calibri"/>
                <a:cs typeface="Calibri"/>
              </a:rPr>
              <a:t>reliable </a:t>
            </a:r>
            <a:r>
              <a:rPr lang="en-US" sz="2400" spc="-10" dirty="0">
                <a:latin typeface="Calibri"/>
                <a:cs typeface="Calibri"/>
              </a:rPr>
              <a:t>source</a:t>
            </a:r>
            <a:endParaRPr lang="en-US" sz="2400" dirty="0">
              <a:latin typeface="Calibri"/>
              <a:cs typeface="Calibri"/>
            </a:endParaRPr>
          </a:p>
          <a:p>
            <a:pPr marL="776605" indent="-229235">
              <a:lnSpc>
                <a:spcPct val="100000"/>
              </a:lnSpc>
              <a:spcBef>
                <a:spcPts val="215"/>
              </a:spcBef>
              <a:buFont typeface="Arial MT"/>
              <a:buChar char="•"/>
              <a:tabLst>
                <a:tab pos="777240" algn="l"/>
              </a:tabLst>
            </a:pPr>
            <a:r>
              <a:rPr lang="en-US" sz="2400" spc="-20" dirty="0">
                <a:latin typeface="Calibri"/>
                <a:cs typeface="Calibri"/>
              </a:rPr>
              <a:t>Avoid</a:t>
            </a:r>
            <a:r>
              <a:rPr lang="en-US" sz="2400" spc="-15" dirty="0">
                <a:latin typeface="Calibri"/>
                <a:cs typeface="Calibri"/>
              </a:rPr>
              <a:t> </a:t>
            </a:r>
            <a:r>
              <a:rPr lang="en-US" sz="2400" spc="-5" dirty="0">
                <a:latin typeface="Calibri"/>
                <a:cs typeface="Calibri"/>
              </a:rPr>
              <a:t>spelling</a:t>
            </a:r>
            <a:r>
              <a:rPr lang="en-US" sz="2400" spc="-30" dirty="0">
                <a:latin typeface="Calibri"/>
                <a:cs typeface="Calibri"/>
              </a:rPr>
              <a:t> </a:t>
            </a:r>
            <a:r>
              <a:rPr lang="en-US" sz="2400" dirty="0">
                <a:latin typeface="Calibri"/>
                <a:cs typeface="Calibri"/>
              </a:rPr>
              <a:t>and</a:t>
            </a:r>
            <a:r>
              <a:rPr lang="en-US" sz="2400" spc="-5" dirty="0">
                <a:latin typeface="Calibri"/>
                <a:cs typeface="Calibri"/>
              </a:rPr>
              <a:t> </a:t>
            </a:r>
            <a:r>
              <a:rPr lang="en-US" sz="2400" spc="-10" dirty="0">
                <a:latin typeface="Calibri"/>
                <a:cs typeface="Calibri"/>
              </a:rPr>
              <a:t>grammar</a:t>
            </a:r>
            <a:r>
              <a:rPr lang="en-US" sz="2400" spc="-30" dirty="0">
                <a:latin typeface="Calibri"/>
                <a:cs typeface="Calibri"/>
              </a:rPr>
              <a:t> </a:t>
            </a:r>
            <a:r>
              <a:rPr lang="en-US" sz="2400" spc="-15" dirty="0">
                <a:latin typeface="Calibri"/>
                <a:cs typeface="Calibri"/>
              </a:rPr>
              <a:t>errors</a:t>
            </a:r>
            <a:endParaRPr lang="en-US" sz="2400" dirty="0">
              <a:latin typeface="Calibri"/>
              <a:cs typeface="Calibri"/>
            </a:endParaRPr>
          </a:p>
          <a:p>
            <a:pPr marL="776605" indent="-229235">
              <a:lnSpc>
                <a:spcPct val="100000"/>
              </a:lnSpc>
              <a:spcBef>
                <a:spcPts val="219"/>
              </a:spcBef>
              <a:buFont typeface="Arial MT"/>
              <a:buChar char="•"/>
              <a:tabLst>
                <a:tab pos="777240" algn="l"/>
              </a:tabLst>
            </a:pPr>
            <a:r>
              <a:rPr lang="en-US" sz="2400" spc="-15" dirty="0">
                <a:latin typeface="Calibri"/>
                <a:cs typeface="Calibri"/>
              </a:rPr>
              <a:t>Keep content</a:t>
            </a:r>
            <a:r>
              <a:rPr lang="en-US" sz="2400" spc="-30" dirty="0">
                <a:latin typeface="Calibri"/>
                <a:cs typeface="Calibri"/>
              </a:rPr>
              <a:t> </a:t>
            </a:r>
            <a:r>
              <a:rPr lang="en-US" sz="2400" spc="-10" dirty="0">
                <a:latin typeface="Calibri"/>
                <a:cs typeface="Calibri"/>
              </a:rPr>
              <a:t>current</a:t>
            </a:r>
            <a:endParaRPr lang="en-US" sz="2400" dirty="0">
              <a:latin typeface="Calibri"/>
              <a:cs typeface="Calibri"/>
            </a:endParaRPr>
          </a:p>
          <a:p>
            <a:pPr marL="776605" indent="-229235">
              <a:lnSpc>
                <a:spcPct val="100000"/>
              </a:lnSpc>
              <a:spcBef>
                <a:spcPts val="200"/>
              </a:spcBef>
              <a:buFont typeface="Arial MT"/>
              <a:buChar char="•"/>
              <a:tabLst>
                <a:tab pos="777240" algn="l"/>
              </a:tabLst>
            </a:pPr>
            <a:r>
              <a:rPr lang="en-US" sz="2400" spc="-10" dirty="0">
                <a:latin typeface="Calibri"/>
                <a:cs typeface="Calibri"/>
              </a:rPr>
              <a:t>Indicate </a:t>
            </a:r>
            <a:r>
              <a:rPr lang="en-US" sz="2400" dirty="0">
                <a:latin typeface="Calibri"/>
                <a:cs typeface="Calibri"/>
              </a:rPr>
              <a:t>the </a:t>
            </a:r>
            <a:r>
              <a:rPr lang="en-US" sz="2400" spc="-15" dirty="0">
                <a:latin typeface="Calibri"/>
                <a:cs typeface="Calibri"/>
              </a:rPr>
              <a:t>date</a:t>
            </a:r>
            <a:r>
              <a:rPr lang="en-US" sz="2400" spc="-10" dirty="0">
                <a:latin typeface="Calibri"/>
                <a:cs typeface="Calibri"/>
              </a:rPr>
              <a:t> </a:t>
            </a:r>
            <a:r>
              <a:rPr lang="en-US" sz="2400" dirty="0">
                <a:latin typeface="Calibri"/>
                <a:cs typeface="Calibri"/>
              </a:rPr>
              <a:t>and</a:t>
            </a:r>
            <a:r>
              <a:rPr lang="en-US" sz="2400" spc="-5" dirty="0">
                <a:latin typeface="Calibri"/>
                <a:cs typeface="Calibri"/>
              </a:rPr>
              <a:t> </a:t>
            </a:r>
            <a:r>
              <a:rPr lang="en-US" sz="2400" dirty="0">
                <a:latin typeface="Calibri"/>
                <a:cs typeface="Calibri"/>
              </a:rPr>
              <a:t>time</a:t>
            </a:r>
            <a:r>
              <a:rPr lang="en-US" sz="2400" spc="-10" dirty="0">
                <a:latin typeface="Calibri"/>
                <a:cs typeface="Calibri"/>
              </a:rPr>
              <a:t> </a:t>
            </a:r>
            <a:r>
              <a:rPr lang="en-US" sz="2400" spc="-5" dirty="0">
                <a:latin typeface="Calibri"/>
                <a:cs typeface="Calibri"/>
              </a:rPr>
              <a:t>of </a:t>
            </a:r>
            <a:r>
              <a:rPr lang="en-US" sz="2400" dirty="0">
                <a:latin typeface="Calibri"/>
                <a:cs typeface="Calibri"/>
              </a:rPr>
              <a:t>the</a:t>
            </a:r>
            <a:r>
              <a:rPr lang="en-US" sz="2400" spc="-10" dirty="0">
                <a:latin typeface="Calibri"/>
                <a:cs typeface="Calibri"/>
              </a:rPr>
              <a:t> last</a:t>
            </a:r>
            <a:r>
              <a:rPr lang="en-US" sz="2400" spc="-15" dirty="0">
                <a:latin typeface="Calibri"/>
                <a:cs typeface="Calibri"/>
              </a:rPr>
              <a:t> update</a:t>
            </a:r>
            <a:r>
              <a:rPr lang="en-US" sz="2400" dirty="0">
                <a:latin typeface="Calibri"/>
                <a:cs typeface="Calibri"/>
              </a:rPr>
              <a:t> </a:t>
            </a:r>
            <a:r>
              <a:rPr lang="en-US" sz="2400" spc="-15" dirty="0">
                <a:latin typeface="Calibri"/>
                <a:cs typeface="Calibri"/>
              </a:rPr>
              <a:t>to</a:t>
            </a:r>
            <a:r>
              <a:rPr lang="en-US" sz="2400" spc="-10" dirty="0">
                <a:latin typeface="Calibri"/>
                <a:cs typeface="Calibri"/>
              </a:rPr>
              <a:t> your</a:t>
            </a:r>
            <a:r>
              <a:rPr lang="en-US" sz="2400" spc="-20" dirty="0">
                <a:latin typeface="Calibri"/>
                <a:cs typeface="Calibri"/>
              </a:rPr>
              <a:t> </a:t>
            </a:r>
            <a:r>
              <a:rPr lang="en-US" sz="2400" spc="-15" dirty="0">
                <a:latin typeface="Calibri"/>
                <a:cs typeface="Calibri"/>
              </a:rPr>
              <a:t>website</a:t>
            </a:r>
            <a:endParaRPr lang="en-US" sz="2400" dirty="0">
              <a:latin typeface="Calibri"/>
              <a:cs typeface="Calibri"/>
            </a:endParaRPr>
          </a:p>
          <a:p>
            <a:endParaRPr lang="en-AU"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title"/>
          </p:nvPr>
        </p:nvSpPr>
        <p:spPr/>
        <p:txBody>
          <a:bodyPr/>
          <a:lstStyle/>
          <a:p>
            <a:r>
              <a:rPr lang="en-US" dirty="0">
                <a:solidFill>
                  <a:schemeClr val="bg1"/>
                </a:solidFill>
              </a:rPr>
              <a:t>Scannability</a:t>
            </a:r>
          </a:p>
        </p:txBody>
      </p:sp>
      <p:sp>
        <p:nvSpPr>
          <p:cNvPr id="10" name="Content Placeholder 9">
            <a:extLst>
              <a:ext uri="{FF2B5EF4-FFF2-40B4-BE49-F238E27FC236}">
                <a16:creationId xmlns:a16="http://schemas.microsoft.com/office/drawing/2014/main" id="{16B8374C-208B-47E2-8A0F-57227A8A5FCC}"/>
              </a:ext>
            </a:extLst>
          </p:cNvPr>
          <p:cNvSpPr>
            <a:spLocks noGrp="1"/>
          </p:cNvSpPr>
          <p:nvPr>
            <p:ph sz="half" idx="1"/>
          </p:nvPr>
        </p:nvSpPr>
        <p:spPr>
          <a:xfrm>
            <a:off x="381000" y="1295401"/>
            <a:ext cx="4724400" cy="4419600"/>
          </a:xfrm>
        </p:spPr>
        <p:txBody>
          <a:bodyPr>
            <a:normAutofit/>
          </a:bodyPr>
          <a:lstStyle/>
          <a:p>
            <a:pPr marL="319405" indent="-229235">
              <a:lnSpc>
                <a:spcPts val="3200"/>
              </a:lnSpc>
              <a:buFont typeface="Arial MT"/>
              <a:buChar char="•"/>
              <a:tabLst>
                <a:tab pos="320040" algn="l"/>
              </a:tabLst>
            </a:pPr>
            <a:r>
              <a:rPr lang="en-US" sz="2000" spc="-20" dirty="0">
                <a:latin typeface="Calibri"/>
                <a:cs typeface="Calibri"/>
              </a:rPr>
              <a:t>Chunked</a:t>
            </a:r>
            <a:r>
              <a:rPr lang="en-US" sz="2000" spc="20" dirty="0">
                <a:latin typeface="Calibri"/>
                <a:cs typeface="Calibri"/>
              </a:rPr>
              <a:t> </a:t>
            </a:r>
            <a:r>
              <a:rPr lang="en-US" sz="2000" spc="-20" dirty="0">
                <a:latin typeface="Calibri"/>
                <a:cs typeface="Calibri"/>
              </a:rPr>
              <a:t>text</a:t>
            </a:r>
            <a:r>
              <a:rPr lang="en-US" sz="2000" spc="-10" dirty="0">
                <a:latin typeface="Calibri"/>
                <a:cs typeface="Calibri"/>
              </a:rPr>
              <a:t> </a:t>
            </a:r>
            <a:r>
              <a:rPr lang="en-US" sz="2000" spc="-5" dirty="0">
                <a:latin typeface="Calibri"/>
                <a:cs typeface="Calibri"/>
              </a:rPr>
              <a:t>is</a:t>
            </a:r>
            <a:r>
              <a:rPr lang="en-US" sz="2000" dirty="0">
                <a:latin typeface="Calibri"/>
                <a:cs typeface="Calibri"/>
              </a:rPr>
              <a:t> </a:t>
            </a:r>
            <a:r>
              <a:rPr lang="en-US" sz="2000" spc="-5" dirty="0">
                <a:latin typeface="Calibri"/>
                <a:cs typeface="Calibri"/>
              </a:rPr>
              <a:t>easier </a:t>
            </a:r>
            <a:r>
              <a:rPr lang="en-US" sz="2000" spc="-20" dirty="0">
                <a:latin typeface="Calibri"/>
                <a:cs typeface="Calibri"/>
              </a:rPr>
              <a:t>to</a:t>
            </a:r>
            <a:r>
              <a:rPr lang="en-US" sz="2000" spc="-10" dirty="0">
                <a:latin typeface="Calibri"/>
                <a:cs typeface="Calibri"/>
              </a:rPr>
              <a:t> </a:t>
            </a:r>
            <a:r>
              <a:rPr lang="en-US" sz="2000" spc="-15" dirty="0">
                <a:latin typeface="Calibri"/>
                <a:cs typeface="Calibri"/>
              </a:rPr>
              <a:t>scan</a:t>
            </a:r>
            <a:endParaRPr lang="en-US" sz="2000" dirty="0">
              <a:latin typeface="Calibri"/>
              <a:cs typeface="Calibri"/>
            </a:endParaRPr>
          </a:p>
          <a:p>
            <a:pPr marL="776605" lvl="1" indent="-229235">
              <a:lnSpc>
                <a:spcPct val="100000"/>
              </a:lnSpc>
              <a:spcBef>
                <a:spcPts val="244"/>
              </a:spcBef>
              <a:buFont typeface="Arial MT"/>
              <a:buChar char="•"/>
              <a:tabLst>
                <a:tab pos="777240" algn="l"/>
              </a:tabLst>
            </a:pPr>
            <a:r>
              <a:rPr lang="en-US" sz="1800" spc="-5" dirty="0">
                <a:latin typeface="Calibri"/>
                <a:cs typeface="Calibri"/>
              </a:rPr>
              <a:t>Small</a:t>
            </a:r>
            <a:r>
              <a:rPr lang="en-US" sz="1800" spc="-65" dirty="0">
                <a:latin typeface="Calibri"/>
                <a:cs typeface="Calibri"/>
              </a:rPr>
              <a:t> </a:t>
            </a:r>
            <a:r>
              <a:rPr lang="en-US" sz="1800" spc="-5" dirty="0">
                <a:latin typeface="Calibri"/>
                <a:cs typeface="Calibri"/>
              </a:rPr>
              <a:t>sections</a:t>
            </a:r>
            <a:endParaRPr lang="en-US" sz="1800" dirty="0">
              <a:latin typeface="Calibri"/>
              <a:cs typeface="Calibri"/>
            </a:endParaRPr>
          </a:p>
          <a:p>
            <a:pPr marL="1233805" lvl="2" indent="-229235">
              <a:lnSpc>
                <a:spcPct val="100000"/>
              </a:lnSpc>
              <a:spcBef>
                <a:spcPts val="280"/>
              </a:spcBef>
              <a:buFont typeface="Arial MT"/>
              <a:buChar char="•"/>
              <a:tabLst>
                <a:tab pos="1233805" algn="l"/>
                <a:tab pos="1234440" algn="l"/>
              </a:tabLst>
            </a:pPr>
            <a:r>
              <a:rPr lang="en-US" sz="1600" spc="-5" dirty="0">
                <a:latin typeface="Calibri"/>
                <a:cs typeface="Calibri"/>
              </a:rPr>
              <a:t>Headings</a:t>
            </a:r>
            <a:endParaRPr lang="en-US" sz="1600" dirty="0">
              <a:latin typeface="Calibri"/>
              <a:cs typeface="Calibri"/>
            </a:endParaRPr>
          </a:p>
          <a:p>
            <a:pPr marL="1233805" lvl="2" indent="-229235">
              <a:lnSpc>
                <a:spcPct val="100000"/>
              </a:lnSpc>
              <a:spcBef>
                <a:spcPts val="265"/>
              </a:spcBef>
              <a:buFont typeface="Arial MT"/>
              <a:buChar char="•"/>
              <a:tabLst>
                <a:tab pos="1233805" algn="l"/>
                <a:tab pos="1234440" algn="l"/>
              </a:tabLst>
            </a:pPr>
            <a:r>
              <a:rPr lang="en-US" sz="1600" dirty="0">
                <a:latin typeface="Calibri"/>
                <a:cs typeface="Calibri"/>
              </a:rPr>
              <a:t>Subheadings</a:t>
            </a:r>
          </a:p>
          <a:p>
            <a:pPr marL="1233805" lvl="2" indent="-229235">
              <a:lnSpc>
                <a:spcPct val="100000"/>
              </a:lnSpc>
              <a:spcBef>
                <a:spcPts val="265"/>
              </a:spcBef>
              <a:buFont typeface="Arial MT"/>
              <a:buChar char="•"/>
              <a:tabLst>
                <a:tab pos="1233805" algn="l"/>
                <a:tab pos="1234440" algn="l"/>
              </a:tabLst>
            </a:pPr>
            <a:r>
              <a:rPr lang="en-US" sz="1600" spc="-5" dirty="0">
                <a:latin typeface="Calibri"/>
                <a:cs typeface="Calibri"/>
              </a:rPr>
              <a:t>Bulleted</a:t>
            </a:r>
            <a:r>
              <a:rPr lang="en-US" sz="1600" spc="-70" dirty="0">
                <a:latin typeface="Calibri"/>
                <a:cs typeface="Calibri"/>
              </a:rPr>
              <a:t> </a:t>
            </a:r>
            <a:r>
              <a:rPr lang="en-US" sz="1600" spc="-10" dirty="0">
                <a:latin typeface="Calibri"/>
                <a:cs typeface="Calibri"/>
              </a:rPr>
              <a:t>lists</a:t>
            </a:r>
          </a:p>
          <a:p>
            <a:pPr marL="319405" indent="-229235">
              <a:lnSpc>
                <a:spcPts val="3200"/>
              </a:lnSpc>
              <a:buFont typeface="Arial MT"/>
              <a:buChar char="•"/>
              <a:tabLst>
                <a:tab pos="320040" algn="l"/>
              </a:tabLst>
            </a:pPr>
            <a:r>
              <a:rPr lang="en-US" sz="1800" spc="-5" dirty="0">
                <a:latin typeface="Calibri"/>
                <a:cs typeface="Calibri"/>
              </a:rPr>
              <a:t>Use</a:t>
            </a:r>
            <a:r>
              <a:rPr lang="en-US" sz="1800" spc="-20" dirty="0">
                <a:latin typeface="Calibri"/>
                <a:cs typeface="Calibri"/>
              </a:rPr>
              <a:t> chunked</a:t>
            </a:r>
            <a:r>
              <a:rPr lang="en-US" sz="1800" spc="25" dirty="0">
                <a:latin typeface="Calibri"/>
                <a:cs typeface="Calibri"/>
              </a:rPr>
              <a:t> </a:t>
            </a:r>
            <a:r>
              <a:rPr lang="en-US" sz="1800" spc="-20" dirty="0">
                <a:latin typeface="Calibri"/>
                <a:cs typeface="Calibri"/>
              </a:rPr>
              <a:t>text</a:t>
            </a:r>
            <a:endParaRPr lang="en-US" sz="1800" dirty="0">
              <a:latin typeface="Calibri"/>
              <a:cs typeface="Calibri"/>
            </a:endParaRPr>
          </a:p>
          <a:p>
            <a:pPr marL="319405" indent="-229235">
              <a:lnSpc>
                <a:spcPct val="100000"/>
              </a:lnSpc>
              <a:spcBef>
                <a:spcPts val="670"/>
              </a:spcBef>
              <a:buFont typeface="Arial MT"/>
              <a:buChar char="•"/>
              <a:tabLst>
                <a:tab pos="320040" algn="l"/>
              </a:tabLst>
            </a:pPr>
            <a:r>
              <a:rPr lang="en-US" sz="1800" spc="-5" dirty="0">
                <a:latin typeface="Calibri"/>
                <a:cs typeface="Calibri"/>
              </a:rPr>
              <a:t>Begin</a:t>
            </a:r>
            <a:r>
              <a:rPr lang="en-US" sz="1800" spc="-20" dirty="0">
                <a:latin typeface="Calibri"/>
                <a:cs typeface="Calibri"/>
              </a:rPr>
              <a:t> </a:t>
            </a:r>
            <a:r>
              <a:rPr lang="en-US" sz="1800" spc="-5" dirty="0">
                <a:latin typeface="Calibri"/>
                <a:cs typeface="Calibri"/>
              </a:rPr>
              <a:t>long</a:t>
            </a:r>
            <a:r>
              <a:rPr lang="en-US" sz="1800" spc="5" dirty="0">
                <a:latin typeface="Calibri"/>
                <a:cs typeface="Calibri"/>
              </a:rPr>
              <a:t> </a:t>
            </a:r>
            <a:r>
              <a:rPr lang="en-US" sz="1800" spc="-15" dirty="0">
                <a:latin typeface="Calibri"/>
                <a:cs typeface="Calibri"/>
              </a:rPr>
              <a:t>paragraphs</a:t>
            </a:r>
            <a:r>
              <a:rPr lang="en-US" sz="1800" spc="10" dirty="0">
                <a:latin typeface="Calibri"/>
                <a:cs typeface="Calibri"/>
              </a:rPr>
              <a:t> </a:t>
            </a:r>
            <a:r>
              <a:rPr lang="en-US" sz="1800" spc="-5" dirty="0">
                <a:latin typeface="Calibri"/>
                <a:cs typeface="Calibri"/>
              </a:rPr>
              <a:t>with </a:t>
            </a:r>
            <a:r>
              <a:rPr lang="en-US" sz="1800" spc="-15" dirty="0">
                <a:latin typeface="Calibri"/>
                <a:cs typeface="Calibri"/>
              </a:rPr>
              <a:t>topic</a:t>
            </a:r>
            <a:r>
              <a:rPr lang="en-US" sz="1800" spc="15" dirty="0">
                <a:latin typeface="Calibri"/>
                <a:cs typeface="Calibri"/>
              </a:rPr>
              <a:t> </a:t>
            </a:r>
            <a:r>
              <a:rPr lang="en-US" sz="1800" spc="-10" dirty="0">
                <a:latin typeface="Calibri"/>
                <a:cs typeface="Calibri"/>
              </a:rPr>
              <a:t>sentences</a:t>
            </a:r>
            <a:endParaRPr lang="en-US" sz="1800" dirty="0">
              <a:latin typeface="Calibri"/>
              <a:cs typeface="Calibri"/>
            </a:endParaRPr>
          </a:p>
          <a:p>
            <a:pPr marL="319405" indent="-229235">
              <a:lnSpc>
                <a:spcPct val="100000"/>
              </a:lnSpc>
              <a:spcBef>
                <a:spcPts val="665"/>
              </a:spcBef>
              <a:buFont typeface="Arial MT"/>
              <a:buChar char="•"/>
              <a:tabLst>
                <a:tab pos="320040" algn="l"/>
              </a:tabLst>
            </a:pPr>
            <a:r>
              <a:rPr lang="en-US" sz="1800" spc="-20" dirty="0">
                <a:latin typeface="Calibri"/>
                <a:cs typeface="Calibri"/>
              </a:rPr>
              <a:t>Avoid</a:t>
            </a:r>
            <a:r>
              <a:rPr lang="en-US" sz="1800" spc="-10" dirty="0">
                <a:latin typeface="Calibri"/>
                <a:cs typeface="Calibri"/>
              </a:rPr>
              <a:t> </a:t>
            </a:r>
            <a:r>
              <a:rPr lang="en-US" sz="1800" spc="-15" dirty="0">
                <a:latin typeface="Calibri"/>
                <a:cs typeface="Calibri"/>
              </a:rPr>
              <a:t>colored</a:t>
            </a:r>
            <a:r>
              <a:rPr lang="en-US" sz="1800" dirty="0">
                <a:latin typeface="Calibri"/>
                <a:cs typeface="Calibri"/>
              </a:rPr>
              <a:t> </a:t>
            </a:r>
            <a:r>
              <a:rPr lang="en-US" sz="1800" spc="-20" dirty="0">
                <a:latin typeface="Calibri"/>
                <a:cs typeface="Calibri"/>
              </a:rPr>
              <a:t>text</a:t>
            </a:r>
            <a:r>
              <a:rPr lang="en-US" sz="1800" spc="-10" dirty="0">
                <a:latin typeface="Calibri"/>
                <a:cs typeface="Calibri"/>
              </a:rPr>
              <a:t> </a:t>
            </a:r>
            <a:r>
              <a:rPr lang="en-US" sz="1800" spc="-5" dirty="0">
                <a:latin typeface="Calibri"/>
                <a:cs typeface="Calibri"/>
              </a:rPr>
              <a:t>or</a:t>
            </a:r>
            <a:r>
              <a:rPr lang="en-US" sz="1800" spc="-10" dirty="0">
                <a:latin typeface="Calibri"/>
                <a:cs typeface="Calibri"/>
              </a:rPr>
              <a:t> underline</a:t>
            </a:r>
            <a:r>
              <a:rPr lang="en-US" sz="1800" spc="35" dirty="0">
                <a:latin typeface="Calibri"/>
                <a:cs typeface="Calibri"/>
              </a:rPr>
              <a:t> </a:t>
            </a:r>
            <a:r>
              <a:rPr lang="en-US" sz="1800" spc="-25" dirty="0">
                <a:latin typeface="Calibri"/>
                <a:cs typeface="Calibri"/>
              </a:rPr>
              <a:t>for</a:t>
            </a:r>
            <a:r>
              <a:rPr lang="en-US" sz="1800" spc="-10" dirty="0">
                <a:latin typeface="Calibri"/>
                <a:cs typeface="Calibri"/>
              </a:rPr>
              <a:t> </a:t>
            </a:r>
            <a:r>
              <a:rPr lang="en-US" sz="1800" spc="-5" dirty="0">
                <a:latin typeface="Calibri"/>
                <a:cs typeface="Calibri"/>
              </a:rPr>
              <a:t>emphasis</a:t>
            </a:r>
            <a:endParaRPr lang="en-US" sz="1800" dirty="0">
              <a:latin typeface="Calibri"/>
              <a:cs typeface="Calibri"/>
            </a:endParaRPr>
          </a:p>
          <a:p>
            <a:pPr marL="319405" indent="-229235">
              <a:lnSpc>
                <a:spcPct val="100000"/>
              </a:lnSpc>
              <a:spcBef>
                <a:spcPts val="655"/>
              </a:spcBef>
              <a:buFont typeface="Arial MT"/>
              <a:buChar char="•"/>
              <a:tabLst>
                <a:tab pos="320040" algn="l"/>
              </a:tabLst>
            </a:pPr>
            <a:r>
              <a:rPr lang="en-US" sz="1800" spc="-20" dirty="0">
                <a:latin typeface="Calibri"/>
                <a:cs typeface="Calibri"/>
              </a:rPr>
              <a:t>Avoid</a:t>
            </a:r>
            <a:r>
              <a:rPr lang="en-US" sz="1800" dirty="0">
                <a:latin typeface="Calibri"/>
                <a:cs typeface="Calibri"/>
              </a:rPr>
              <a:t> </a:t>
            </a:r>
            <a:r>
              <a:rPr lang="en-US" sz="1800" spc="-10" dirty="0">
                <a:latin typeface="Calibri"/>
                <a:cs typeface="Calibri"/>
              </a:rPr>
              <a:t>using</a:t>
            </a:r>
            <a:r>
              <a:rPr lang="en-US" sz="1800" spc="20" dirty="0">
                <a:latin typeface="Calibri"/>
                <a:cs typeface="Calibri"/>
              </a:rPr>
              <a:t> </a:t>
            </a:r>
            <a:r>
              <a:rPr lang="en-US" sz="1800" spc="-10" dirty="0">
                <a:latin typeface="Calibri"/>
                <a:cs typeface="Calibri"/>
              </a:rPr>
              <a:t>only</a:t>
            </a:r>
            <a:r>
              <a:rPr lang="en-US" sz="1800" spc="20" dirty="0">
                <a:latin typeface="Calibri"/>
                <a:cs typeface="Calibri"/>
              </a:rPr>
              <a:t> </a:t>
            </a:r>
            <a:r>
              <a:rPr lang="en-US" sz="1800" spc="-15" dirty="0">
                <a:latin typeface="Calibri"/>
                <a:cs typeface="Calibri"/>
              </a:rPr>
              <a:t>uppercase</a:t>
            </a:r>
            <a:r>
              <a:rPr lang="en-US" sz="1800" spc="25" dirty="0">
                <a:latin typeface="Calibri"/>
                <a:cs typeface="Calibri"/>
              </a:rPr>
              <a:t> </a:t>
            </a:r>
            <a:r>
              <a:rPr lang="en-US" sz="1800" spc="-20" dirty="0">
                <a:latin typeface="Calibri"/>
                <a:cs typeface="Calibri"/>
              </a:rPr>
              <a:t>characters</a:t>
            </a:r>
            <a:endParaRPr lang="en-US" sz="1800" dirty="0">
              <a:latin typeface="Calibri"/>
              <a:cs typeface="Calibri"/>
            </a:endParaRPr>
          </a:p>
          <a:p>
            <a:pPr marL="319405" indent="-229235">
              <a:lnSpc>
                <a:spcPct val="100000"/>
              </a:lnSpc>
              <a:spcBef>
                <a:spcPts val="265"/>
              </a:spcBef>
              <a:buFont typeface="Arial MT"/>
              <a:buChar char="•"/>
              <a:tabLst>
                <a:tab pos="1233805" algn="l"/>
                <a:tab pos="1234440" algn="l"/>
              </a:tabLst>
            </a:pPr>
            <a:endParaRPr lang="en-AU" sz="1800" dirty="0"/>
          </a:p>
        </p:txBody>
      </p:sp>
      <p:pic>
        <p:nvPicPr>
          <p:cNvPr id="11" name="object 6">
            <a:extLst>
              <a:ext uri="{FF2B5EF4-FFF2-40B4-BE49-F238E27FC236}">
                <a16:creationId xmlns:a16="http://schemas.microsoft.com/office/drawing/2014/main" id="{6383E683-2B89-4D15-8032-63B17843E155}"/>
              </a:ext>
            </a:extLst>
          </p:cNvPr>
          <p:cNvPicPr/>
          <p:nvPr/>
        </p:nvPicPr>
        <p:blipFill>
          <a:blip r:embed="rId2" cstate="print"/>
          <a:stretch>
            <a:fillRect/>
          </a:stretch>
        </p:blipFill>
        <p:spPr>
          <a:xfrm>
            <a:off x="4953000" y="2209800"/>
            <a:ext cx="7161276" cy="31242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p:txBody>
          <a:bodyPr/>
          <a:lstStyle/>
          <a:p>
            <a:r>
              <a:rPr lang="en-US" dirty="0">
                <a:solidFill>
                  <a:schemeClr val="bg1"/>
                </a:solidFill>
              </a:rPr>
              <a:t>Organization</a:t>
            </a:r>
          </a:p>
        </p:txBody>
      </p:sp>
      <p:sp>
        <p:nvSpPr>
          <p:cNvPr id="6" name="Content Placeholder 5">
            <a:extLst>
              <a:ext uri="{FF2B5EF4-FFF2-40B4-BE49-F238E27FC236}">
                <a16:creationId xmlns:a16="http://schemas.microsoft.com/office/drawing/2014/main" id="{906BE151-4063-4855-8BA3-37CEA46D3E75}"/>
              </a:ext>
            </a:extLst>
          </p:cNvPr>
          <p:cNvSpPr>
            <a:spLocks noGrp="1"/>
          </p:cNvSpPr>
          <p:nvPr>
            <p:ph sz="half" idx="1"/>
          </p:nvPr>
        </p:nvSpPr>
        <p:spPr/>
        <p:txBody>
          <a:bodyPr/>
          <a:lstStyle/>
          <a:p>
            <a:pPr marL="319405" indent="-229235">
              <a:lnSpc>
                <a:spcPts val="3200"/>
              </a:lnSpc>
              <a:buFont typeface="Arial MT"/>
              <a:buChar char="•"/>
              <a:tabLst>
                <a:tab pos="320040" algn="l"/>
              </a:tabLst>
            </a:pPr>
            <a:r>
              <a:rPr lang="en-US" sz="2800" spc="-20" dirty="0">
                <a:latin typeface="Calibri"/>
                <a:cs typeface="Calibri"/>
              </a:rPr>
              <a:t>Inverted</a:t>
            </a:r>
            <a:r>
              <a:rPr lang="en-US" sz="2800" spc="-15" dirty="0">
                <a:latin typeface="Calibri"/>
                <a:cs typeface="Calibri"/>
              </a:rPr>
              <a:t> pyramid</a:t>
            </a:r>
            <a:r>
              <a:rPr lang="en-US" sz="2800" spc="10" dirty="0">
                <a:latin typeface="Calibri"/>
                <a:cs typeface="Calibri"/>
              </a:rPr>
              <a:t> </a:t>
            </a:r>
            <a:r>
              <a:rPr lang="en-US" sz="2800" spc="-15" dirty="0">
                <a:latin typeface="Calibri"/>
                <a:cs typeface="Calibri"/>
              </a:rPr>
              <a:t>style</a:t>
            </a:r>
            <a:endParaRPr lang="en-US" sz="2800" dirty="0">
              <a:latin typeface="Calibri"/>
              <a:cs typeface="Calibri"/>
            </a:endParaRPr>
          </a:p>
          <a:p>
            <a:pPr marL="776605" lvl="1" indent="-229235">
              <a:lnSpc>
                <a:spcPct val="100000"/>
              </a:lnSpc>
              <a:spcBef>
                <a:spcPts val="244"/>
              </a:spcBef>
              <a:buFont typeface="Arial MT"/>
              <a:buChar char="•"/>
              <a:tabLst>
                <a:tab pos="777240" algn="l"/>
              </a:tabLst>
            </a:pPr>
            <a:r>
              <a:rPr lang="en-US" sz="2400" spc="-5" dirty="0">
                <a:latin typeface="Calibri"/>
                <a:cs typeface="Calibri"/>
              </a:rPr>
              <a:t>Summary</a:t>
            </a:r>
            <a:endParaRPr lang="en-US" sz="2400" dirty="0">
              <a:latin typeface="Calibri"/>
              <a:cs typeface="Calibri"/>
            </a:endParaRPr>
          </a:p>
          <a:p>
            <a:pPr marL="776605" lvl="1" indent="-229235">
              <a:lnSpc>
                <a:spcPct val="100000"/>
              </a:lnSpc>
              <a:spcBef>
                <a:spcPts val="215"/>
              </a:spcBef>
              <a:buFont typeface="Arial MT"/>
              <a:buChar char="•"/>
              <a:tabLst>
                <a:tab pos="777240" algn="l"/>
              </a:tabLst>
            </a:pPr>
            <a:r>
              <a:rPr lang="en-US" sz="2400" spc="-10" dirty="0">
                <a:latin typeface="Calibri"/>
                <a:cs typeface="Calibri"/>
              </a:rPr>
              <a:t>Details</a:t>
            </a:r>
            <a:endParaRPr lang="en-US" sz="2400" dirty="0">
              <a:latin typeface="Calibri"/>
              <a:cs typeface="Calibri"/>
            </a:endParaRPr>
          </a:p>
          <a:p>
            <a:pPr marL="776605" lvl="1" indent="-229235">
              <a:lnSpc>
                <a:spcPct val="100000"/>
              </a:lnSpc>
              <a:spcBef>
                <a:spcPts val="204"/>
              </a:spcBef>
              <a:buFont typeface="Arial MT"/>
              <a:buChar char="•"/>
              <a:tabLst>
                <a:tab pos="777240" algn="l"/>
              </a:tabLst>
            </a:pPr>
            <a:r>
              <a:rPr lang="en-US" sz="2400" spc="-5" dirty="0">
                <a:latin typeface="Calibri"/>
                <a:cs typeface="Calibri"/>
              </a:rPr>
              <a:t>Background</a:t>
            </a:r>
            <a:r>
              <a:rPr lang="en-US" sz="2400" spc="-70" dirty="0">
                <a:latin typeface="Calibri"/>
                <a:cs typeface="Calibri"/>
              </a:rPr>
              <a:t> </a:t>
            </a:r>
            <a:r>
              <a:rPr lang="en-US" sz="2400" spc="-10" dirty="0">
                <a:latin typeface="Calibri"/>
                <a:cs typeface="Calibri"/>
              </a:rPr>
              <a:t>information</a:t>
            </a:r>
            <a:endParaRPr lang="en-US" sz="2400" dirty="0">
              <a:latin typeface="Calibri"/>
              <a:cs typeface="Calibri"/>
            </a:endParaRPr>
          </a:p>
          <a:p>
            <a:endParaRPr lang="en-AU" dirty="0"/>
          </a:p>
        </p:txBody>
      </p:sp>
      <p:pic>
        <p:nvPicPr>
          <p:cNvPr id="8" name="object 4">
            <a:extLst>
              <a:ext uri="{FF2B5EF4-FFF2-40B4-BE49-F238E27FC236}">
                <a16:creationId xmlns:a16="http://schemas.microsoft.com/office/drawing/2014/main" id="{3245F864-DE1C-417D-85CD-3F19DFD37BAF}"/>
              </a:ext>
            </a:extLst>
          </p:cNvPr>
          <p:cNvPicPr>
            <a:picLocks noGrp="1"/>
          </p:cNvPicPr>
          <p:nvPr>
            <p:ph sz="half" idx="2"/>
          </p:nvPr>
        </p:nvPicPr>
        <p:blipFill>
          <a:blip r:embed="rId2" cstate="print"/>
          <a:stretch>
            <a:fillRect/>
          </a:stretch>
        </p:blipFill>
        <p:spPr>
          <a:xfrm>
            <a:off x="7399827" y="1524000"/>
            <a:ext cx="2726345" cy="465296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3346830" y="492253"/>
            <a:ext cx="5160010" cy="514350"/>
          </a:xfrm>
          <a:prstGeom prst="rect">
            <a:avLst/>
          </a:prstGeom>
        </p:spPr>
        <p:txBody>
          <a:bodyPr vert="horz" wrap="square" lIns="0" tIns="13335" rIns="0" bIns="0" rtlCol="0">
            <a:spAutoFit/>
          </a:bodyPr>
          <a:lstStyle/>
          <a:p>
            <a:pPr marL="12700">
              <a:lnSpc>
                <a:spcPct val="100000"/>
              </a:lnSpc>
              <a:spcBef>
                <a:spcPts val="105"/>
              </a:spcBef>
            </a:pPr>
            <a:r>
              <a:rPr sz="3200" spc="5" dirty="0">
                <a:solidFill>
                  <a:schemeClr val="bg1"/>
                </a:solidFill>
              </a:rPr>
              <a:t>Web</a:t>
            </a:r>
            <a:r>
              <a:rPr sz="3200" spc="-30" dirty="0">
                <a:solidFill>
                  <a:schemeClr val="bg1"/>
                </a:solidFill>
              </a:rPr>
              <a:t> </a:t>
            </a:r>
            <a:r>
              <a:rPr sz="3200" dirty="0">
                <a:solidFill>
                  <a:schemeClr val="bg1"/>
                </a:solidFill>
              </a:rPr>
              <a:t>Publishing</a:t>
            </a:r>
            <a:r>
              <a:rPr sz="3200" spc="-55" dirty="0">
                <a:solidFill>
                  <a:schemeClr val="bg1"/>
                </a:solidFill>
              </a:rPr>
              <a:t> </a:t>
            </a:r>
            <a:r>
              <a:rPr sz="3200" dirty="0">
                <a:solidFill>
                  <a:schemeClr val="bg1"/>
                </a:solidFill>
              </a:rPr>
              <a:t>Issues</a:t>
            </a:r>
          </a:p>
        </p:txBody>
      </p:sp>
      <p:grpSp>
        <p:nvGrpSpPr>
          <p:cNvPr id="4" name="object 4"/>
          <p:cNvGrpSpPr/>
          <p:nvPr/>
        </p:nvGrpSpPr>
        <p:grpSpPr>
          <a:xfrm>
            <a:off x="2209800" y="1499616"/>
            <a:ext cx="3771900" cy="2307590"/>
            <a:chOff x="2209800" y="1499616"/>
            <a:chExt cx="3771900" cy="2307590"/>
          </a:xfrm>
        </p:grpSpPr>
        <p:pic>
          <p:nvPicPr>
            <p:cNvPr id="5" name="object 5"/>
            <p:cNvPicPr/>
            <p:nvPr/>
          </p:nvPicPr>
          <p:blipFill>
            <a:blip r:embed="rId2" cstate="print"/>
            <a:stretch>
              <a:fillRect/>
            </a:stretch>
          </p:blipFill>
          <p:spPr>
            <a:xfrm>
              <a:off x="2209800" y="1499616"/>
              <a:ext cx="3771900" cy="2307336"/>
            </a:xfrm>
            <a:prstGeom prst="rect">
              <a:avLst/>
            </a:prstGeom>
          </p:spPr>
        </p:pic>
        <p:pic>
          <p:nvPicPr>
            <p:cNvPr id="6" name="object 6"/>
            <p:cNvPicPr/>
            <p:nvPr/>
          </p:nvPicPr>
          <p:blipFill>
            <a:blip r:embed="rId3" cstate="print"/>
            <a:stretch>
              <a:fillRect/>
            </a:stretch>
          </p:blipFill>
          <p:spPr>
            <a:xfrm>
              <a:off x="2269235" y="1539240"/>
              <a:ext cx="3657600" cy="2194560"/>
            </a:xfrm>
            <a:prstGeom prst="rect">
              <a:avLst/>
            </a:prstGeom>
          </p:spPr>
        </p:pic>
      </p:grpSp>
      <p:sp>
        <p:nvSpPr>
          <p:cNvPr id="7" name="object 7"/>
          <p:cNvSpPr txBox="1"/>
          <p:nvPr/>
        </p:nvSpPr>
        <p:spPr>
          <a:xfrm>
            <a:off x="2269235" y="1539239"/>
            <a:ext cx="3657600" cy="2194560"/>
          </a:xfrm>
          <a:prstGeom prst="rect">
            <a:avLst/>
          </a:prstGeom>
        </p:spPr>
        <p:txBody>
          <a:bodyPr vert="horz" wrap="square" lIns="0" tIns="5715" rIns="0" bIns="0" rtlCol="0">
            <a:spAutoFit/>
          </a:bodyPr>
          <a:lstStyle/>
          <a:p>
            <a:pPr>
              <a:lnSpc>
                <a:spcPct val="100000"/>
              </a:lnSpc>
              <a:spcBef>
                <a:spcPts val="45"/>
              </a:spcBef>
            </a:pPr>
            <a:endParaRPr sz="4700">
              <a:latin typeface="Times New Roman"/>
              <a:cs typeface="Times New Roman"/>
            </a:endParaRPr>
          </a:p>
          <a:p>
            <a:pPr marL="786765">
              <a:lnSpc>
                <a:spcPct val="100000"/>
              </a:lnSpc>
            </a:pPr>
            <a:r>
              <a:rPr sz="4400" spc="-50" dirty="0">
                <a:solidFill>
                  <a:srgbClr val="FFFFFF"/>
                </a:solidFill>
                <a:latin typeface="Calibri"/>
                <a:cs typeface="Calibri"/>
              </a:rPr>
              <a:t>Technical</a:t>
            </a:r>
            <a:endParaRPr sz="4400">
              <a:latin typeface="Calibri"/>
              <a:cs typeface="Calibri"/>
            </a:endParaRPr>
          </a:p>
        </p:txBody>
      </p:sp>
      <p:grpSp>
        <p:nvGrpSpPr>
          <p:cNvPr id="8" name="object 8"/>
          <p:cNvGrpSpPr/>
          <p:nvPr/>
        </p:nvGrpSpPr>
        <p:grpSpPr>
          <a:xfrm>
            <a:off x="6233159" y="1499616"/>
            <a:ext cx="3770629" cy="2307590"/>
            <a:chOff x="6233159" y="1499616"/>
            <a:chExt cx="3770629" cy="2307590"/>
          </a:xfrm>
        </p:grpSpPr>
        <p:pic>
          <p:nvPicPr>
            <p:cNvPr id="9" name="object 9"/>
            <p:cNvPicPr/>
            <p:nvPr/>
          </p:nvPicPr>
          <p:blipFill>
            <a:blip r:embed="rId4" cstate="print"/>
            <a:stretch>
              <a:fillRect/>
            </a:stretch>
          </p:blipFill>
          <p:spPr>
            <a:xfrm>
              <a:off x="6233159" y="1499616"/>
              <a:ext cx="3770376" cy="2307336"/>
            </a:xfrm>
            <a:prstGeom prst="rect">
              <a:avLst/>
            </a:prstGeom>
          </p:spPr>
        </p:pic>
        <p:pic>
          <p:nvPicPr>
            <p:cNvPr id="10" name="object 10"/>
            <p:cNvPicPr/>
            <p:nvPr/>
          </p:nvPicPr>
          <p:blipFill>
            <a:blip r:embed="rId5" cstate="print"/>
            <a:stretch>
              <a:fillRect/>
            </a:stretch>
          </p:blipFill>
          <p:spPr>
            <a:xfrm>
              <a:off x="6292595" y="1539240"/>
              <a:ext cx="3656076" cy="2194560"/>
            </a:xfrm>
            <a:prstGeom prst="rect">
              <a:avLst/>
            </a:prstGeom>
          </p:spPr>
        </p:pic>
      </p:grpSp>
      <p:sp>
        <p:nvSpPr>
          <p:cNvPr id="11" name="object 11"/>
          <p:cNvSpPr txBox="1"/>
          <p:nvPr/>
        </p:nvSpPr>
        <p:spPr>
          <a:xfrm>
            <a:off x="6292596" y="1539239"/>
            <a:ext cx="3656329" cy="2194560"/>
          </a:xfrm>
          <a:prstGeom prst="rect">
            <a:avLst/>
          </a:prstGeom>
        </p:spPr>
        <p:txBody>
          <a:bodyPr vert="horz" wrap="square" lIns="0" tIns="466725" rIns="0" bIns="0" rtlCol="0">
            <a:spAutoFit/>
          </a:bodyPr>
          <a:lstStyle/>
          <a:p>
            <a:pPr marL="1020444" marR="748030" indent="-265430">
              <a:lnSpc>
                <a:spcPts val="4750"/>
              </a:lnSpc>
              <a:spcBef>
                <a:spcPts val="3675"/>
              </a:spcBef>
            </a:pPr>
            <a:r>
              <a:rPr sz="4400" spc="-20" dirty="0">
                <a:solidFill>
                  <a:srgbClr val="FFFFFF"/>
                </a:solidFill>
                <a:latin typeface="Calibri"/>
                <a:cs typeface="Calibri"/>
              </a:rPr>
              <a:t>Legal</a:t>
            </a:r>
            <a:r>
              <a:rPr sz="4400" spc="-75" dirty="0">
                <a:solidFill>
                  <a:srgbClr val="FFFFFF"/>
                </a:solidFill>
                <a:latin typeface="Calibri"/>
                <a:cs typeface="Calibri"/>
              </a:rPr>
              <a:t> </a:t>
            </a:r>
            <a:r>
              <a:rPr sz="4400" dirty="0">
                <a:solidFill>
                  <a:srgbClr val="FFFFFF"/>
                </a:solidFill>
                <a:latin typeface="Calibri"/>
                <a:cs typeface="Calibri"/>
              </a:rPr>
              <a:t>and </a:t>
            </a:r>
            <a:r>
              <a:rPr sz="4400" spc="-980" dirty="0">
                <a:solidFill>
                  <a:srgbClr val="FFFFFF"/>
                </a:solidFill>
                <a:latin typeface="Calibri"/>
                <a:cs typeface="Calibri"/>
              </a:rPr>
              <a:t> </a:t>
            </a:r>
            <a:r>
              <a:rPr sz="4400" spc="-10" dirty="0">
                <a:solidFill>
                  <a:srgbClr val="FFFFFF"/>
                </a:solidFill>
                <a:latin typeface="Calibri"/>
                <a:cs typeface="Calibri"/>
              </a:rPr>
              <a:t>Privacy</a:t>
            </a:r>
            <a:endParaRPr sz="4400">
              <a:latin typeface="Calibri"/>
              <a:cs typeface="Calibri"/>
            </a:endParaRPr>
          </a:p>
        </p:txBody>
      </p:sp>
      <p:grpSp>
        <p:nvGrpSpPr>
          <p:cNvPr id="12" name="object 12"/>
          <p:cNvGrpSpPr/>
          <p:nvPr/>
        </p:nvGrpSpPr>
        <p:grpSpPr>
          <a:xfrm>
            <a:off x="4221479" y="4059935"/>
            <a:ext cx="3771900" cy="2306320"/>
            <a:chOff x="4221479" y="4059935"/>
            <a:chExt cx="3771900" cy="2306320"/>
          </a:xfrm>
        </p:grpSpPr>
        <p:pic>
          <p:nvPicPr>
            <p:cNvPr id="13" name="object 13"/>
            <p:cNvPicPr/>
            <p:nvPr/>
          </p:nvPicPr>
          <p:blipFill>
            <a:blip r:embed="rId6" cstate="print"/>
            <a:stretch>
              <a:fillRect/>
            </a:stretch>
          </p:blipFill>
          <p:spPr>
            <a:xfrm>
              <a:off x="4221479" y="4059935"/>
              <a:ext cx="3771900" cy="2305812"/>
            </a:xfrm>
            <a:prstGeom prst="rect">
              <a:avLst/>
            </a:prstGeom>
          </p:spPr>
        </p:pic>
        <p:pic>
          <p:nvPicPr>
            <p:cNvPr id="14" name="object 14"/>
            <p:cNvPicPr/>
            <p:nvPr/>
          </p:nvPicPr>
          <p:blipFill>
            <a:blip r:embed="rId7" cstate="print"/>
            <a:stretch>
              <a:fillRect/>
            </a:stretch>
          </p:blipFill>
          <p:spPr>
            <a:xfrm>
              <a:off x="4280915" y="4099559"/>
              <a:ext cx="3657599" cy="2193036"/>
            </a:xfrm>
            <a:prstGeom prst="rect">
              <a:avLst/>
            </a:prstGeom>
          </p:spPr>
        </p:pic>
      </p:grpSp>
      <p:sp>
        <p:nvSpPr>
          <p:cNvPr id="15" name="object 15"/>
          <p:cNvSpPr txBox="1"/>
          <p:nvPr/>
        </p:nvSpPr>
        <p:spPr>
          <a:xfrm>
            <a:off x="4280915" y="4099559"/>
            <a:ext cx="3657600" cy="2193290"/>
          </a:xfrm>
          <a:prstGeom prst="rect">
            <a:avLst/>
          </a:prstGeom>
        </p:spPr>
        <p:txBody>
          <a:bodyPr vert="horz" wrap="square" lIns="0" tIns="466725" rIns="0" bIns="0" rtlCol="0">
            <a:spAutoFit/>
          </a:bodyPr>
          <a:lstStyle/>
          <a:p>
            <a:pPr marL="353695" marR="346710" indent="93980">
              <a:lnSpc>
                <a:spcPts val="4750"/>
              </a:lnSpc>
              <a:spcBef>
                <a:spcPts val="3675"/>
              </a:spcBef>
            </a:pPr>
            <a:r>
              <a:rPr sz="4400" dirty="0">
                <a:solidFill>
                  <a:srgbClr val="FFFFFF"/>
                </a:solidFill>
                <a:latin typeface="Calibri"/>
                <a:cs typeface="Calibri"/>
              </a:rPr>
              <a:t>Accessibility </a:t>
            </a:r>
            <a:r>
              <a:rPr sz="4400" spc="-980" dirty="0">
                <a:solidFill>
                  <a:srgbClr val="FFFFFF"/>
                </a:solidFill>
                <a:latin typeface="Calibri"/>
                <a:cs typeface="Calibri"/>
              </a:rPr>
              <a:t> </a:t>
            </a:r>
            <a:r>
              <a:rPr sz="4400" dirty="0">
                <a:solidFill>
                  <a:srgbClr val="FFFFFF"/>
                </a:solidFill>
                <a:latin typeface="Calibri"/>
                <a:cs typeface="Calibri"/>
              </a:rPr>
              <a:t>and</a:t>
            </a:r>
            <a:r>
              <a:rPr sz="4400" spc="-80" dirty="0">
                <a:solidFill>
                  <a:srgbClr val="FFFFFF"/>
                </a:solidFill>
                <a:latin typeface="Calibri"/>
                <a:cs typeface="Calibri"/>
              </a:rPr>
              <a:t> </a:t>
            </a:r>
            <a:r>
              <a:rPr sz="4400" dirty="0">
                <a:solidFill>
                  <a:srgbClr val="FFFFFF"/>
                </a:solidFill>
                <a:latin typeface="Calibri"/>
                <a:cs typeface="Calibri"/>
              </a:rPr>
              <a:t>Usability</a:t>
            </a:r>
            <a:endParaRPr sz="4400">
              <a:latin typeface="Calibri"/>
              <a:cs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p:txBody>
          <a:bodyPr/>
          <a:lstStyle/>
          <a:p>
            <a:r>
              <a:rPr lang="en-US" dirty="0">
                <a:solidFill>
                  <a:schemeClr val="bg1"/>
                </a:solidFill>
              </a:rPr>
              <a:t>1. Technical Issues</a:t>
            </a:r>
          </a:p>
        </p:txBody>
      </p:sp>
      <p:sp>
        <p:nvSpPr>
          <p:cNvPr id="7" name="Content Placeholder 6">
            <a:extLst>
              <a:ext uri="{FF2B5EF4-FFF2-40B4-BE49-F238E27FC236}">
                <a16:creationId xmlns:a16="http://schemas.microsoft.com/office/drawing/2014/main" id="{1F6BF40F-C8AE-47E6-8E7C-AF74C96D92E9}"/>
              </a:ext>
            </a:extLst>
          </p:cNvPr>
          <p:cNvSpPr>
            <a:spLocks noGrp="1"/>
          </p:cNvSpPr>
          <p:nvPr>
            <p:ph idx="1"/>
          </p:nvPr>
        </p:nvSpPr>
        <p:spPr>
          <a:xfrm>
            <a:off x="609600" y="1295400"/>
            <a:ext cx="10744200" cy="4881563"/>
          </a:xfrm>
        </p:spPr>
        <p:txBody>
          <a:bodyPr>
            <a:normAutofit lnSpcReduction="10000"/>
          </a:bodyPr>
          <a:lstStyle/>
          <a:p>
            <a:pPr marL="241300" marR="5080" indent="-228600">
              <a:lnSpc>
                <a:spcPts val="3020"/>
              </a:lnSpc>
              <a:spcBef>
                <a:spcPts val="480"/>
              </a:spcBef>
              <a:buFont typeface="Arial MT"/>
              <a:buChar char="•"/>
              <a:tabLst>
                <a:tab pos="241300" algn="l"/>
              </a:tabLst>
            </a:pPr>
            <a:r>
              <a:rPr lang="en-US" b="1" spc="-5" dirty="0">
                <a:solidFill>
                  <a:srgbClr val="7030A0"/>
                </a:solidFill>
                <a:latin typeface="Calibri"/>
                <a:cs typeface="Calibri"/>
              </a:rPr>
              <a:t>Bandwidth:</a:t>
            </a:r>
            <a:r>
              <a:rPr lang="en-US" spc="15" dirty="0">
                <a:latin typeface="Calibri"/>
                <a:cs typeface="Calibri"/>
              </a:rPr>
              <a:t> </a:t>
            </a:r>
            <a:r>
              <a:rPr lang="en-US" spc="-5" dirty="0">
                <a:latin typeface="Calibri"/>
                <a:cs typeface="Calibri"/>
              </a:rPr>
              <a:t>is the</a:t>
            </a:r>
            <a:r>
              <a:rPr lang="en-US" spc="15" dirty="0">
                <a:latin typeface="Calibri"/>
                <a:cs typeface="Calibri"/>
              </a:rPr>
              <a:t> </a:t>
            </a:r>
            <a:r>
              <a:rPr lang="en-US" spc="-10" dirty="0">
                <a:latin typeface="Calibri"/>
                <a:cs typeface="Calibri"/>
              </a:rPr>
              <a:t>quantity</a:t>
            </a:r>
            <a:r>
              <a:rPr lang="en-US" spc="25" dirty="0">
                <a:latin typeface="Calibri"/>
                <a:cs typeface="Calibri"/>
              </a:rPr>
              <a:t> </a:t>
            </a:r>
            <a:r>
              <a:rPr lang="en-US" spc="-5" dirty="0">
                <a:latin typeface="Calibri"/>
                <a:cs typeface="Calibri"/>
              </a:rPr>
              <a:t>of </a:t>
            </a:r>
            <a:r>
              <a:rPr lang="en-US" spc="-20" dirty="0">
                <a:latin typeface="Calibri"/>
                <a:cs typeface="Calibri"/>
              </a:rPr>
              <a:t>data</a:t>
            </a:r>
            <a:r>
              <a:rPr lang="en-US" spc="-5" dirty="0">
                <a:latin typeface="Calibri"/>
                <a:cs typeface="Calibri"/>
              </a:rPr>
              <a:t> </a:t>
            </a:r>
            <a:r>
              <a:rPr lang="en-US" spc="-10" dirty="0">
                <a:latin typeface="Calibri"/>
                <a:cs typeface="Calibri"/>
              </a:rPr>
              <a:t>that</a:t>
            </a:r>
            <a:r>
              <a:rPr lang="en-US" spc="-5" dirty="0">
                <a:latin typeface="Calibri"/>
                <a:cs typeface="Calibri"/>
              </a:rPr>
              <a:t> </a:t>
            </a:r>
            <a:r>
              <a:rPr lang="en-US" spc="-10" dirty="0">
                <a:latin typeface="Calibri"/>
                <a:cs typeface="Calibri"/>
              </a:rPr>
              <a:t>can</a:t>
            </a:r>
            <a:r>
              <a:rPr lang="en-US" spc="5" dirty="0">
                <a:latin typeface="Calibri"/>
                <a:cs typeface="Calibri"/>
              </a:rPr>
              <a:t> </a:t>
            </a:r>
            <a:r>
              <a:rPr lang="en-US" spc="-10" dirty="0">
                <a:latin typeface="Calibri"/>
                <a:cs typeface="Calibri"/>
              </a:rPr>
              <a:t>be </a:t>
            </a:r>
            <a:r>
              <a:rPr lang="en-US" spc="-615" dirty="0">
                <a:latin typeface="Calibri"/>
                <a:cs typeface="Calibri"/>
              </a:rPr>
              <a:t> </a:t>
            </a:r>
            <a:r>
              <a:rPr lang="en-US" spc="-15" dirty="0">
                <a:latin typeface="Calibri"/>
                <a:cs typeface="Calibri"/>
              </a:rPr>
              <a:t>transmitted</a:t>
            </a:r>
            <a:r>
              <a:rPr lang="en-US" spc="10" dirty="0">
                <a:latin typeface="Calibri"/>
                <a:cs typeface="Calibri"/>
              </a:rPr>
              <a:t> </a:t>
            </a:r>
            <a:r>
              <a:rPr lang="en-US" spc="-5" dirty="0">
                <a:latin typeface="Calibri"/>
                <a:cs typeface="Calibri"/>
              </a:rPr>
              <a:t>in</a:t>
            </a:r>
            <a:r>
              <a:rPr lang="en-US" spc="5" dirty="0">
                <a:latin typeface="Calibri"/>
                <a:cs typeface="Calibri"/>
              </a:rPr>
              <a:t> </a:t>
            </a:r>
            <a:r>
              <a:rPr lang="en-US" spc="-5" dirty="0">
                <a:latin typeface="Calibri"/>
                <a:cs typeface="Calibri"/>
              </a:rPr>
              <a:t>a specific</a:t>
            </a:r>
            <a:r>
              <a:rPr lang="en-US" spc="10" dirty="0">
                <a:latin typeface="Calibri"/>
                <a:cs typeface="Calibri"/>
              </a:rPr>
              <a:t> </a:t>
            </a:r>
            <a:r>
              <a:rPr lang="en-US" spc="-5" dirty="0">
                <a:latin typeface="Calibri"/>
                <a:cs typeface="Calibri"/>
              </a:rPr>
              <a:t>time</a:t>
            </a:r>
            <a:r>
              <a:rPr lang="en-US" spc="5" dirty="0">
                <a:latin typeface="Calibri"/>
                <a:cs typeface="Calibri"/>
              </a:rPr>
              <a:t> </a:t>
            </a:r>
            <a:r>
              <a:rPr lang="en-US" spc="-20" dirty="0">
                <a:latin typeface="Calibri"/>
                <a:cs typeface="Calibri"/>
              </a:rPr>
              <a:t>frame</a:t>
            </a:r>
            <a:endParaRPr lang="en-US" dirty="0">
              <a:latin typeface="Calibri"/>
              <a:cs typeface="Calibri"/>
            </a:endParaRPr>
          </a:p>
          <a:p>
            <a:pPr marL="698500" lvl="1" indent="-228600">
              <a:lnSpc>
                <a:spcPct val="100000"/>
              </a:lnSpc>
              <a:spcBef>
                <a:spcPts val="204"/>
              </a:spcBef>
              <a:buFont typeface="Arial MT"/>
              <a:buChar char="•"/>
              <a:tabLst>
                <a:tab pos="698500" algn="l"/>
              </a:tabLst>
            </a:pPr>
            <a:r>
              <a:rPr lang="en-US" spc="-15" dirty="0">
                <a:latin typeface="Calibri"/>
                <a:cs typeface="Calibri"/>
              </a:rPr>
              <a:t>Keep</a:t>
            </a:r>
            <a:r>
              <a:rPr lang="en-US" spc="-10" dirty="0">
                <a:latin typeface="Calibri"/>
                <a:cs typeface="Calibri"/>
              </a:rPr>
              <a:t> </a:t>
            </a:r>
            <a:r>
              <a:rPr lang="en-US" spc="-5" dirty="0">
                <a:latin typeface="Calibri"/>
                <a:cs typeface="Calibri"/>
              </a:rPr>
              <a:t>file</a:t>
            </a:r>
            <a:r>
              <a:rPr lang="en-US" spc="-25" dirty="0">
                <a:latin typeface="Calibri"/>
                <a:cs typeface="Calibri"/>
              </a:rPr>
              <a:t> </a:t>
            </a:r>
            <a:r>
              <a:rPr lang="en-US" spc="-15" dirty="0">
                <a:latin typeface="Calibri"/>
                <a:cs typeface="Calibri"/>
              </a:rPr>
              <a:t>sizes</a:t>
            </a:r>
            <a:r>
              <a:rPr lang="en-US" spc="-10" dirty="0">
                <a:latin typeface="Calibri"/>
                <a:cs typeface="Calibri"/>
              </a:rPr>
              <a:t> </a:t>
            </a:r>
            <a:r>
              <a:rPr lang="en-US" spc="-15" dirty="0">
                <a:latin typeface="Calibri"/>
                <a:cs typeface="Calibri"/>
              </a:rPr>
              <a:t>to</a:t>
            </a:r>
            <a:r>
              <a:rPr lang="en-US" spc="-20" dirty="0">
                <a:latin typeface="Calibri"/>
                <a:cs typeface="Calibri"/>
              </a:rPr>
              <a:t> </a:t>
            </a:r>
            <a:r>
              <a:rPr lang="en-US" dirty="0">
                <a:latin typeface="Calibri"/>
                <a:cs typeface="Calibri"/>
              </a:rPr>
              <a:t>a</a:t>
            </a:r>
            <a:r>
              <a:rPr lang="en-US" spc="-20" dirty="0">
                <a:latin typeface="Calibri"/>
                <a:cs typeface="Calibri"/>
              </a:rPr>
              <a:t> </a:t>
            </a:r>
            <a:r>
              <a:rPr lang="en-US" dirty="0">
                <a:latin typeface="Calibri"/>
                <a:cs typeface="Calibri"/>
              </a:rPr>
              <a:t>minimum</a:t>
            </a:r>
          </a:p>
          <a:p>
            <a:pPr marL="698500" lvl="1" indent="-228600">
              <a:lnSpc>
                <a:spcPct val="100000"/>
              </a:lnSpc>
              <a:spcBef>
                <a:spcPts val="215"/>
              </a:spcBef>
              <a:buFont typeface="Arial MT"/>
              <a:buChar char="•"/>
              <a:tabLst>
                <a:tab pos="698500" algn="l"/>
              </a:tabLst>
            </a:pPr>
            <a:r>
              <a:rPr lang="en-US" spc="-5" dirty="0">
                <a:latin typeface="Calibri"/>
                <a:cs typeface="Calibri"/>
              </a:rPr>
              <a:t>Use</a:t>
            </a:r>
            <a:r>
              <a:rPr lang="en-US" spc="-40" dirty="0">
                <a:latin typeface="Calibri"/>
                <a:cs typeface="Calibri"/>
              </a:rPr>
              <a:t> </a:t>
            </a:r>
            <a:r>
              <a:rPr lang="en-US" dirty="0">
                <a:latin typeface="Calibri"/>
                <a:cs typeface="Calibri"/>
              </a:rPr>
              <a:t>thumbnails</a:t>
            </a:r>
          </a:p>
          <a:p>
            <a:pPr marL="698500" lvl="1" indent="-228600">
              <a:lnSpc>
                <a:spcPct val="100000"/>
              </a:lnSpc>
              <a:spcBef>
                <a:spcPts val="204"/>
              </a:spcBef>
              <a:buFont typeface="Arial MT"/>
              <a:buChar char="•"/>
              <a:tabLst>
                <a:tab pos="698500" algn="l"/>
              </a:tabLst>
            </a:pPr>
            <a:r>
              <a:rPr lang="en-US" spc="-10" dirty="0">
                <a:latin typeface="Calibri"/>
                <a:cs typeface="Calibri"/>
              </a:rPr>
              <a:t>Optimize</a:t>
            </a:r>
            <a:r>
              <a:rPr lang="en-US" spc="-40" dirty="0">
                <a:latin typeface="Calibri"/>
                <a:cs typeface="Calibri"/>
              </a:rPr>
              <a:t> </a:t>
            </a:r>
            <a:r>
              <a:rPr lang="en-US" spc="-10" dirty="0">
                <a:latin typeface="Calibri"/>
                <a:cs typeface="Calibri"/>
              </a:rPr>
              <a:t>graphics</a:t>
            </a:r>
          </a:p>
          <a:p>
            <a:pPr marL="698500" lvl="1" indent="-228600">
              <a:lnSpc>
                <a:spcPct val="100000"/>
              </a:lnSpc>
              <a:spcBef>
                <a:spcPts val="204"/>
              </a:spcBef>
              <a:buFont typeface="Arial MT"/>
              <a:buChar char="•"/>
              <a:tabLst>
                <a:tab pos="698500" algn="l"/>
              </a:tabLst>
            </a:pPr>
            <a:endParaRPr lang="en-US" dirty="0">
              <a:latin typeface="Calibri"/>
              <a:cs typeface="Calibri"/>
            </a:endParaRPr>
          </a:p>
          <a:p>
            <a:pPr marL="241300" indent="-228600">
              <a:lnSpc>
                <a:spcPct val="100000"/>
              </a:lnSpc>
              <a:spcBef>
                <a:spcPts val="645"/>
              </a:spcBef>
              <a:buFont typeface="Arial MT"/>
              <a:buChar char="•"/>
              <a:tabLst>
                <a:tab pos="241300" algn="l"/>
              </a:tabLst>
            </a:pPr>
            <a:r>
              <a:rPr lang="en-US" spc="-15" dirty="0">
                <a:solidFill>
                  <a:srgbClr val="7030A0"/>
                </a:solidFill>
                <a:latin typeface="Calibri"/>
                <a:cs typeface="Calibri"/>
              </a:rPr>
              <a:t>Browser</a:t>
            </a:r>
            <a:r>
              <a:rPr lang="en-US" spc="-25" dirty="0">
                <a:solidFill>
                  <a:srgbClr val="7030A0"/>
                </a:solidFill>
                <a:latin typeface="Calibri"/>
                <a:cs typeface="Calibri"/>
              </a:rPr>
              <a:t> </a:t>
            </a:r>
            <a:r>
              <a:rPr lang="en-US" spc="-20" dirty="0">
                <a:solidFill>
                  <a:srgbClr val="7030A0"/>
                </a:solidFill>
                <a:latin typeface="Calibri"/>
                <a:cs typeface="Calibri"/>
              </a:rPr>
              <a:t>differences</a:t>
            </a:r>
            <a:endParaRPr lang="en-US" dirty="0">
              <a:solidFill>
                <a:srgbClr val="7030A0"/>
              </a:solidFill>
              <a:latin typeface="Calibri"/>
              <a:cs typeface="Calibri"/>
            </a:endParaRPr>
          </a:p>
          <a:p>
            <a:pPr marL="698500" lvl="1" indent="-228600">
              <a:lnSpc>
                <a:spcPct val="100000"/>
              </a:lnSpc>
              <a:spcBef>
                <a:spcPts val="234"/>
              </a:spcBef>
              <a:buFont typeface="Arial MT"/>
              <a:buChar char="•"/>
              <a:tabLst>
                <a:tab pos="698500" algn="l"/>
              </a:tabLst>
            </a:pPr>
            <a:r>
              <a:rPr lang="en-US" spc="-10" dirty="0">
                <a:latin typeface="Calibri"/>
                <a:cs typeface="Calibri"/>
              </a:rPr>
              <a:t>Graphical</a:t>
            </a:r>
            <a:r>
              <a:rPr lang="en-US" spc="-20" dirty="0">
                <a:latin typeface="Calibri"/>
                <a:cs typeface="Calibri"/>
              </a:rPr>
              <a:t> </a:t>
            </a:r>
            <a:r>
              <a:rPr lang="en-US" spc="-10" dirty="0">
                <a:latin typeface="Calibri"/>
                <a:cs typeface="Calibri"/>
              </a:rPr>
              <a:t>vs.</a:t>
            </a:r>
            <a:r>
              <a:rPr lang="en-US" spc="-5" dirty="0">
                <a:latin typeface="Calibri"/>
                <a:cs typeface="Calibri"/>
              </a:rPr>
              <a:t> </a:t>
            </a:r>
            <a:r>
              <a:rPr lang="en-US" spc="-10" dirty="0">
                <a:latin typeface="Calibri"/>
                <a:cs typeface="Calibri"/>
              </a:rPr>
              <a:t>non-graphical</a:t>
            </a:r>
            <a:r>
              <a:rPr lang="en-US" spc="-15" dirty="0">
                <a:latin typeface="Calibri"/>
                <a:cs typeface="Calibri"/>
              </a:rPr>
              <a:t> display</a:t>
            </a:r>
            <a:endParaRPr lang="en-US" dirty="0">
              <a:latin typeface="Calibri"/>
              <a:cs typeface="Calibri"/>
            </a:endParaRPr>
          </a:p>
          <a:p>
            <a:pPr marL="1155700" lvl="2" indent="-228600">
              <a:lnSpc>
                <a:spcPct val="100000"/>
              </a:lnSpc>
              <a:spcBef>
                <a:spcPts val="290"/>
              </a:spcBef>
              <a:buFont typeface="Arial MT"/>
              <a:buChar char="•"/>
              <a:tabLst>
                <a:tab pos="1155065" algn="l"/>
                <a:tab pos="1155700" algn="l"/>
              </a:tabLst>
            </a:pPr>
            <a:r>
              <a:rPr lang="en-US" spc="-10" dirty="0">
                <a:latin typeface="Calibri"/>
                <a:cs typeface="Calibri"/>
              </a:rPr>
              <a:t>Alternative</a:t>
            </a:r>
            <a:r>
              <a:rPr lang="en-US" spc="10" dirty="0">
                <a:latin typeface="Calibri"/>
                <a:cs typeface="Calibri"/>
              </a:rPr>
              <a:t> </a:t>
            </a:r>
            <a:r>
              <a:rPr lang="en-US" spc="-20" dirty="0">
                <a:latin typeface="Calibri"/>
                <a:cs typeface="Calibri"/>
              </a:rPr>
              <a:t>text</a:t>
            </a:r>
          </a:p>
          <a:p>
            <a:pPr marL="319405" indent="-229235">
              <a:lnSpc>
                <a:spcPts val="3200"/>
              </a:lnSpc>
              <a:buFont typeface="Arial MT"/>
              <a:buChar char="•"/>
              <a:tabLst>
                <a:tab pos="320040" algn="l"/>
              </a:tabLst>
            </a:pPr>
            <a:r>
              <a:rPr lang="en-US" spc="-10" dirty="0">
                <a:solidFill>
                  <a:srgbClr val="7030A0"/>
                </a:solidFill>
                <a:latin typeface="Calibri"/>
                <a:cs typeface="Calibri"/>
              </a:rPr>
              <a:t>Resolution</a:t>
            </a:r>
            <a:endParaRPr lang="en-US" dirty="0">
              <a:solidFill>
                <a:srgbClr val="7030A0"/>
              </a:solidFill>
              <a:latin typeface="Calibri"/>
              <a:cs typeface="Calibri"/>
            </a:endParaRPr>
          </a:p>
          <a:p>
            <a:pPr marL="776605" lvl="1" indent="-229235">
              <a:lnSpc>
                <a:spcPct val="100000"/>
              </a:lnSpc>
              <a:spcBef>
                <a:spcPts val="244"/>
              </a:spcBef>
              <a:buFont typeface="Arial MT"/>
              <a:buChar char="•"/>
              <a:tabLst>
                <a:tab pos="777240" algn="l"/>
              </a:tabLst>
            </a:pPr>
            <a:r>
              <a:rPr lang="en-US" sz="1900" spc="-5" dirty="0">
                <a:latin typeface="Calibri"/>
                <a:cs typeface="Calibri"/>
              </a:rPr>
              <a:t>The</a:t>
            </a:r>
            <a:r>
              <a:rPr lang="en-US" sz="1900" dirty="0">
                <a:latin typeface="Calibri"/>
                <a:cs typeface="Calibri"/>
              </a:rPr>
              <a:t> </a:t>
            </a:r>
            <a:r>
              <a:rPr lang="en-US" sz="1900" spc="-5" dirty="0">
                <a:latin typeface="Calibri"/>
                <a:cs typeface="Calibri"/>
              </a:rPr>
              <a:t>measure</a:t>
            </a:r>
            <a:r>
              <a:rPr lang="en-US" sz="1900" spc="-20" dirty="0">
                <a:latin typeface="Calibri"/>
                <a:cs typeface="Calibri"/>
              </a:rPr>
              <a:t> </a:t>
            </a:r>
            <a:r>
              <a:rPr lang="en-US" sz="1900" spc="-5" dirty="0">
                <a:latin typeface="Calibri"/>
                <a:cs typeface="Calibri"/>
              </a:rPr>
              <a:t>of</a:t>
            </a:r>
            <a:r>
              <a:rPr lang="en-US" sz="1900" spc="-15" dirty="0">
                <a:latin typeface="Calibri"/>
                <a:cs typeface="Calibri"/>
              </a:rPr>
              <a:t> </a:t>
            </a:r>
            <a:r>
              <a:rPr lang="en-US" sz="1900" spc="-5" dirty="0">
                <a:latin typeface="Calibri"/>
                <a:cs typeface="Calibri"/>
              </a:rPr>
              <a:t>sharpness</a:t>
            </a:r>
            <a:r>
              <a:rPr lang="en-US" sz="1900" spc="-15" dirty="0">
                <a:latin typeface="Calibri"/>
                <a:cs typeface="Calibri"/>
              </a:rPr>
              <a:t> </a:t>
            </a:r>
            <a:r>
              <a:rPr lang="en-US" sz="1900" dirty="0">
                <a:latin typeface="Calibri"/>
                <a:cs typeface="Calibri"/>
              </a:rPr>
              <a:t>and</a:t>
            </a:r>
            <a:r>
              <a:rPr lang="en-US" sz="1900" spc="-10" dirty="0">
                <a:latin typeface="Calibri"/>
                <a:cs typeface="Calibri"/>
              </a:rPr>
              <a:t> </a:t>
            </a:r>
            <a:r>
              <a:rPr lang="en-US" sz="1900" dirty="0">
                <a:latin typeface="Calibri"/>
                <a:cs typeface="Calibri"/>
              </a:rPr>
              <a:t>clarity</a:t>
            </a:r>
          </a:p>
          <a:p>
            <a:pPr marL="776605" lvl="1" indent="-229235">
              <a:lnSpc>
                <a:spcPct val="100000"/>
              </a:lnSpc>
              <a:spcBef>
                <a:spcPts val="215"/>
              </a:spcBef>
              <a:buFont typeface="Arial MT"/>
              <a:buChar char="•"/>
              <a:tabLst>
                <a:tab pos="777240" algn="l"/>
              </a:tabLst>
            </a:pPr>
            <a:r>
              <a:rPr lang="en-US" sz="1900" dirty="0">
                <a:latin typeface="Calibri"/>
                <a:cs typeface="Calibri"/>
              </a:rPr>
              <a:t>A</a:t>
            </a:r>
            <a:r>
              <a:rPr lang="en-US" sz="1900" spc="-25" dirty="0">
                <a:latin typeface="Calibri"/>
                <a:cs typeface="Calibri"/>
              </a:rPr>
              <a:t> </a:t>
            </a:r>
            <a:r>
              <a:rPr lang="en-US" sz="1900" spc="-15" dirty="0">
                <a:latin typeface="Calibri"/>
                <a:cs typeface="Calibri"/>
              </a:rPr>
              <a:t>pixel</a:t>
            </a:r>
            <a:r>
              <a:rPr lang="en-US" sz="1900" spc="-20" dirty="0">
                <a:latin typeface="Calibri"/>
                <a:cs typeface="Calibri"/>
              </a:rPr>
              <a:t> </a:t>
            </a:r>
            <a:r>
              <a:rPr lang="en-US" sz="1900" dirty="0">
                <a:latin typeface="Calibri"/>
                <a:cs typeface="Calibri"/>
              </a:rPr>
              <a:t>is</a:t>
            </a:r>
            <a:r>
              <a:rPr lang="en-US" sz="1900" spc="-5" dirty="0">
                <a:latin typeface="Calibri"/>
                <a:cs typeface="Calibri"/>
              </a:rPr>
              <a:t> </a:t>
            </a:r>
            <a:r>
              <a:rPr lang="en-US" sz="1900" dirty="0">
                <a:latin typeface="Calibri"/>
                <a:cs typeface="Calibri"/>
              </a:rPr>
              <a:t>a</a:t>
            </a:r>
            <a:r>
              <a:rPr lang="en-US" sz="1900" spc="-15" dirty="0">
                <a:latin typeface="Calibri"/>
                <a:cs typeface="Calibri"/>
              </a:rPr>
              <a:t> </a:t>
            </a:r>
            <a:r>
              <a:rPr lang="en-US" sz="1900" spc="-5" dirty="0">
                <a:latin typeface="Calibri"/>
                <a:cs typeface="Calibri"/>
              </a:rPr>
              <a:t>single</a:t>
            </a:r>
            <a:r>
              <a:rPr lang="en-US" sz="1900" spc="-15" dirty="0">
                <a:latin typeface="Calibri"/>
                <a:cs typeface="Calibri"/>
              </a:rPr>
              <a:t> </a:t>
            </a:r>
            <a:r>
              <a:rPr lang="en-US" sz="1900" spc="-10" dirty="0">
                <a:latin typeface="Calibri"/>
                <a:cs typeface="Calibri"/>
              </a:rPr>
              <a:t>point </a:t>
            </a:r>
            <a:r>
              <a:rPr lang="en-US" sz="1900" dirty="0">
                <a:latin typeface="Calibri"/>
                <a:cs typeface="Calibri"/>
              </a:rPr>
              <a:t>in</a:t>
            </a:r>
            <a:r>
              <a:rPr lang="en-US" sz="1900" spc="-5" dirty="0">
                <a:latin typeface="Calibri"/>
                <a:cs typeface="Calibri"/>
              </a:rPr>
              <a:t> </a:t>
            </a:r>
            <a:r>
              <a:rPr lang="en-US" sz="1900" dirty="0">
                <a:latin typeface="Calibri"/>
                <a:cs typeface="Calibri"/>
              </a:rPr>
              <a:t>an</a:t>
            </a:r>
            <a:r>
              <a:rPr lang="en-US" sz="1900" spc="-15" dirty="0">
                <a:latin typeface="Calibri"/>
                <a:cs typeface="Calibri"/>
              </a:rPr>
              <a:t> </a:t>
            </a:r>
            <a:r>
              <a:rPr lang="en-US" sz="1900" spc="-5" dirty="0">
                <a:latin typeface="Calibri"/>
                <a:cs typeface="Calibri"/>
              </a:rPr>
              <a:t>electronic</a:t>
            </a:r>
            <a:r>
              <a:rPr lang="en-US" sz="1900" spc="-35" dirty="0">
                <a:latin typeface="Calibri"/>
                <a:cs typeface="Calibri"/>
              </a:rPr>
              <a:t> </a:t>
            </a:r>
            <a:r>
              <a:rPr lang="en-US" sz="1900" spc="-5" dirty="0">
                <a:latin typeface="Calibri"/>
                <a:cs typeface="Calibri"/>
              </a:rPr>
              <a:t>image</a:t>
            </a:r>
            <a:endParaRPr lang="en-US" sz="1900" dirty="0">
              <a:latin typeface="Calibri"/>
              <a:cs typeface="Calibri"/>
            </a:endParaRPr>
          </a:p>
          <a:p>
            <a:pPr marL="776605" lvl="1" indent="-229235">
              <a:lnSpc>
                <a:spcPct val="100000"/>
              </a:lnSpc>
              <a:spcBef>
                <a:spcPts val="204"/>
              </a:spcBef>
              <a:buFont typeface="Arial MT"/>
              <a:buChar char="•"/>
              <a:tabLst>
                <a:tab pos="777240" algn="l"/>
              </a:tabLst>
            </a:pPr>
            <a:r>
              <a:rPr lang="en-US" sz="1900" spc="-20" dirty="0">
                <a:latin typeface="Calibri"/>
                <a:cs typeface="Calibri"/>
              </a:rPr>
              <a:t>Page</a:t>
            </a:r>
            <a:r>
              <a:rPr lang="en-US" sz="1900" dirty="0">
                <a:latin typeface="Calibri"/>
                <a:cs typeface="Calibri"/>
              </a:rPr>
              <a:t> </a:t>
            </a:r>
            <a:r>
              <a:rPr lang="en-US" sz="1900" spc="-5" dirty="0">
                <a:latin typeface="Calibri"/>
                <a:cs typeface="Calibri"/>
              </a:rPr>
              <a:t>elements</a:t>
            </a:r>
            <a:r>
              <a:rPr lang="en-US" sz="1900" spc="-15" dirty="0">
                <a:latin typeface="Calibri"/>
                <a:cs typeface="Calibri"/>
              </a:rPr>
              <a:t> display</a:t>
            </a:r>
            <a:r>
              <a:rPr lang="en-US" sz="1900" spc="-5" dirty="0">
                <a:latin typeface="Calibri"/>
                <a:cs typeface="Calibri"/>
              </a:rPr>
              <a:t> </a:t>
            </a:r>
            <a:r>
              <a:rPr lang="en-US" sz="1900" spc="-15" dirty="0">
                <a:latin typeface="Calibri"/>
                <a:cs typeface="Calibri"/>
              </a:rPr>
              <a:t>differently</a:t>
            </a:r>
            <a:r>
              <a:rPr lang="en-US" sz="1900" spc="15" dirty="0">
                <a:latin typeface="Calibri"/>
                <a:cs typeface="Calibri"/>
              </a:rPr>
              <a:t> </a:t>
            </a:r>
            <a:r>
              <a:rPr lang="en-US" sz="1900" spc="-15" dirty="0">
                <a:latin typeface="Calibri"/>
                <a:cs typeface="Calibri"/>
              </a:rPr>
              <a:t>at</a:t>
            </a:r>
            <a:r>
              <a:rPr lang="en-US" sz="1900" spc="-10" dirty="0">
                <a:latin typeface="Calibri"/>
                <a:cs typeface="Calibri"/>
              </a:rPr>
              <a:t> </a:t>
            </a:r>
            <a:r>
              <a:rPr lang="en-US" sz="1900" spc="-20" dirty="0">
                <a:latin typeface="Calibri"/>
                <a:cs typeface="Calibri"/>
              </a:rPr>
              <a:t>different</a:t>
            </a:r>
            <a:r>
              <a:rPr lang="en-US" sz="1900" spc="5" dirty="0">
                <a:latin typeface="Calibri"/>
                <a:cs typeface="Calibri"/>
              </a:rPr>
              <a:t> </a:t>
            </a:r>
            <a:r>
              <a:rPr lang="en-US" sz="1900" spc="-5" dirty="0">
                <a:latin typeface="Calibri"/>
                <a:cs typeface="Calibri"/>
              </a:rPr>
              <a:t>resolutions</a:t>
            </a:r>
            <a:endParaRPr lang="en-US" sz="1900" dirty="0">
              <a:latin typeface="Calibri"/>
              <a:cs typeface="Calibri"/>
            </a:endParaRPr>
          </a:p>
          <a:p>
            <a:pPr marL="776605" marR="165735" lvl="1" indent="-228600">
              <a:lnSpc>
                <a:spcPct val="90100"/>
              </a:lnSpc>
              <a:spcBef>
                <a:spcPts val="500"/>
              </a:spcBef>
              <a:buFont typeface="Arial MT"/>
              <a:buChar char="•"/>
              <a:tabLst>
                <a:tab pos="777240" algn="l"/>
              </a:tabLst>
            </a:pPr>
            <a:r>
              <a:rPr lang="en-US" sz="1900" dirty="0">
                <a:latin typeface="Calibri"/>
                <a:cs typeface="Calibri"/>
              </a:rPr>
              <a:t>When </a:t>
            </a:r>
            <a:r>
              <a:rPr lang="en-US" sz="1900" spc="-5" dirty="0">
                <a:latin typeface="Calibri"/>
                <a:cs typeface="Calibri"/>
              </a:rPr>
              <a:t>designing </a:t>
            </a:r>
            <a:r>
              <a:rPr lang="en-US" sz="1900" spc="-10" dirty="0">
                <a:latin typeface="Calibri"/>
                <a:cs typeface="Calibri"/>
              </a:rPr>
              <a:t>websites </a:t>
            </a:r>
            <a:r>
              <a:rPr lang="en-US" sz="1900" spc="-20" dirty="0">
                <a:latin typeface="Calibri"/>
                <a:cs typeface="Calibri"/>
              </a:rPr>
              <a:t>for </a:t>
            </a:r>
            <a:r>
              <a:rPr lang="en-US" sz="1900" dirty="0">
                <a:latin typeface="Calibri"/>
                <a:cs typeface="Calibri"/>
              </a:rPr>
              <a:t>mobile </a:t>
            </a:r>
            <a:r>
              <a:rPr lang="en-US" sz="1900" spc="-5" dirty="0">
                <a:latin typeface="Calibri"/>
                <a:cs typeface="Calibri"/>
              </a:rPr>
              <a:t>devices, </a:t>
            </a:r>
            <a:r>
              <a:rPr lang="en-US" sz="1900" spc="-10" dirty="0">
                <a:latin typeface="Calibri"/>
                <a:cs typeface="Calibri"/>
              </a:rPr>
              <a:t>you must </a:t>
            </a:r>
            <a:r>
              <a:rPr lang="en-US" sz="1900" spc="-5" dirty="0">
                <a:latin typeface="Calibri"/>
                <a:cs typeface="Calibri"/>
              </a:rPr>
              <a:t> </a:t>
            </a:r>
            <a:r>
              <a:rPr lang="en-US" sz="1900" spc="-10" dirty="0">
                <a:latin typeface="Calibri"/>
                <a:cs typeface="Calibri"/>
              </a:rPr>
              <a:t>account</a:t>
            </a:r>
            <a:r>
              <a:rPr lang="en-US" sz="1900" spc="-20" dirty="0">
                <a:latin typeface="Calibri"/>
                <a:cs typeface="Calibri"/>
              </a:rPr>
              <a:t> for</a:t>
            </a:r>
            <a:r>
              <a:rPr lang="en-US" sz="1900" spc="-5" dirty="0">
                <a:latin typeface="Calibri"/>
                <a:cs typeface="Calibri"/>
              </a:rPr>
              <a:t> </a:t>
            </a:r>
            <a:r>
              <a:rPr lang="en-US" sz="1900" dirty="0">
                <a:latin typeface="Calibri"/>
                <a:cs typeface="Calibri"/>
              </a:rPr>
              <a:t>a </a:t>
            </a:r>
            <a:r>
              <a:rPr lang="en-US" sz="1900" spc="-5" dirty="0">
                <a:latin typeface="Calibri"/>
                <a:cs typeface="Calibri"/>
              </a:rPr>
              <a:t>smaller</a:t>
            </a:r>
            <a:r>
              <a:rPr lang="en-US" sz="1900" spc="-25" dirty="0">
                <a:latin typeface="Calibri"/>
                <a:cs typeface="Calibri"/>
              </a:rPr>
              <a:t> </a:t>
            </a:r>
            <a:r>
              <a:rPr lang="en-US" sz="1900" spc="-10" dirty="0">
                <a:latin typeface="Calibri"/>
                <a:cs typeface="Calibri"/>
              </a:rPr>
              <a:t>screen</a:t>
            </a:r>
            <a:r>
              <a:rPr lang="en-US" sz="1900" dirty="0">
                <a:latin typeface="Calibri"/>
                <a:cs typeface="Calibri"/>
              </a:rPr>
              <a:t> </a:t>
            </a:r>
            <a:r>
              <a:rPr lang="en-US" sz="1900" spc="-15" dirty="0">
                <a:latin typeface="Calibri"/>
                <a:cs typeface="Calibri"/>
              </a:rPr>
              <a:t>size</a:t>
            </a:r>
            <a:r>
              <a:rPr lang="en-US" sz="1900" spc="-10" dirty="0">
                <a:latin typeface="Calibri"/>
                <a:cs typeface="Calibri"/>
              </a:rPr>
              <a:t> </a:t>
            </a:r>
            <a:r>
              <a:rPr lang="en-US" sz="1900" dirty="0">
                <a:latin typeface="Calibri"/>
                <a:cs typeface="Calibri"/>
              </a:rPr>
              <a:t>and</a:t>
            </a:r>
            <a:r>
              <a:rPr lang="en-US" sz="1900" spc="10" dirty="0">
                <a:latin typeface="Calibri"/>
                <a:cs typeface="Calibri"/>
              </a:rPr>
              <a:t> </a:t>
            </a:r>
            <a:r>
              <a:rPr lang="en-US" sz="1900" dirty="0">
                <a:latin typeface="Calibri"/>
                <a:cs typeface="Calibri"/>
              </a:rPr>
              <a:t>the</a:t>
            </a:r>
            <a:r>
              <a:rPr lang="en-US" sz="1900" spc="-10" dirty="0">
                <a:latin typeface="Calibri"/>
                <a:cs typeface="Calibri"/>
              </a:rPr>
              <a:t> </a:t>
            </a:r>
            <a:r>
              <a:rPr lang="en-US" sz="1900" spc="-15" dirty="0">
                <a:latin typeface="Calibri"/>
                <a:cs typeface="Calibri"/>
              </a:rPr>
              <a:t>auto-rotate</a:t>
            </a:r>
            <a:r>
              <a:rPr lang="en-US" sz="1900" spc="-10" dirty="0">
                <a:latin typeface="Calibri"/>
                <a:cs typeface="Calibri"/>
              </a:rPr>
              <a:t> </a:t>
            </a:r>
            <a:r>
              <a:rPr lang="en-US" sz="1900" spc="-20" dirty="0">
                <a:latin typeface="Calibri"/>
                <a:cs typeface="Calibri"/>
              </a:rPr>
              <a:t>feature </a:t>
            </a:r>
            <a:r>
              <a:rPr lang="en-US" sz="1900" spc="-525" dirty="0">
                <a:latin typeface="Calibri"/>
                <a:cs typeface="Calibri"/>
              </a:rPr>
              <a:t> </a:t>
            </a:r>
            <a:r>
              <a:rPr lang="en-US" sz="1900" dirty="0">
                <a:latin typeface="Calibri"/>
                <a:cs typeface="Calibri"/>
              </a:rPr>
              <a:t>included</a:t>
            </a:r>
            <a:r>
              <a:rPr lang="en-US" sz="1900" spc="-10" dirty="0">
                <a:latin typeface="Calibri"/>
                <a:cs typeface="Calibri"/>
              </a:rPr>
              <a:t> </a:t>
            </a:r>
            <a:r>
              <a:rPr lang="en-US" sz="1900" dirty="0">
                <a:latin typeface="Calibri"/>
                <a:cs typeface="Calibri"/>
              </a:rPr>
              <a:t>in</a:t>
            </a:r>
            <a:r>
              <a:rPr lang="en-US" sz="1900" spc="-15" dirty="0">
                <a:latin typeface="Calibri"/>
                <a:cs typeface="Calibri"/>
              </a:rPr>
              <a:t> many</a:t>
            </a:r>
            <a:r>
              <a:rPr lang="en-US" sz="1900" spc="-5" dirty="0">
                <a:latin typeface="Calibri"/>
                <a:cs typeface="Calibri"/>
              </a:rPr>
              <a:t> smartphones</a:t>
            </a:r>
            <a:r>
              <a:rPr lang="en-US" sz="1900" spc="-15" dirty="0">
                <a:latin typeface="Calibri"/>
                <a:cs typeface="Calibri"/>
              </a:rPr>
              <a:t> </a:t>
            </a:r>
            <a:r>
              <a:rPr lang="en-US" sz="1900" dirty="0">
                <a:latin typeface="Calibri"/>
                <a:cs typeface="Calibri"/>
              </a:rPr>
              <a:t>and</a:t>
            </a:r>
            <a:r>
              <a:rPr lang="en-US" sz="1900" spc="-5" dirty="0">
                <a:latin typeface="Calibri"/>
                <a:cs typeface="Calibri"/>
              </a:rPr>
              <a:t> tablets</a:t>
            </a:r>
            <a:endParaRPr lang="en-US" sz="1900" dirty="0">
              <a:latin typeface="Calibri"/>
              <a:cs typeface="Calibri"/>
            </a:endParaRPr>
          </a:p>
          <a:p>
            <a:pPr marL="1155700" lvl="2" indent="-228600">
              <a:lnSpc>
                <a:spcPct val="100000"/>
              </a:lnSpc>
              <a:spcBef>
                <a:spcPts val="290"/>
              </a:spcBef>
              <a:buFont typeface="Arial MT"/>
              <a:buChar char="•"/>
              <a:tabLst>
                <a:tab pos="1155065" algn="l"/>
                <a:tab pos="1155700" algn="l"/>
              </a:tabLst>
            </a:pPr>
            <a:endParaRPr lang="en-US" dirty="0">
              <a:latin typeface="Calibri"/>
              <a:cs typeface="Calibri"/>
            </a:endParaRPr>
          </a:p>
          <a:p>
            <a:endParaRPr lang="en-AU"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p:txBody>
          <a:bodyPr/>
          <a:lstStyle/>
          <a:p>
            <a:r>
              <a:rPr lang="en-US" dirty="0">
                <a:solidFill>
                  <a:schemeClr val="bg1"/>
                </a:solidFill>
              </a:rPr>
              <a:t>1. Technical Issues</a:t>
            </a:r>
          </a:p>
        </p:txBody>
      </p:sp>
      <p:sp>
        <p:nvSpPr>
          <p:cNvPr id="7" name="Content Placeholder 6">
            <a:extLst>
              <a:ext uri="{FF2B5EF4-FFF2-40B4-BE49-F238E27FC236}">
                <a16:creationId xmlns:a16="http://schemas.microsoft.com/office/drawing/2014/main" id="{5CCE3BB3-AA43-410B-AA6C-E9C689649458}"/>
              </a:ext>
            </a:extLst>
          </p:cNvPr>
          <p:cNvSpPr>
            <a:spLocks noGrp="1"/>
          </p:cNvSpPr>
          <p:nvPr>
            <p:ph sz="half" idx="2"/>
          </p:nvPr>
        </p:nvSpPr>
        <p:spPr/>
        <p:txBody>
          <a:bodyPr/>
          <a:lstStyle/>
          <a:p>
            <a:pPr marL="319405" indent="-229235">
              <a:lnSpc>
                <a:spcPts val="3200"/>
              </a:lnSpc>
              <a:buFont typeface="Arial MT"/>
              <a:buChar char="•"/>
              <a:tabLst>
                <a:tab pos="320040" algn="l"/>
              </a:tabLst>
            </a:pPr>
            <a:r>
              <a:rPr lang="en-US" sz="2800" spc="-10" dirty="0">
                <a:latin typeface="Calibri"/>
                <a:cs typeface="Calibri"/>
              </a:rPr>
              <a:t>Mobile-friendly</a:t>
            </a:r>
            <a:r>
              <a:rPr lang="en-US" sz="2800" spc="35" dirty="0">
                <a:latin typeface="Calibri"/>
                <a:cs typeface="Calibri"/>
              </a:rPr>
              <a:t> </a:t>
            </a:r>
            <a:r>
              <a:rPr lang="en-US" sz="2800" spc="-10" dirty="0">
                <a:latin typeface="Calibri"/>
                <a:cs typeface="Calibri"/>
              </a:rPr>
              <a:t>practices</a:t>
            </a:r>
            <a:endParaRPr lang="en-US" sz="2800" dirty="0">
              <a:latin typeface="Calibri"/>
              <a:cs typeface="Calibri"/>
            </a:endParaRPr>
          </a:p>
          <a:p>
            <a:pPr marL="776605" lvl="1" indent="-229235">
              <a:lnSpc>
                <a:spcPct val="100000"/>
              </a:lnSpc>
              <a:spcBef>
                <a:spcPts val="244"/>
              </a:spcBef>
              <a:buFont typeface="Arial MT"/>
              <a:buChar char="•"/>
              <a:tabLst>
                <a:tab pos="777240" algn="l"/>
              </a:tabLst>
            </a:pPr>
            <a:r>
              <a:rPr lang="en-US" sz="2400" spc="-10" dirty="0">
                <a:latin typeface="Calibri"/>
                <a:cs typeface="Calibri"/>
              </a:rPr>
              <a:t>Responsive Web Design(RWD)  </a:t>
            </a:r>
            <a:endParaRPr lang="en-US" sz="2400" dirty="0">
              <a:latin typeface="Calibri"/>
              <a:cs typeface="Calibri"/>
            </a:endParaRPr>
          </a:p>
          <a:p>
            <a:pPr marL="776605" lvl="1" indent="-229235">
              <a:lnSpc>
                <a:spcPct val="100000"/>
              </a:lnSpc>
              <a:spcBef>
                <a:spcPts val="215"/>
              </a:spcBef>
              <a:buFont typeface="Arial MT"/>
              <a:buChar char="•"/>
              <a:tabLst>
                <a:tab pos="777240" algn="l"/>
              </a:tabLst>
            </a:pPr>
            <a:r>
              <a:rPr lang="en-US" sz="2400" dirty="0">
                <a:latin typeface="Calibri"/>
                <a:cs typeface="Calibri"/>
              </a:rPr>
              <a:t>Bandwidth</a:t>
            </a:r>
          </a:p>
          <a:p>
            <a:pPr marL="776605" lvl="1" indent="-229235">
              <a:lnSpc>
                <a:spcPct val="100000"/>
              </a:lnSpc>
              <a:spcBef>
                <a:spcPts val="204"/>
              </a:spcBef>
              <a:buFont typeface="Arial MT"/>
              <a:buChar char="•"/>
              <a:tabLst>
                <a:tab pos="777240" algn="l"/>
              </a:tabLst>
            </a:pPr>
            <a:r>
              <a:rPr lang="en-US" sz="2400" spc="-10" dirty="0">
                <a:latin typeface="Calibri"/>
                <a:cs typeface="Calibri"/>
              </a:rPr>
              <a:t>Mobile-first</a:t>
            </a:r>
            <a:endParaRPr lang="en-AU" dirty="0"/>
          </a:p>
        </p:txBody>
      </p:sp>
      <p:pic>
        <p:nvPicPr>
          <p:cNvPr id="8" name="object 4">
            <a:extLst>
              <a:ext uri="{FF2B5EF4-FFF2-40B4-BE49-F238E27FC236}">
                <a16:creationId xmlns:a16="http://schemas.microsoft.com/office/drawing/2014/main" id="{1CC3AD4A-C4A4-4913-B8F0-CFF913341A12}"/>
              </a:ext>
            </a:extLst>
          </p:cNvPr>
          <p:cNvPicPr>
            <a:picLocks noGrp="1"/>
          </p:cNvPicPr>
          <p:nvPr>
            <p:ph sz="half" idx="1"/>
          </p:nvPr>
        </p:nvPicPr>
        <p:blipFill>
          <a:blip r:embed="rId3" cstate="print"/>
          <a:stretch>
            <a:fillRect/>
          </a:stretch>
        </p:blipFill>
        <p:spPr>
          <a:xfrm>
            <a:off x="838200" y="2727127"/>
            <a:ext cx="5181600" cy="224670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p:txBody>
          <a:bodyPr/>
          <a:lstStyle/>
          <a:p>
            <a:r>
              <a:rPr lang="en-US" dirty="0">
                <a:solidFill>
                  <a:schemeClr val="bg1"/>
                </a:solidFill>
              </a:rPr>
              <a:t>2. Legal and Privacy Issues</a:t>
            </a:r>
          </a:p>
        </p:txBody>
      </p:sp>
      <p:sp>
        <p:nvSpPr>
          <p:cNvPr id="7" name="Content Placeholder 6">
            <a:extLst>
              <a:ext uri="{FF2B5EF4-FFF2-40B4-BE49-F238E27FC236}">
                <a16:creationId xmlns:a16="http://schemas.microsoft.com/office/drawing/2014/main" id="{E55B014A-A673-46D1-936B-2812C7997920}"/>
              </a:ext>
            </a:extLst>
          </p:cNvPr>
          <p:cNvSpPr>
            <a:spLocks noGrp="1"/>
          </p:cNvSpPr>
          <p:nvPr>
            <p:ph idx="1"/>
          </p:nvPr>
        </p:nvSpPr>
        <p:spPr/>
        <p:txBody>
          <a:bodyPr/>
          <a:lstStyle/>
          <a:p>
            <a:pPr marL="241300" indent="-228600">
              <a:lnSpc>
                <a:spcPct val="100000"/>
              </a:lnSpc>
              <a:spcBef>
                <a:spcPts val="375"/>
              </a:spcBef>
              <a:buFont typeface="Arial MT"/>
              <a:buChar char="•"/>
              <a:tabLst>
                <a:tab pos="241300" algn="l"/>
              </a:tabLst>
            </a:pPr>
            <a:r>
              <a:rPr lang="en-US" sz="2800" spc="-15" dirty="0">
                <a:latin typeface="Calibri"/>
                <a:cs typeface="Calibri"/>
              </a:rPr>
              <a:t>Legal</a:t>
            </a:r>
            <a:r>
              <a:rPr lang="en-US" sz="2800" spc="-55" dirty="0">
                <a:latin typeface="Calibri"/>
                <a:cs typeface="Calibri"/>
              </a:rPr>
              <a:t> </a:t>
            </a:r>
            <a:r>
              <a:rPr lang="en-US" sz="2800" spc="-5" dirty="0">
                <a:latin typeface="Calibri"/>
                <a:cs typeface="Calibri"/>
              </a:rPr>
              <a:t>Issues</a:t>
            </a:r>
            <a:endParaRPr lang="en-US" sz="2800" dirty="0">
              <a:latin typeface="Calibri"/>
              <a:cs typeface="Calibri"/>
            </a:endParaRPr>
          </a:p>
          <a:p>
            <a:pPr marL="698500" lvl="1" indent="-228600">
              <a:lnSpc>
                <a:spcPct val="100000"/>
              </a:lnSpc>
              <a:spcBef>
                <a:spcPts val="245"/>
              </a:spcBef>
              <a:buFont typeface="Arial MT"/>
              <a:buChar char="•"/>
              <a:tabLst>
                <a:tab pos="698500" algn="l"/>
              </a:tabLst>
            </a:pPr>
            <a:r>
              <a:rPr lang="en-US" sz="2400" spc="-25" dirty="0">
                <a:latin typeface="Calibri"/>
                <a:cs typeface="Calibri"/>
              </a:rPr>
              <a:t>Easy</a:t>
            </a:r>
            <a:r>
              <a:rPr lang="en-US" sz="2400" spc="-20" dirty="0">
                <a:latin typeface="Calibri"/>
                <a:cs typeface="Calibri"/>
              </a:rPr>
              <a:t> </a:t>
            </a:r>
            <a:r>
              <a:rPr lang="en-US" sz="2400" spc="-15" dirty="0">
                <a:latin typeface="Calibri"/>
                <a:cs typeface="Calibri"/>
              </a:rPr>
              <a:t>to</a:t>
            </a:r>
            <a:r>
              <a:rPr lang="en-US" sz="2400" spc="-20" dirty="0">
                <a:latin typeface="Calibri"/>
                <a:cs typeface="Calibri"/>
              </a:rPr>
              <a:t> </a:t>
            </a:r>
            <a:r>
              <a:rPr lang="en-US" sz="2400" spc="-5" dirty="0">
                <a:latin typeface="Calibri"/>
                <a:cs typeface="Calibri"/>
              </a:rPr>
              <a:t>acquire</a:t>
            </a:r>
            <a:r>
              <a:rPr lang="en-US" sz="2400" spc="-15" dirty="0">
                <a:latin typeface="Calibri"/>
                <a:cs typeface="Calibri"/>
              </a:rPr>
              <a:t> </a:t>
            </a:r>
            <a:r>
              <a:rPr lang="en-US" sz="2400" spc="-5" dirty="0">
                <a:latin typeface="Calibri"/>
                <a:cs typeface="Calibri"/>
              </a:rPr>
              <a:t>images </a:t>
            </a:r>
            <a:r>
              <a:rPr lang="en-US" sz="2400" spc="-15" dirty="0">
                <a:latin typeface="Calibri"/>
                <a:cs typeface="Calibri"/>
              </a:rPr>
              <a:t>from</a:t>
            </a:r>
            <a:r>
              <a:rPr lang="en-US" sz="2400" spc="-30" dirty="0">
                <a:latin typeface="Calibri"/>
                <a:cs typeface="Calibri"/>
              </a:rPr>
              <a:t> </a:t>
            </a:r>
            <a:r>
              <a:rPr lang="en-US" sz="2400" dirty="0">
                <a:latin typeface="Calibri"/>
                <a:cs typeface="Calibri"/>
              </a:rPr>
              <a:t>the</a:t>
            </a:r>
            <a:r>
              <a:rPr lang="en-US" sz="2400" spc="-5" dirty="0">
                <a:latin typeface="Calibri"/>
                <a:cs typeface="Calibri"/>
              </a:rPr>
              <a:t> </a:t>
            </a:r>
            <a:r>
              <a:rPr lang="en-US" sz="2400" spc="-10" dirty="0">
                <a:latin typeface="Calibri"/>
                <a:cs typeface="Calibri"/>
              </a:rPr>
              <a:t>web</a:t>
            </a:r>
            <a:endParaRPr lang="en-US" sz="2400" dirty="0">
              <a:latin typeface="Calibri"/>
              <a:cs typeface="Calibri"/>
            </a:endParaRPr>
          </a:p>
          <a:p>
            <a:pPr marL="698500" marR="5080" lvl="1" indent="-228600">
              <a:lnSpc>
                <a:spcPts val="2590"/>
              </a:lnSpc>
              <a:spcBef>
                <a:spcPts val="545"/>
              </a:spcBef>
              <a:buFont typeface="Arial MT"/>
              <a:buChar char="•"/>
              <a:tabLst>
                <a:tab pos="698500" algn="l"/>
              </a:tabLst>
            </a:pPr>
            <a:r>
              <a:rPr lang="en-US" sz="2400" spc="-20" dirty="0">
                <a:latin typeface="Calibri"/>
                <a:cs typeface="Calibri"/>
              </a:rPr>
              <a:t>Make</a:t>
            </a:r>
            <a:r>
              <a:rPr lang="en-US" sz="2400" spc="-10" dirty="0">
                <a:latin typeface="Calibri"/>
                <a:cs typeface="Calibri"/>
              </a:rPr>
              <a:t> </a:t>
            </a:r>
            <a:r>
              <a:rPr lang="en-US" sz="2400" spc="-15" dirty="0">
                <a:latin typeface="Calibri"/>
                <a:cs typeface="Calibri"/>
              </a:rPr>
              <a:t>sure</a:t>
            </a:r>
            <a:r>
              <a:rPr lang="en-US" sz="2400" spc="5" dirty="0">
                <a:latin typeface="Calibri"/>
                <a:cs typeface="Calibri"/>
              </a:rPr>
              <a:t> </a:t>
            </a:r>
            <a:r>
              <a:rPr lang="en-US" sz="2400" dirty="0">
                <a:latin typeface="Calibri"/>
                <a:cs typeface="Calibri"/>
              </a:rPr>
              <a:t>the</a:t>
            </a:r>
            <a:r>
              <a:rPr lang="en-US" sz="2400" spc="5" dirty="0">
                <a:latin typeface="Calibri"/>
                <a:cs typeface="Calibri"/>
              </a:rPr>
              <a:t> </a:t>
            </a:r>
            <a:r>
              <a:rPr lang="en-US" sz="2400" spc="-10" dirty="0">
                <a:latin typeface="Calibri"/>
                <a:cs typeface="Calibri"/>
              </a:rPr>
              <a:t>material</a:t>
            </a:r>
            <a:r>
              <a:rPr lang="en-US" sz="2400" spc="-20" dirty="0">
                <a:latin typeface="Calibri"/>
                <a:cs typeface="Calibri"/>
              </a:rPr>
              <a:t> </a:t>
            </a:r>
            <a:r>
              <a:rPr lang="en-US" sz="2400" spc="-5" dirty="0">
                <a:latin typeface="Calibri"/>
                <a:cs typeface="Calibri"/>
              </a:rPr>
              <a:t>on </a:t>
            </a:r>
            <a:r>
              <a:rPr lang="en-US" sz="2400" spc="-10" dirty="0">
                <a:latin typeface="Calibri"/>
                <a:cs typeface="Calibri"/>
              </a:rPr>
              <a:t>your</a:t>
            </a:r>
            <a:r>
              <a:rPr lang="en-US" sz="2400" spc="-15" dirty="0">
                <a:latin typeface="Calibri"/>
                <a:cs typeface="Calibri"/>
              </a:rPr>
              <a:t> website</a:t>
            </a:r>
            <a:r>
              <a:rPr lang="en-US" sz="2400" spc="-5" dirty="0">
                <a:latin typeface="Calibri"/>
                <a:cs typeface="Calibri"/>
              </a:rPr>
              <a:t> </a:t>
            </a:r>
            <a:r>
              <a:rPr lang="en-US" sz="2400" dirty="0">
                <a:latin typeface="Calibri"/>
                <a:cs typeface="Calibri"/>
              </a:rPr>
              <a:t>is</a:t>
            </a:r>
            <a:r>
              <a:rPr lang="en-US" sz="2400" spc="5" dirty="0">
                <a:latin typeface="Calibri"/>
                <a:cs typeface="Calibri"/>
              </a:rPr>
              <a:t> </a:t>
            </a:r>
            <a:r>
              <a:rPr lang="en-US" sz="2400" spc="-15" dirty="0">
                <a:latin typeface="Calibri"/>
                <a:cs typeface="Calibri"/>
              </a:rPr>
              <a:t>free</a:t>
            </a:r>
            <a:r>
              <a:rPr lang="en-US" sz="2400" spc="15" dirty="0">
                <a:latin typeface="Calibri"/>
                <a:cs typeface="Calibri"/>
              </a:rPr>
              <a:t> </a:t>
            </a:r>
            <a:r>
              <a:rPr lang="en-US" sz="2400" spc="-5" dirty="0">
                <a:latin typeface="Calibri"/>
                <a:cs typeface="Calibri"/>
              </a:rPr>
              <a:t>of </a:t>
            </a:r>
            <a:r>
              <a:rPr lang="en-US" sz="2400" spc="-10" dirty="0">
                <a:latin typeface="Calibri"/>
                <a:cs typeface="Calibri"/>
              </a:rPr>
              <a:t>copyright </a:t>
            </a:r>
            <a:r>
              <a:rPr lang="en-US" sz="2400" spc="-525" dirty="0">
                <a:latin typeface="Calibri"/>
                <a:cs typeface="Calibri"/>
              </a:rPr>
              <a:t> </a:t>
            </a:r>
            <a:r>
              <a:rPr lang="en-US" sz="2400" spc="-10" dirty="0">
                <a:latin typeface="Calibri"/>
                <a:cs typeface="Calibri"/>
              </a:rPr>
              <a:t>infringement</a:t>
            </a:r>
            <a:endParaRPr lang="en-US" sz="2400" dirty="0">
              <a:latin typeface="Calibri"/>
              <a:cs typeface="Calibri"/>
            </a:endParaRPr>
          </a:p>
          <a:p>
            <a:pPr marL="1155700" lvl="2" indent="-228600">
              <a:lnSpc>
                <a:spcPct val="100000"/>
              </a:lnSpc>
              <a:spcBef>
                <a:spcPts val="245"/>
              </a:spcBef>
              <a:buFont typeface="Arial MT"/>
              <a:buChar char="•"/>
              <a:tabLst>
                <a:tab pos="1155065" algn="l"/>
                <a:tab pos="1155700" algn="l"/>
              </a:tabLst>
            </a:pPr>
            <a:r>
              <a:rPr lang="en-US" sz="2000" spc="-10" dirty="0">
                <a:latin typeface="Calibri"/>
                <a:cs typeface="Calibri"/>
              </a:rPr>
              <a:t>Ownership</a:t>
            </a:r>
            <a:r>
              <a:rPr lang="en-US" sz="2000" spc="-15" dirty="0">
                <a:latin typeface="Calibri"/>
                <a:cs typeface="Calibri"/>
              </a:rPr>
              <a:t> </a:t>
            </a:r>
            <a:r>
              <a:rPr lang="en-US" sz="2000" spc="-5" dirty="0">
                <a:latin typeface="Calibri"/>
                <a:cs typeface="Calibri"/>
              </a:rPr>
              <a:t>of</a:t>
            </a:r>
            <a:r>
              <a:rPr lang="en-US" sz="2000" spc="-15" dirty="0">
                <a:latin typeface="Calibri"/>
                <a:cs typeface="Calibri"/>
              </a:rPr>
              <a:t> </a:t>
            </a:r>
            <a:r>
              <a:rPr lang="en-US" sz="2000" spc="-5" dirty="0">
                <a:latin typeface="Calibri"/>
                <a:cs typeface="Calibri"/>
              </a:rPr>
              <a:t>intellectual</a:t>
            </a:r>
            <a:r>
              <a:rPr lang="en-US" sz="2000" spc="25" dirty="0">
                <a:latin typeface="Calibri"/>
                <a:cs typeface="Calibri"/>
              </a:rPr>
              <a:t> </a:t>
            </a:r>
            <a:r>
              <a:rPr lang="en-US" sz="2000" spc="-10" dirty="0">
                <a:latin typeface="Calibri"/>
                <a:cs typeface="Calibri"/>
              </a:rPr>
              <a:t>property</a:t>
            </a:r>
            <a:endParaRPr lang="en-US" sz="2000" dirty="0">
              <a:latin typeface="Calibri"/>
              <a:cs typeface="Calibri"/>
            </a:endParaRPr>
          </a:p>
          <a:p>
            <a:pPr marL="698500" lvl="1" indent="-228600">
              <a:lnSpc>
                <a:spcPts val="2735"/>
              </a:lnSpc>
              <a:spcBef>
                <a:spcPts val="190"/>
              </a:spcBef>
              <a:buFont typeface="Arial MT"/>
              <a:buChar char="•"/>
              <a:tabLst>
                <a:tab pos="698500" algn="l"/>
              </a:tabLst>
            </a:pPr>
            <a:r>
              <a:rPr lang="en-US" sz="2400" spc="-10" dirty="0">
                <a:latin typeface="Calibri"/>
                <a:cs typeface="Calibri"/>
              </a:rPr>
              <a:t>Obtain</a:t>
            </a:r>
            <a:r>
              <a:rPr lang="en-US" sz="2400" spc="-20" dirty="0">
                <a:latin typeface="Calibri"/>
                <a:cs typeface="Calibri"/>
              </a:rPr>
              <a:t> </a:t>
            </a:r>
            <a:r>
              <a:rPr lang="en-US" sz="2400" spc="-5" dirty="0">
                <a:latin typeface="Calibri"/>
                <a:cs typeface="Calibri"/>
              </a:rPr>
              <a:t>permission </a:t>
            </a:r>
            <a:r>
              <a:rPr lang="en-US" sz="2400" spc="-15" dirty="0">
                <a:latin typeface="Calibri"/>
                <a:cs typeface="Calibri"/>
              </a:rPr>
              <a:t>from</a:t>
            </a:r>
            <a:r>
              <a:rPr lang="en-US" sz="2400" spc="-25" dirty="0">
                <a:latin typeface="Calibri"/>
                <a:cs typeface="Calibri"/>
              </a:rPr>
              <a:t> </a:t>
            </a:r>
            <a:r>
              <a:rPr lang="en-US" sz="2400" dirty="0">
                <a:latin typeface="Calibri"/>
                <a:cs typeface="Calibri"/>
              </a:rPr>
              <a:t>the </a:t>
            </a:r>
            <a:r>
              <a:rPr lang="en-US" sz="2400" spc="-5" dirty="0">
                <a:latin typeface="Calibri"/>
                <a:cs typeface="Calibri"/>
              </a:rPr>
              <a:t>owner</a:t>
            </a:r>
            <a:r>
              <a:rPr lang="en-US" sz="2400" dirty="0">
                <a:latin typeface="Calibri"/>
                <a:cs typeface="Calibri"/>
              </a:rPr>
              <a:t> </a:t>
            </a:r>
            <a:r>
              <a:rPr lang="en-US" sz="2400" spc="-15" dirty="0">
                <a:latin typeface="Calibri"/>
                <a:cs typeface="Calibri"/>
              </a:rPr>
              <a:t>to </a:t>
            </a:r>
            <a:r>
              <a:rPr lang="en-US" sz="2400" spc="-5" dirty="0">
                <a:latin typeface="Calibri"/>
                <a:cs typeface="Calibri"/>
              </a:rPr>
              <a:t>use </a:t>
            </a:r>
            <a:r>
              <a:rPr lang="en-US" sz="2400" spc="-20" dirty="0">
                <a:latin typeface="Calibri"/>
                <a:cs typeface="Calibri"/>
              </a:rPr>
              <a:t>any</a:t>
            </a:r>
            <a:r>
              <a:rPr lang="en-US" sz="2400" dirty="0">
                <a:latin typeface="Calibri"/>
                <a:cs typeface="Calibri"/>
              </a:rPr>
              <a:t> </a:t>
            </a:r>
            <a:r>
              <a:rPr lang="en-US" sz="2400" spc="-10" dirty="0">
                <a:latin typeface="Calibri"/>
                <a:cs typeface="Calibri"/>
              </a:rPr>
              <a:t>copyrighted</a:t>
            </a:r>
            <a:endParaRPr lang="en-US" sz="2400" dirty="0">
              <a:latin typeface="Calibri"/>
              <a:cs typeface="Calibri"/>
            </a:endParaRPr>
          </a:p>
          <a:p>
            <a:pPr marL="698500">
              <a:lnSpc>
                <a:spcPts val="2735"/>
              </a:lnSpc>
            </a:pPr>
            <a:r>
              <a:rPr lang="en-US" sz="2400" spc="-5" dirty="0">
                <a:latin typeface="Calibri"/>
                <a:cs typeface="Calibri"/>
              </a:rPr>
              <a:t>material</a:t>
            </a:r>
            <a:endParaRPr lang="en-US" sz="2400" dirty="0">
              <a:latin typeface="Calibri"/>
              <a:cs typeface="Calibri"/>
            </a:endParaRPr>
          </a:p>
          <a:p>
            <a:pPr marL="698500" lvl="1" indent="-228600">
              <a:lnSpc>
                <a:spcPct val="100000"/>
              </a:lnSpc>
              <a:spcBef>
                <a:spcPts val="215"/>
              </a:spcBef>
              <a:buFont typeface="Arial MT"/>
              <a:buChar char="•"/>
              <a:tabLst>
                <a:tab pos="698500" algn="l"/>
              </a:tabLst>
            </a:pPr>
            <a:r>
              <a:rPr lang="en-US" sz="2400" spc="-5" dirty="0">
                <a:latin typeface="Calibri"/>
                <a:cs typeface="Calibri"/>
              </a:rPr>
              <a:t>Use</a:t>
            </a:r>
            <a:r>
              <a:rPr lang="en-US" sz="2400" spc="-15" dirty="0">
                <a:latin typeface="Calibri"/>
                <a:cs typeface="Calibri"/>
              </a:rPr>
              <a:t> </a:t>
            </a:r>
            <a:r>
              <a:rPr lang="en-US" sz="2400" spc="-10" dirty="0">
                <a:latin typeface="Calibri"/>
                <a:cs typeface="Calibri"/>
              </a:rPr>
              <a:t>connectivity</a:t>
            </a:r>
            <a:r>
              <a:rPr lang="en-US" sz="2400" spc="-25" dirty="0">
                <a:latin typeface="Calibri"/>
                <a:cs typeface="Calibri"/>
              </a:rPr>
              <a:t> </a:t>
            </a:r>
            <a:r>
              <a:rPr lang="en-US" sz="2400" spc="-10" dirty="0">
                <a:latin typeface="Calibri"/>
                <a:cs typeface="Calibri"/>
              </a:rPr>
              <a:t>tools</a:t>
            </a:r>
            <a:endParaRPr lang="en-AU"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p:txBody>
          <a:bodyPr/>
          <a:lstStyle/>
          <a:p>
            <a:r>
              <a:rPr lang="en-US" dirty="0">
                <a:solidFill>
                  <a:schemeClr val="bg1"/>
                </a:solidFill>
              </a:rPr>
              <a:t>2. Legal and Privacy Issues</a:t>
            </a:r>
          </a:p>
        </p:txBody>
      </p:sp>
      <p:sp>
        <p:nvSpPr>
          <p:cNvPr id="8" name="Content Placeholder 7">
            <a:extLst>
              <a:ext uri="{FF2B5EF4-FFF2-40B4-BE49-F238E27FC236}">
                <a16:creationId xmlns:a16="http://schemas.microsoft.com/office/drawing/2014/main" id="{53EE6677-F0CD-4AFC-8735-6B24441CE39F}"/>
              </a:ext>
            </a:extLst>
          </p:cNvPr>
          <p:cNvSpPr>
            <a:spLocks noGrp="1"/>
          </p:cNvSpPr>
          <p:nvPr>
            <p:ph idx="1"/>
          </p:nvPr>
        </p:nvSpPr>
        <p:spPr/>
        <p:txBody>
          <a:bodyPr/>
          <a:lstStyle/>
          <a:p>
            <a:r>
              <a:rPr lang="en-US" sz="2400" spc="-10" dirty="0">
                <a:latin typeface="Calibri"/>
                <a:cs typeface="Calibri"/>
              </a:rPr>
              <a:t>Protect</a:t>
            </a:r>
            <a:r>
              <a:rPr lang="en-US" sz="2400" spc="-15" dirty="0">
                <a:latin typeface="Calibri"/>
                <a:cs typeface="Calibri"/>
              </a:rPr>
              <a:t> your</a:t>
            </a:r>
            <a:r>
              <a:rPr lang="en-US" sz="2400" spc="15" dirty="0">
                <a:latin typeface="Calibri"/>
                <a:cs typeface="Calibri"/>
              </a:rPr>
              <a:t> </a:t>
            </a:r>
            <a:r>
              <a:rPr lang="en-US" sz="2400" spc="-10" dirty="0">
                <a:latin typeface="Calibri"/>
                <a:cs typeface="Calibri"/>
              </a:rPr>
              <a:t>work</a:t>
            </a:r>
            <a:r>
              <a:rPr lang="en-US" sz="2400" spc="5" dirty="0">
                <a:latin typeface="Calibri"/>
                <a:cs typeface="Calibri"/>
              </a:rPr>
              <a:t> </a:t>
            </a:r>
            <a:r>
              <a:rPr lang="en-US" sz="2400" spc="-10" dirty="0">
                <a:latin typeface="Calibri"/>
                <a:cs typeface="Calibri"/>
              </a:rPr>
              <a:t>by</a:t>
            </a:r>
            <a:r>
              <a:rPr lang="en-US" sz="2400" spc="10" dirty="0">
                <a:latin typeface="Calibri"/>
                <a:cs typeface="Calibri"/>
              </a:rPr>
              <a:t> </a:t>
            </a:r>
            <a:r>
              <a:rPr lang="en-US" sz="2400" spc="-10" dirty="0">
                <a:latin typeface="Calibri"/>
                <a:cs typeface="Calibri"/>
              </a:rPr>
              <a:t>copyrighting</a:t>
            </a:r>
            <a:r>
              <a:rPr lang="en-US" sz="2400" dirty="0">
                <a:latin typeface="Calibri"/>
                <a:cs typeface="Calibri"/>
              </a:rPr>
              <a:t> </a:t>
            </a:r>
            <a:r>
              <a:rPr lang="en-US" sz="2400" spc="-15" dirty="0">
                <a:latin typeface="Calibri"/>
                <a:cs typeface="Calibri"/>
              </a:rPr>
              <a:t>your</a:t>
            </a:r>
            <a:r>
              <a:rPr lang="en-US" sz="2400" spc="5" dirty="0">
                <a:latin typeface="Calibri"/>
                <a:cs typeface="Calibri"/>
              </a:rPr>
              <a:t> </a:t>
            </a:r>
            <a:r>
              <a:rPr lang="en-US" sz="2400" spc="-10" dirty="0">
                <a:latin typeface="Calibri"/>
                <a:cs typeface="Calibri"/>
              </a:rPr>
              <a:t>material</a:t>
            </a:r>
            <a:endParaRPr lang="en-US" sz="2400" dirty="0">
              <a:latin typeface="Calibri"/>
              <a:cs typeface="Calibri"/>
            </a:endParaRPr>
          </a:p>
          <a:p>
            <a:endParaRPr lang="en-AU" dirty="0"/>
          </a:p>
        </p:txBody>
      </p:sp>
      <p:pic>
        <p:nvPicPr>
          <p:cNvPr id="6" name="object 6"/>
          <p:cNvPicPr/>
          <p:nvPr/>
        </p:nvPicPr>
        <p:blipFill>
          <a:blip r:embed="rId2" cstate="print"/>
          <a:stretch>
            <a:fillRect/>
          </a:stretch>
        </p:blipFill>
        <p:spPr>
          <a:xfrm>
            <a:off x="1219200" y="2292096"/>
            <a:ext cx="9753600" cy="357530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p:txBody>
          <a:bodyPr/>
          <a:lstStyle/>
          <a:p>
            <a:r>
              <a:rPr lang="en-US" dirty="0">
                <a:solidFill>
                  <a:schemeClr val="bg1"/>
                </a:solidFill>
              </a:rPr>
              <a:t>2. Legal and Privacy Issues</a:t>
            </a:r>
          </a:p>
        </p:txBody>
      </p:sp>
      <p:pic>
        <p:nvPicPr>
          <p:cNvPr id="4" name="object 4"/>
          <p:cNvPicPr/>
          <p:nvPr/>
        </p:nvPicPr>
        <p:blipFill>
          <a:blip r:embed="rId2" cstate="print"/>
          <a:stretch>
            <a:fillRect/>
          </a:stretch>
        </p:blipFill>
        <p:spPr>
          <a:xfrm>
            <a:off x="1524000" y="1371600"/>
            <a:ext cx="8229600" cy="455980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p:txBody>
          <a:bodyPr/>
          <a:lstStyle/>
          <a:p>
            <a:r>
              <a:rPr lang="en-US" dirty="0">
                <a:solidFill>
                  <a:schemeClr val="bg1"/>
                </a:solidFill>
              </a:rPr>
              <a:t>2. Legal and Privacy Issues </a:t>
            </a:r>
          </a:p>
        </p:txBody>
      </p:sp>
      <p:sp>
        <p:nvSpPr>
          <p:cNvPr id="6" name="Content Placeholder 5">
            <a:extLst>
              <a:ext uri="{FF2B5EF4-FFF2-40B4-BE49-F238E27FC236}">
                <a16:creationId xmlns:a16="http://schemas.microsoft.com/office/drawing/2014/main" id="{E536A78F-A3EF-4077-AF1C-D1FD253C346D}"/>
              </a:ext>
            </a:extLst>
          </p:cNvPr>
          <p:cNvSpPr>
            <a:spLocks noGrp="1"/>
          </p:cNvSpPr>
          <p:nvPr>
            <p:ph idx="1"/>
          </p:nvPr>
        </p:nvSpPr>
        <p:spPr/>
        <p:txBody>
          <a:bodyPr/>
          <a:lstStyle/>
          <a:p>
            <a:pPr marL="319405" indent="-229235">
              <a:lnSpc>
                <a:spcPts val="3200"/>
              </a:lnSpc>
              <a:buFont typeface="Arial MT"/>
              <a:buChar char="•"/>
              <a:tabLst>
                <a:tab pos="320040" algn="l"/>
              </a:tabLst>
            </a:pPr>
            <a:r>
              <a:rPr lang="en-US" sz="2800" spc="-10" dirty="0">
                <a:latin typeface="Calibri"/>
                <a:cs typeface="Calibri"/>
              </a:rPr>
              <a:t>Privacy</a:t>
            </a:r>
            <a:r>
              <a:rPr lang="en-US" sz="2800" spc="-30" dirty="0">
                <a:latin typeface="Calibri"/>
                <a:cs typeface="Calibri"/>
              </a:rPr>
              <a:t> </a:t>
            </a:r>
            <a:r>
              <a:rPr lang="en-US" sz="2800" spc="-5" dirty="0">
                <a:latin typeface="Calibri"/>
                <a:cs typeface="Calibri"/>
              </a:rPr>
              <a:t>Issues</a:t>
            </a:r>
            <a:endParaRPr lang="en-US" sz="2800" dirty="0">
              <a:latin typeface="Calibri"/>
              <a:cs typeface="Calibri"/>
            </a:endParaRPr>
          </a:p>
          <a:p>
            <a:pPr marL="776605" lvl="1" indent="-229235">
              <a:lnSpc>
                <a:spcPct val="100000"/>
              </a:lnSpc>
              <a:spcBef>
                <a:spcPts val="244"/>
              </a:spcBef>
              <a:buFont typeface="Arial MT"/>
              <a:buChar char="•"/>
              <a:tabLst>
                <a:tab pos="777240" algn="l"/>
              </a:tabLst>
            </a:pPr>
            <a:r>
              <a:rPr lang="en-US" sz="2400" spc="-5" dirty="0">
                <a:latin typeface="Calibri"/>
                <a:cs typeface="Calibri"/>
              </a:rPr>
              <a:t>Cautiously</a:t>
            </a:r>
            <a:r>
              <a:rPr lang="en-US" sz="2400" spc="-10" dirty="0">
                <a:latin typeface="Calibri"/>
                <a:cs typeface="Calibri"/>
              </a:rPr>
              <a:t> give</a:t>
            </a:r>
            <a:r>
              <a:rPr lang="en-US" sz="2400" dirty="0">
                <a:latin typeface="Calibri"/>
                <a:cs typeface="Calibri"/>
              </a:rPr>
              <a:t> </a:t>
            </a:r>
            <a:r>
              <a:rPr lang="en-US" sz="2400" spc="-5" dirty="0">
                <a:latin typeface="Calibri"/>
                <a:cs typeface="Calibri"/>
              </a:rPr>
              <a:t>out</a:t>
            </a:r>
            <a:r>
              <a:rPr lang="en-US" sz="2400" spc="-10" dirty="0">
                <a:latin typeface="Calibri"/>
                <a:cs typeface="Calibri"/>
              </a:rPr>
              <a:t> personally</a:t>
            </a:r>
            <a:r>
              <a:rPr lang="en-US" sz="2400" spc="-15" dirty="0">
                <a:latin typeface="Calibri"/>
                <a:cs typeface="Calibri"/>
              </a:rPr>
              <a:t> </a:t>
            </a:r>
            <a:r>
              <a:rPr lang="en-US" sz="2400" spc="-5" dirty="0">
                <a:latin typeface="Calibri"/>
                <a:cs typeface="Calibri"/>
              </a:rPr>
              <a:t>identifiable</a:t>
            </a:r>
            <a:r>
              <a:rPr lang="en-US" sz="2400" spc="-15" dirty="0">
                <a:latin typeface="Calibri"/>
                <a:cs typeface="Calibri"/>
              </a:rPr>
              <a:t> </a:t>
            </a:r>
            <a:r>
              <a:rPr lang="en-US" sz="2400" spc="-10" dirty="0">
                <a:latin typeface="Calibri"/>
                <a:cs typeface="Calibri"/>
              </a:rPr>
              <a:t>information</a:t>
            </a:r>
            <a:r>
              <a:rPr lang="en-US" sz="2400" spc="-5" dirty="0">
                <a:latin typeface="Calibri"/>
                <a:cs typeface="Calibri"/>
              </a:rPr>
              <a:t> (PII)</a:t>
            </a:r>
            <a:endParaRPr lang="en-US" sz="2400" dirty="0">
              <a:latin typeface="Calibri"/>
              <a:cs typeface="Calibri"/>
            </a:endParaRPr>
          </a:p>
          <a:p>
            <a:pPr marL="776605" lvl="1" indent="-229235">
              <a:lnSpc>
                <a:spcPct val="100000"/>
              </a:lnSpc>
              <a:spcBef>
                <a:spcPts val="215"/>
              </a:spcBef>
              <a:buFont typeface="Arial MT"/>
              <a:buChar char="•"/>
              <a:tabLst>
                <a:tab pos="777240" algn="l"/>
              </a:tabLst>
            </a:pPr>
            <a:r>
              <a:rPr lang="en-US" sz="2400" spc="-5" dirty="0">
                <a:latin typeface="Calibri"/>
                <a:cs typeface="Calibri"/>
              </a:rPr>
              <a:t>Encryption</a:t>
            </a:r>
            <a:endParaRPr lang="en-US" sz="2400" dirty="0">
              <a:latin typeface="Calibri"/>
              <a:cs typeface="Calibri"/>
            </a:endParaRPr>
          </a:p>
          <a:p>
            <a:pPr marL="776605" lvl="1" indent="-229235">
              <a:lnSpc>
                <a:spcPct val="100000"/>
              </a:lnSpc>
              <a:spcBef>
                <a:spcPts val="204"/>
              </a:spcBef>
              <a:buFont typeface="Arial MT"/>
              <a:buChar char="•"/>
              <a:tabLst>
                <a:tab pos="777240" algn="l"/>
              </a:tabLst>
            </a:pPr>
            <a:r>
              <a:rPr lang="en-US" sz="2400" spc="-5" dirty="0">
                <a:latin typeface="Calibri"/>
                <a:cs typeface="Calibri"/>
              </a:rPr>
              <a:t>Decryption</a:t>
            </a:r>
            <a:endParaRPr lang="en-US" sz="2400" dirty="0">
              <a:latin typeface="Calibri"/>
              <a:cs typeface="Calibri"/>
            </a:endParaRPr>
          </a:p>
          <a:p>
            <a:pPr marL="776605" lvl="1" indent="-229235">
              <a:lnSpc>
                <a:spcPct val="100000"/>
              </a:lnSpc>
              <a:spcBef>
                <a:spcPts val="215"/>
              </a:spcBef>
              <a:buFont typeface="Arial MT"/>
              <a:buChar char="•"/>
              <a:tabLst>
                <a:tab pos="777240" algn="l"/>
              </a:tabLst>
            </a:pPr>
            <a:r>
              <a:rPr lang="en-US" sz="2400" spc="-10" dirty="0">
                <a:latin typeface="Calibri"/>
                <a:cs typeface="Calibri"/>
              </a:rPr>
              <a:t>Secure</a:t>
            </a:r>
            <a:r>
              <a:rPr lang="en-US" sz="2400" spc="-25" dirty="0">
                <a:latin typeface="Calibri"/>
                <a:cs typeface="Calibri"/>
              </a:rPr>
              <a:t> </a:t>
            </a:r>
            <a:r>
              <a:rPr lang="en-US" sz="2400" spc="-15" dirty="0">
                <a:latin typeface="Calibri"/>
                <a:cs typeface="Calibri"/>
              </a:rPr>
              <a:t>Sockets</a:t>
            </a:r>
            <a:r>
              <a:rPr lang="en-US" sz="2400" spc="-50" dirty="0">
                <a:latin typeface="Calibri"/>
                <a:cs typeface="Calibri"/>
              </a:rPr>
              <a:t> </a:t>
            </a:r>
            <a:r>
              <a:rPr lang="en-US" sz="2400" spc="-15" dirty="0">
                <a:latin typeface="Calibri"/>
                <a:cs typeface="Calibri"/>
              </a:rPr>
              <a:t>Layer</a:t>
            </a:r>
            <a:r>
              <a:rPr lang="en-US" sz="2400" spc="-25" dirty="0">
                <a:latin typeface="Calibri"/>
                <a:cs typeface="Calibri"/>
              </a:rPr>
              <a:t> </a:t>
            </a:r>
            <a:r>
              <a:rPr lang="en-US" sz="2400" spc="-5" dirty="0">
                <a:latin typeface="Calibri"/>
                <a:cs typeface="Calibri"/>
              </a:rPr>
              <a:t>(SSL)</a:t>
            </a:r>
            <a:endParaRPr lang="en-US" sz="2400" dirty="0">
              <a:latin typeface="Calibri"/>
              <a:cs typeface="Calibri"/>
            </a:endParaRPr>
          </a:p>
          <a:p>
            <a:pPr marL="776605" lvl="1" indent="-229235">
              <a:lnSpc>
                <a:spcPct val="100000"/>
              </a:lnSpc>
              <a:spcBef>
                <a:spcPts val="220"/>
              </a:spcBef>
              <a:buFont typeface="Arial MT"/>
              <a:buChar char="•"/>
              <a:tabLst>
                <a:tab pos="777240" algn="l"/>
              </a:tabLst>
            </a:pPr>
            <a:r>
              <a:rPr lang="en-US" sz="2400" spc="-5" dirty="0">
                <a:latin typeface="Calibri"/>
                <a:cs typeface="Calibri"/>
              </a:rPr>
              <a:t>Cookies</a:t>
            </a:r>
            <a:endParaRPr lang="en-US" sz="2400" dirty="0">
              <a:latin typeface="Calibri"/>
              <a:cs typeface="Calibri"/>
            </a:endParaRPr>
          </a:p>
          <a:p>
            <a:pPr marL="776605" lvl="1" indent="-229235">
              <a:lnSpc>
                <a:spcPct val="100000"/>
              </a:lnSpc>
              <a:spcBef>
                <a:spcPts val="204"/>
              </a:spcBef>
              <a:buFont typeface="Arial MT"/>
              <a:buChar char="•"/>
              <a:tabLst>
                <a:tab pos="777240" algn="l"/>
              </a:tabLst>
            </a:pPr>
            <a:r>
              <a:rPr lang="en-US" sz="2400" spc="-10" dirty="0">
                <a:latin typeface="Calibri"/>
                <a:cs typeface="Calibri"/>
              </a:rPr>
              <a:t>Privacy</a:t>
            </a:r>
            <a:r>
              <a:rPr lang="en-US" sz="2400" spc="-25" dirty="0">
                <a:latin typeface="Calibri"/>
                <a:cs typeface="Calibri"/>
              </a:rPr>
              <a:t> </a:t>
            </a:r>
            <a:r>
              <a:rPr lang="en-US" sz="2400" spc="-5" dirty="0">
                <a:latin typeface="Calibri"/>
                <a:cs typeface="Calibri"/>
              </a:rPr>
              <a:t>policy</a:t>
            </a:r>
            <a:r>
              <a:rPr lang="en-US" sz="2400" spc="-30" dirty="0">
                <a:latin typeface="Calibri"/>
                <a:cs typeface="Calibri"/>
              </a:rPr>
              <a:t> </a:t>
            </a:r>
            <a:r>
              <a:rPr lang="en-US" sz="2400" spc="-15" dirty="0">
                <a:latin typeface="Calibri"/>
                <a:cs typeface="Calibri"/>
              </a:rPr>
              <a:t>statement</a:t>
            </a:r>
            <a:endParaRPr lang="en-AU"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p:txBody>
          <a:bodyPr/>
          <a:lstStyle/>
          <a:p>
            <a:r>
              <a:rPr lang="en-US" dirty="0">
                <a:solidFill>
                  <a:schemeClr val="bg1"/>
                </a:solidFill>
              </a:rPr>
              <a:t>2. Legal and Privacy Issues </a:t>
            </a:r>
          </a:p>
        </p:txBody>
      </p:sp>
      <p:pic>
        <p:nvPicPr>
          <p:cNvPr id="4" name="object 4"/>
          <p:cNvPicPr/>
          <p:nvPr/>
        </p:nvPicPr>
        <p:blipFill>
          <a:blip r:embed="rId2" cstate="print"/>
          <a:stretch>
            <a:fillRect/>
          </a:stretch>
        </p:blipFill>
        <p:spPr>
          <a:xfrm>
            <a:off x="838200" y="1524000"/>
            <a:ext cx="10515600" cy="42672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p:txBody>
          <a:bodyPr>
            <a:normAutofit/>
          </a:bodyPr>
          <a:lstStyle/>
          <a:p>
            <a:r>
              <a:rPr lang="en-US" dirty="0">
                <a:solidFill>
                  <a:schemeClr val="bg1"/>
                </a:solidFill>
              </a:rPr>
              <a:t>3. Accessibility and Usability Issues</a:t>
            </a:r>
          </a:p>
        </p:txBody>
      </p:sp>
      <p:sp>
        <p:nvSpPr>
          <p:cNvPr id="6" name="Content Placeholder 5">
            <a:extLst>
              <a:ext uri="{FF2B5EF4-FFF2-40B4-BE49-F238E27FC236}">
                <a16:creationId xmlns:a16="http://schemas.microsoft.com/office/drawing/2014/main" id="{8F4B4A21-947A-45A8-87B3-60CA4F8DDC75}"/>
              </a:ext>
            </a:extLst>
          </p:cNvPr>
          <p:cNvSpPr>
            <a:spLocks noGrp="1"/>
          </p:cNvSpPr>
          <p:nvPr>
            <p:ph idx="1"/>
          </p:nvPr>
        </p:nvSpPr>
        <p:spPr/>
        <p:txBody>
          <a:bodyPr/>
          <a:lstStyle/>
          <a:p>
            <a:pPr marL="319405" marR="455930" indent="-228600">
              <a:lnSpc>
                <a:spcPts val="3020"/>
              </a:lnSpc>
              <a:spcBef>
                <a:spcPts val="225"/>
              </a:spcBef>
              <a:buFont typeface="Arial MT"/>
              <a:buChar char="•"/>
              <a:tabLst>
                <a:tab pos="320040" algn="l"/>
                <a:tab pos="5833110" algn="l"/>
              </a:tabLst>
            </a:pPr>
            <a:r>
              <a:rPr lang="en-US" spc="-45" dirty="0">
                <a:latin typeface="Calibri"/>
                <a:cs typeface="Calibri"/>
              </a:rPr>
              <a:t>Web</a:t>
            </a:r>
            <a:r>
              <a:rPr lang="en-US" spc="20" dirty="0">
                <a:latin typeface="Calibri"/>
                <a:cs typeface="Calibri"/>
              </a:rPr>
              <a:t> </a:t>
            </a:r>
            <a:r>
              <a:rPr lang="en-US" spc="-5" dirty="0">
                <a:latin typeface="Calibri"/>
                <a:cs typeface="Calibri"/>
              </a:rPr>
              <a:t>accessibility</a:t>
            </a:r>
            <a:r>
              <a:rPr lang="en-US" spc="40" dirty="0">
                <a:latin typeface="Calibri"/>
                <a:cs typeface="Calibri"/>
              </a:rPr>
              <a:t> </a:t>
            </a:r>
            <a:r>
              <a:rPr lang="en-US" spc="-10" dirty="0">
                <a:latin typeface="Calibri"/>
                <a:cs typeface="Calibri"/>
              </a:rPr>
              <a:t>deals</a:t>
            </a:r>
            <a:r>
              <a:rPr lang="en-US" spc="10" dirty="0">
                <a:latin typeface="Calibri"/>
                <a:cs typeface="Calibri"/>
              </a:rPr>
              <a:t> </a:t>
            </a:r>
            <a:r>
              <a:rPr lang="en-US" dirty="0">
                <a:latin typeface="Calibri"/>
                <a:cs typeface="Calibri"/>
              </a:rPr>
              <a:t>with</a:t>
            </a:r>
            <a:r>
              <a:rPr lang="en-US" spc="20" dirty="0">
                <a:latin typeface="Calibri"/>
                <a:cs typeface="Calibri"/>
              </a:rPr>
              <a:t> </a:t>
            </a:r>
            <a:r>
              <a:rPr lang="en-US" spc="-10" dirty="0">
                <a:latin typeface="Calibri"/>
                <a:cs typeface="Calibri"/>
              </a:rPr>
              <a:t>ensuring </a:t>
            </a:r>
            <a:r>
              <a:rPr lang="en-US" spc="-5" dirty="0">
                <a:latin typeface="Calibri"/>
                <a:cs typeface="Calibri"/>
              </a:rPr>
              <a:t>access</a:t>
            </a:r>
            <a:r>
              <a:rPr lang="en-US" spc="-35" dirty="0">
                <a:latin typeface="Calibri"/>
                <a:cs typeface="Calibri"/>
              </a:rPr>
              <a:t> </a:t>
            </a:r>
            <a:r>
              <a:rPr lang="en-US" spc="-15" dirty="0">
                <a:latin typeface="Calibri"/>
                <a:cs typeface="Calibri"/>
              </a:rPr>
              <a:t>to</a:t>
            </a:r>
            <a:r>
              <a:rPr lang="en-US" spc="-35" dirty="0">
                <a:latin typeface="Calibri"/>
                <a:cs typeface="Calibri"/>
              </a:rPr>
              <a:t> </a:t>
            </a:r>
            <a:r>
              <a:rPr lang="en-US" spc="-5" dirty="0">
                <a:latin typeface="Calibri"/>
                <a:cs typeface="Calibri"/>
              </a:rPr>
              <a:t>web- </a:t>
            </a:r>
            <a:r>
              <a:rPr lang="en-US" spc="-620" dirty="0">
                <a:latin typeface="Calibri"/>
                <a:cs typeface="Calibri"/>
              </a:rPr>
              <a:t> </a:t>
            </a:r>
            <a:r>
              <a:rPr lang="en-US" spc="-5" dirty="0">
                <a:latin typeface="Calibri"/>
                <a:cs typeface="Calibri"/>
              </a:rPr>
              <a:t>based</a:t>
            </a:r>
            <a:r>
              <a:rPr lang="en-US" spc="5" dirty="0">
                <a:latin typeface="Calibri"/>
                <a:cs typeface="Calibri"/>
              </a:rPr>
              <a:t> </a:t>
            </a:r>
            <a:r>
              <a:rPr lang="en-US" spc="-15" dirty="0">
                <a:latin typeface="Calibri"/>
                <a:cs typeface="Calibri"/>
              </a:rPr>
              <a:t>information</a:t>
            </a:r>
            <a:endParaRPr lang="en-US" dirty="0">
              <a:latin typeface="Calibri"/>
              <a:cs typeface="Calibri"/>
            </a:endParaRPr>
          </a:p>
          <a:p>
            <a:pPr marL="319405" indent="-229235">
              <a:lnSpc>
                <a:spcPct val="100000"/>
              </a:lnSpc>
              <a:spcBef>
                <a:spcPts val="630"/>
              </a:spcBef>
              <a:buFont typeface="Arial MT"/>
              <a:buChar char="•"/>
              <a:tabLst>
                <a:tab pos="320040" algn="l"/>
              </a:tabLst>
            </a:pPr>
            <a:r>
              <a:rPr lang="en-US" spc="-5" dirty="0">
                <a:latin typeface="Calibri"/>
                <a:cs typeface="Calibri"/>
              </a:rPr>
              <a:t>W3C</a:t>
            </a:r>
            <a:r>
              <a:rPr lang="en-US" spc="-10" dirty="0">
                <a:latin typeface="Calibri"/>
                <a:cs typeface="Calibri"/>
              </a:rPr>
              <a:t> sets web</a:t>
            </a:r>
            <a:r>
              <a:rPr lang="en-US" spc="-5" dirty="0">
                <a:latin typeface="Calibri"/>
                <a:cs typeface="Calibri"/>
              </a:rPr>
              <a:t> </a:t>
            </a:r>
            <a:r>
              <a:rPr lang="en-US" spc="-20" dirty="0">
                <a:latin typeface="Calibri"/>
                <a:cs typeface="Calibri"/>
              </a:rPr>
              <a:t>standards</a:t>
            </a:r>
            <a:endParaRPr lang="en-US" dirty="0">
              <a:latin typeface="Calibri"/>
              <a:cs typeface="Calibri"/>
            </a:endParaRPr>
          </a:p>
          <a:p>
            <a:pPr marL="776605" lvl="1" indent="-229235">
              <a:lnSpc>
                <a:spcPct val="100000"/>
              </a:lnSpc>
              <a:spcBef>
                <a:spcPts val="235"/>
              </a:spcBef>
              <a:buFont typeface="Arial MT"/>
              <a:buChar char="•"/>
              <a:tabLst>
                <a:tab pos="777240" algn="l"/>
              </a:tabLst>
            </a:pPr>
            <a:r>
              <a:rPr lang="en-US" sz="2400" spc="-40" dirty="0">
                <a:latin typeface="Calibri"/>
                <a:cs typeface="Calibri"/>
              </a:rPr>
              <a:t>WAI</a:t>
            </a:r>
            <a:endParaRPr lang="en-US" sz="2400" dirty="0">
              <a:latin typeface="Calibri"/>
              <a:cs typeface="Calibri"/>
            </a:endParaRPr>
          </a:p>
          <a:p>
            <a:pPr marL="319405" indent="-229235">
              <a:lnSpc>
                <a:spcPct val="100000"/>
              </a:lnSpc>
              <a:spcBef>
                <a:spcPts val="640"/>
              </a:spcBef>
              <a:buFont typeface="Arial MT"/>
              <a:buChar char="•"/>
              <a:tabLst>
                <a:tab pos="320040" algn="l"/>
              </a:tabLst>
            </a:pPr>
            <a:r>
              <a:rPr lang="en-US" spc="-5" dirty="0">
                <a:latin typeface="Calibri"/>
                <a:cs typeface="Calibri"/>
              </a:rPr>
              <a:t>Section</a:t>
            </a:r>
            <a:r>
              <a:rPr lang="en-US" spc="-40" dirty="0">
                <a:latin typeface="Calibri"/>
                <a:cs typeface="Calibri"/>
              </a:rPr>
              <a:t> </a:t>
            </a:r>
            <a:r>
              <a:rPr lang="en-US" spc="-5" dirty="0">
                <a:latin typeface="Calibri"/>
                <a:cs typeface="Calibri"/>
              </a:rPr>
              <a:t>508</a:t>
            </a:r>
          </a:p>
          <a:p>
            <a:pPr marL="319405" indent="-229235">
              <a:lnSpc>
                <a:spcPct val="100000"/>
              </a:lnSpc>
              <a:spcBef>
                <a:spcPts val="640"/>
              </a:spcBef>
              <a:buFont typeface="Arial MT"/>
              <a:buChar char="•"/>
              <a:tabLst>
                <a:tab pos="320040" algn="l"/>
              </a:tabLst>
            </a:pPr>
            <a:endParaRPr lang="en-US" spc="-5" dirty="0">
              <a:latin typeface="Calibri"/>
              <a:cs typeface="Calibri"/>
            </a:endParaRPr>
          </a:p>
          <a:p>
            <a:pPr marL="319405" marR="400685" indent="-228600">
              <a:lnSpc>
                <a:spcPct val="90000"/>
              </a:lnSpc>
              <a:spcBef>
                <a:spcPts val="175"/>
              </a:spcBef>
              <a:buFont typeface="Arial MT"/>
              <a:buChar char="•"/>
              <a:tabLst>
                <a:tab pos="320040" algn="l"/>
              </a:tabLst>
            </a:pPr>
            <a:r>
              <a:rPr lang="en-US" sz="2400" spc="-45" dirty="0">
                <a:latin typeface="Calibri"/>
                <a:cs typeface="Calibri"/>
              </a:rPr>
              <a:t>Web</a:t>
            </a:r>
            <a:r>
              <a:rPr lang="en-US" sz="2400" spc="5" dirty="0">
                <a:latin typeface="Calibri"/>
                <a:cs typeface="Calibri"/>
              </a:rPr>
              <a:t> </a:t>
            </a:r>
            <a:r>
              <a:rPr lang="en-US" sz="2400" spc="-10" dirty="0">
                <a:latin typeface="Calibri"/>
                <a:cs typeface="Calibri"/>
              </a:rPr>
              <a:t>usability</a:t>
            </a:r>
            <a:r>
              <a:rPr lang="en-US" sz="2400" spc="25" dirty="0">
                <a:latin typeface="Calibri"/>
                <a:cs typeface="Calibri"/>
              </a:rPr>
              <a:t> </a:t>
            </a:r>
            <a:r>
              <a:rPr lang="en-US" sz="2400" spc="-20" dirty="0">
                <a:latin typeface="Calibri"/>
                <a:cs typeface="Calibri"/>
              </a:rPr>
              <a:t>involves</a:t>
            </a:r>
            <a:r>
              <a:rPr lang="en-US" sz="2400" spc="20" dirty="0">
                <a:latin typeface="Calibri"/>
                <a:cs typeface="Calibri"/>
              </a:rPr>
              <a:t> </a:t>
            </a:r>
            <a:r>
              <a:rPr lang="en-US" sz="2400" spc="-10" dirty="0">
                <a:latin typeface="Calibri"/>
                <a:cs typeface="Calibri"/>
              </a:rPr>
              <a:t>designing</a:t>
            </a:r>
            <a:r>
              <a:rPr lang="en-US" sz="2400" spc="25" dirty="0">
                <a:latin typeface="Calibri"/>
                <a:cs typeface="Calibri"/>
              </a:rPr>
              <a:t> </a:t>
            </a:r>
            <a:r>
              <a:rPr lang="en-US" sz="2400" spc="-5" dirty="0">
                <a:latin typeface="Calibri"/>
                <a:cs typeface="Calibri"/>
              </a:rPr>
              <a:t>a</a:t>
            </a:r>
            <a:r>
              <a:rPr lang="en-US" sz="2400" dirty="0">
                <a:latin typeface="Calibri"/>
                <a:cs typeface="Calibri"/>
              </a:rPr>
              <a:t> </a:t>
            </a:r>
            <a:r>
              <a:rPr lang="en-US" sz="2400" spc="-15" dirty="0">
                <a:latin typeface="Calibri"/>
                <a:cs typeface="Calibri"/>
              </a:rPr>
              <a:t>website</a:t>
            </a:r>
            <a:r>
              <a:rPr lang="en-US" sz="2400" dirty="0">
                <a:latin typeface="Calibri"/>
                <a:cs typeface="Calibri"/>
              </a:rPr>
              <a:t> </a:t>
            </a:r>
            <a:r>
              <a:rPr lang="en-US" sz="2400" spc="-5" dirty="0">
                <a:latin typeface="Calibri"/>
                <a:cs typeface="Calibri"/>
              </a:rPr>
              <a:t>and its </a:t>
            </a:r>
            <a:r>
              <a:rPr lang="en-US" sz="2400" dirty="0">
                <a:latin typeface="Calibri"/>
                <a:cs typeface="Calibri"/>
              </a:rPr>
              <a:t> </a:t>
            </a:r>
            <a:r>
              <a:rPr lang="en-US" sz="2400" spc="-10" dirty="0">
                <a:latin typeface="Calibri"/>
                <a:cs typeface="Calibri"/>
              </a:rPr>
              <a:t>pages</a:t>
            </a:r>
            <a:r>
              <a:rPr lang="en-US" sz="2400" dirty="0">
                <a:latin typeface="Calibri"/>
                <a:cs typeface="Calibri"/>
              </a:rPr>
              <a:t> </a:t>
            </a:r>
            <a:r>
              <a:rPr lang="en-US" sz="2400" spc="-5" dirty="0">
                <a:latin typeface="Calibri"/>
                <a:cs typeface="Calibri"/>
              </a:rPr>
              <a:t>so</a:t>
            </a:r>
            <a:r>
              <a:rPr lang="en-US" sz="2400" spc="10" dirty="0">
                <a:latin typeface="Calibri"/>
                <a:cs typeface="Calibri"/>
              </a:rPr>
              <a:t> </a:t>
            </a:r>
            <a:r>
              <a:rPr lang="en-US" sz="2400" spc="-10" dirty="0">
                <a:latin typeface="Calibri"/>
                <a:cs typeface="Calibri"/>
              </a:rPr>
              <a:t>that</a:t>
            </a:r>
            <a:r>
              <a:rPr lang="en-US" sz="2400" spc="15" dirty="0">
                <a:latin typeface="Calibri"/>
                <a:cs typeface="Calibri"/>
              </a:rPr>
              <a:t> </a:t>
            </a:r>
            <a:r>
              <a:rPr lang="en-US" sz="2400" spc="-5" dirty="0">
                <a:latin typeface="Calibri"/>
                <a:cs typeface="Calibri"/>
              </a:rPr>
              <a:t>all</a:t>
            </a:r>
            <a:r>
              <a:rPr lang="en-US" sz="2400" spc="-25" dirty="0">
                <a:latin typeface="Calibri"/>
                <a:cs typeface="Calibri"/>
              </a:rPr>
              <a:t> </a:t>
            </a:r>
            <a:r>
              <a:rPr lang="en-US" sz="2400" spc="-20" dirty="0">
                <a:latin typeface="Calibri"/>
                <a:cs typeface="Calibri"/>
              </a:rPr>
              <a:t>visitors</a:t>
            </a:r>
            <a:r>
              <a:rPr lang="en-US" sz="2400" spc="25" dirty="0">
                <a:latin typeface="Calibri"/>
                <a:cs typeface="Calibri"/>
              </a:rPr>
              <a:t> </a:t>
            </a:r>
            <a:r>
              <a:rPr lang="en-US" sz="2400" spc="-20" dirty="0">
                <a:latin typeface="Calibri"/>
                <a:cs typeface="Calibri"/>
              </a:rPr>
              <a:t>to</a:t>
            </a:r>
            <a:r>
              <a:rPr lang="en-US" sz="2400" spc="-5" dirty="0">
                <a:latin typeface="Calibri"/>
                <a:cs typeface="Calibri"/>
              </a:rPr>
              <a:t> the</a:t>
            </a:r>
            <a:r>
              <a:rPr lang="en-US" sz="2400" spc="10" dirty="0">
                <a:latin typeface="Calibri"/>
                <a:cs typeface="Calibri"/>
              </a:rPr>
              <a:t> </a:t>
            </a:r>
            <a:r>
              <a:rPr lang="en-US" sz="2400" spc="-15" dirty="0">
                <a:latin typeface="Calibri"/>
                <a:cs typeface="Calibri"/>
              </a:rPr>
              <a:t>website</a:t>
            </a:r>
            <a:r>
              <a:rPr lang="en-US" sz="2400" dirty="0">
                <a:latin typeface="Calibri"/>
                <a:cs typeface="Calibri"/>
              </a:rPr>
              <a:t> </a:t>
            </a:r>
            <a:r>
              <a:rPr lang="en-US" sz="2400" spc="-10" dirty="0">
                <a:latin typeface="Calibri"/>
                <a:cs typeface="Calibri"/>
              </a:rPr>
              <a:t>can</a:t>
            </a:r>
            <a:r>
              <a:rPr lang="en-US" sz="2400" spc="15" dirty="0">
                <a:latin typeface="Calibri"/>
                <a:cs typeface="Calibri"/>
              </a:rPr>
              <a:t> </a:t>
            </a:r>
            <a:r>
              <a:rPr lang="en-US" sz="2400" spc="-5" dirty="0">
                <a:latin typeface="Calibri"/>
                <a:cs typeface="Calibri"/>
              </a:rPr>
              <a:t>easily</a:t>
            </a:r>
            <a:r>
              <a:rPr lang="en-US" sz="2400" dirty="0">
                <a:latin typeface="Calibri"/>
                <a:cs typeface="Calibri"/>
              </a:rPr>
              <a:t> </a:t>
            </a:r>
            <a:r>
              <a:rPr lang="en-US" sz="2400" spc="-5" dirty="0">
                <a:latin typeface="Calibri"/>
                <a:cs typeface="Calibri"/>
              </a:rPr>
              <a:t>and </a:t>
            </a:r>
            <a:r>
              <a:rPr lang="en-US" sz="2400" spc="-615" dirty="0">
                <a:latin typeface="Calibri"/>
                <a:cs typeface="Calibri"/>
              </a:rPr>
              <a:t> </a:t>
            </a:r>
            <a:r>
              <a:rPr lang="en-US" sz="2400" spc="-10" dirty="0">
                <a:latin typeface="Calibri"/>
                <a:cs typeface="Calibri"/>
              </a:rPr>
              <a:t>quickly</a:t>
            </a:r>
            <a:r>
              <a:rPr lang="en-US" sz="2400" spc="20" dirty="0">
                <a:latin typeface="Calibri"/>
                <a:cs typeface="Calibri"/>
              </a:rPr>
              <a:t> </a:t>
            </a:r>
            <a:r>
              <a:rPr lang="en-US" sz="2400" spc="-10" dirty="0">
                <a:latin typeface="Calibri"/>
                <a:cs typeface="Calibri"/>
              </a:rPr>
              <a:t>satisfy</a:t>
            </a:r>
            <a:r>
              <a:rPr lang="en-US" sz="2400" spc="5" dirty="0">
                <a:latin typeface="Calibri"/>
                <a:cs typeface="Calibri"/>
              </a:rPr>
              <a:t> </a:t>
            </a:r>
            <a:r>
              <a:rPr lang="en-US" sz="2400" spc="-5" dirty="0">
                <a:latin typeface="Calibri"/>
                <a:cs typeface="Calibri"/>
              </a:rPr>
              <a:t>their</a:t>
            </a:r>
            <a:r>
              <a:rPr lang="en-US" sz="2400" spc="5" dirty="0">
                <a:latin typeface="Calibri"/>
                <a:cs typeface="Calibri"/>
              </a:rPr>
              <a:t> </a:t>
            </a:r>
            <a:r>
              <a:rPr lang="en-US" sz="2400" spc="-10" dirty="0">
                <a:latin typeface="Calibri"/>
                <a:cs typeface="Calibri"/>
              </a:rPr>
              <a:t>goals</a:t>
            </a:r>
            <a:endParaRPr lang="en-US" sz="2400" dirty="0">
              <a:latin typeface="Calibri"/>
              <a:cs typeface="Calibri"/>
            </a:endParaRPr>
          </a:p>
          <a:p>
            <a:pPr marL="319405" marR="1129665" indent="-228600">
              <a:lnSpc>
                <a:spcPts val="3020"/>
              </a:lnSpc>
              <a:spcBef>
                <a:spcPts val="1055"/>
              </a:spcBef>
              <a:buFont typeface="Arial MT"/>
              <a:buChar char="•"/>
              <a:tabLst>
                <a:tab pos="320040" algn="l"/>
              </a:tabLst>
            </a:pPr>
            <a:r>
              <a:rPr lang="en-US" sz="2400" spc="-45" dirty="0">
                <a:latin typeface="Calibri"/>
                <a:cs typeface="Calibri"/>
              </a:rPr>
              <a:t>Web</a:t>
            </a:r>
            <a:r>
              <a:rPr lang="en-US" sz="2400" spc="10" dirty="0">
                <a:latin typeface="Calibri"/>
                <a:cs typeface="Calibri"/>
              </a:rPr>
              <a:t> </a:t>
            </a:r>
            <a:r>
              <a:rPr lang="en-US" sz="2400" spc="-15" dirty="0">
                <a:latin typeface="Calibri"/>
                <a:cs typeface="Calibri"/>
              </a:rPr>
              <a:t>designers</a:t>
            </a:r>
            <a:r>
              <a:rPr lang="en-US" sz="2400" spc="40" dirty="0">
                <a:latin typeface="Calibri"/>
                <a:cs typeface="Calibri"/>
              </a:rPr>
              <a:t> </a:t>
            </a:r>
            <a:r>
              <a:rPr lang="en-US" sz="2400" spc="-20" dirty="0">
                <a:latin typeface="Calibri"/>
                <a:cs typeface="Calibri"/>
              </a:rPr>
              <a:t>incorporate</a:t>
            </a:r>
            <a:r>
              <a:rPr lang="en-US" sz="2400" spc="20" dirty="0">
                <a:latin typeface="Calibri"/>
                <a:cs typeface="Calibri"/>
              </a:rPr>
              <a:t> </a:t>
            </a:r>
            <a:r>
              <a:rPr lang="en-US" sz="2400" spc="-10" dirty="0">
                <a:latin typeface="Calibri"/>
                <a:cs typeface="Calibri"/>
              </a:rPr>
              <a:t>user</a:t>
            </a:r>
            <a:r>
              <a:rPr lang="en-US" sz="2400" spc="20" dirty="0">
                <a:latin typeface="Calibri"/>
                <a:cs typeface="Calibri"/>
              </a:rPr>
              <a:t> </a:t>
            </a:r>
            <a:r>
              <a:rPr lang="en-US" sz="2400" spc="-15" dirty="0">
                <a:latin typeface="Calibri"/>
                <a:cs typeface="Calibri"/>
              </a:rPr>
              <a:t>experience</a:t>
            </a:r>
            <a:r>
              <a:rPr lang="en-US" sz="2400" spc="20" dirty="0">
                <a:latin typeface="Calibri"/>
                <a:cs typeface="Calibri"/>
              </a:rPr>
              <a:t> </a:t>
            </a:r>
            <a:r>
              <a:rPr lang="en-US" sz="2400" spc="-5" dirty="0">
                <a:latin typeface="Calibri"/>
                <a:cs typeface="Calibri"/>
              </a:rPr>
              <a:t>(UX) </a:t>
            </a:r>
            <a:r>
              <a:rPr lang="en-US" sz="2400" spc="-615" dirty="0">
                <a:latin typeface="Calibri"/>
                <a:cs typeface="Calibri"/>
              </a:rPr>
              <a:t> </a:t>
            </a:r>
            <a:r>
              <a:rPr lang="en-US" sz="2400" spc="-10" dirty="0">
                <a:latin typeface="Calibri"/>
                <a:cs typeface="Calibri"/>
              </a:rPr>
              <a:t>practices</a:t>
            </a:r>
            <a:r>
              <a:rPr lang="en-US" sz="2400" spc="5" dirty="0">
                <a:latin typeface="Calibri"/>
                <a:cs typeface="Calibri"/>
              </a:rPr>
              <a:t> </a:t>
            </a:r>
            <a:r>
              <a:rPr lang="en-US" sz="2400" spc="-20" dirty="0">
                <a:latin typeface="Calibri"/>
                <a:cs typeface="Calibri"/>
              </a:rPr>
              <a:t>into</a:t>
            </a:r>
            <a:r>
              <a:rPr lang="en-US" sz="2400" spc="10" dirty="0">
                <a:latin typeface="Calibri"/>
                <a:cs typeface="Calibri"/>
              </a:rPr>
              <a:t> </a:t>
            </a:r>
            <a:r>
              <a:rPr lang="en-US" sz="2400" spc="-10" dirty="0">
                <a:latin typeface="Calibri"/>
                <a:cs typeface="Calibri"/>
              </a:rPr>
              <a:t>webpage</a:t>
            </a:r>
            <a:r>
              <a:rPr lang="en-US" sz="2400" dirty="0">
                <a:latin typeface="Calibri"/>
                <a:cs typeface="Calibri"/>
              </a:rPr>
              <a:t> </a:t>
            </a:r>
            <a:r>
              <a:rPr lang="en-US" sz="2400" spc="-10" dirty="0">
                <a:latin typeface="Calibri"/>
                <a:cs typeface="Calibri"/>
              </a:rPr>
              <a:t>design</a:t>
            </a:r>
            <a:endParaRPr lang="en-US" sz="2400" dirty="0">
              <a:latin typeface="Calibri"/>
              <a:cs typeface="Calibri"/>
            </a:endParaRPr>
          </a:p>
          <a:p>
            <a:pPr marL="319405" indent="-229235">
              <a:lnSpc>
                <a:spcPct val="100000"/>
              </a:lnSpc>
              <a:spcBef>
                <a:spcPts val="640"/>
              </a:spcBef>
              <a:buFont typeface="Arial MT"/>
              <a:buChar char="•"/>
              <a:tabLst>
                <a:tab pos="320040" algn="l"/>
              </a:tabLst>
            </a:pPr>
            <a:endParaRPr lang="en-AU"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p:txBody>
          <a:bodyPr/>
          <a:lstStyle/>
          <a:p>
            <a:r>
              <a:rPr lang="en-US" dirty="0">
                <a:solidFill>
                  <a:schemeClr val="bg1"/>
                </a:solidFill>
              </a:rPr>
              <a:t>Accessibility and Usability Issues</a:t>
            </a:r>
          </a:p>
        </p:txBody>
      </p:sp>
      <p:pic>
        <p:nvPicPr>
          <p:cNvPr id="6" name="Content Placeholder 5">
            <a:extLst>
              <a:ext uri="{FF2B5EF4-FFF2-40B4-BE49-F238E27FC236}">
                <a16:creationId xmlns:a16="http://schemas.microsoft.com/office/drawing/2014/main" id="{8326F29C-C0BF-4426-9012-3D7E9288729D}"/>
              </a:ext>
            </a:extLst>
          </p:cNvPr>
          <p:cNvPicPr>
            <a:picLocks noGrp="1" noChangeAspect="1"/>
          </p:cNvPicPr>
          <p:nvPr>
            <p:ph idx="1"/>
          </p:nvPr>
        </p:nvPicPr>
        <p:blipFill>
          <a:blip r:embed="rId2"/>
          <a:stretch>
            <a:fillRect/>
          </a:stretch>
        </p:blipFill>
        <p:spPr>
          <a:xfrm>
            <a:off x="838200" y="1295400"/>
            <a:ext cx="10287000" cy="4824672"/>
          </a:xfr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458C1-9AAC-4600-879D-680E9D60682F}"/>
              </a:ext>
            </a:extLst>
          </p:cNvPr>
          <p:cNvSpPr>
            <a:spLocks noGrp="1"/>
          </p:cNvSpPr>
          <p:nvPr>
            <p:ph type="title"/>
          </p:nvPr>
        </p:nvSpPr>
        <p:spPr/>
        <p:txBody>
          <a:bodyPr/>
          <a:lstStyle/>
          <a:p>
            <a:r>
              <a:rPr lang="en-US" dirty="0">
                <a:solidFill>
                  <a:schemeClr val="bg1"/>
                </a:solidFill>
              </a:rPr>
              <a:t>Accessibility and Usability Issues</a:t>
            </a:r>
            <a:endParaRPr lang="en-AU" dirty="0">
              <a:solidFill>
                <a:schemeClr val="bg1"/>
              </a:solidFill>
            </a:endParaRPr>
          </a:p>
        </p:txBody>
      </p:sp>
      <p:pic>
        <p:nvPicPr>
          <p:cNvPr id="5" name="Content Placeholder 4">
            <a:extLst>
              <a:ext uri="{FF2B5EF4-FFF2-40B4-BE49-F238E27FC236}">
                <a16:creationId xmlns:a16="http://schemas.microsoft.com/office/drawing/2014/main" id="{3907089B-9CCC-4C95-A2D2-35E03681DA28}"/>
              </a:ext>
            </a:extLst>
          </p:cNvPr>
          <p:cNvPicPr>
            <a:picLocks noGrp="1" noChangeAspect="1"/>
          </p:cNvPicPr>
          <p:nvPr>
            <p:ph idx="1"/>
          </p:nvPr>
        </p:nvPicPr>
        <p:blipFill>
          <a:blip r:embed="rId2"/>
          <a:stretch>
            <a:fillRect/>
          </a:stretch>
        </p:blipFill>
        <p:spPr>
          <a:xfrm>
            <a:off x="838200" y="1600200"/>
            <a:ext cx="10668000" cy="4576763"/>
          </a:xfrm>
        </p:spPr>
      </p:pic>
    </p:spTree>
    <p:extLst>
      <p:ext uri="{BB962C8B-B14F-4D97-AF65-F5344CB8AC3E}">
        <p14:creationId xmlns:p14="http://schemas.microsoft.com/office/powerpoint/2010/main" val="33669222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850BA-345C-4B19-A004-1060C5753514}"/>
              </a:ext>
            </a:extLst>
          </p:cNvPr>
          <p:cNvSpPr>
            <a:spLocks noGrp="1"/>
          </p:cNvSpPr>
          <p:nvPr>
            <p:ph type="title"/>
          </p:nvPr>
        </p:nvSpPr>
        <p:spPr/>
        <p:txBody>
          <a:bodyPr/>
          <a:lstStyle/>
          <a:p>
            <a:r>
              <a:rPr lang="en-US" dirty="0">
                <a:solidFill>
                  <a:schemeClr val="bg1"/>
                </a:solidFill>
              </a:rPr>
              <a:t>Accessibility and Usability Issues</a:t>
            </a:r>
            <a:endParaRPr lang="en-AU" dirty="0">
              <a:solidFill>
                <a:schemeClr val="bg1"/>
              </a:solidFill>
            </a:endParaRPr>
          </a:p>
        </p:txBody>
      </p:sp>
      <p:pic>
        <p:nvPicPr>
          <p:cNvPr id="5" name="Content Placeholder 4">
            <a:extLst>
              <a:ext uri="{FF2B5EF4-FFF2-40B4-BE49-F238E27FC236}">
                <a16:creationId xmlns:a16="http://schemas.microsoft.com/office/drawing/2014/main" id="{FF9F0E14-D7D1-4D8A-B886-4FE4333C2500}"/>
              </a:ext>
            </a:extLst>
          </p:cNvPr>
          <p:cNvPicPr>
            <a:picLocks noGrp="1" noChangeAspect="1"/>
          </p:cNvPicPr>
          <p:nvPr>
            <p:ph idx="1"/>
          </p:nvPr>
        </p:nvPicPr>
        <p:blipFill>
          <a:blip r:embed="rId2"/>
          <a:stretch>
            <a:fillRect/>
          </a:stretch>
        </p:blipFill>
        <p:spPr>
          <a:xfrm>
            <a:off x="838200" y="1600200"/>
            <a:ext cx="10515600" cy="4576763"/>
          </a:xfrm>
        </p:spPr>
      </p:pic>
    </p:spTree>
    <p:extLst>
      <p:ext uri="{BB962C8B-B14F-4D97-AF65-F5344CB8AC3E}">
        <p14:creationId xmlns:p14="http://schemas.microsoft.com/office/powerpoint/2010/main" val="9646304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987" name="Rectangle 2">
            <a:extLst>
              <a:ext uri="{FF2B5EF4-FFF2-40B4-BE49-F238E27FC236}">
                <a16:creationId xmlns:a16="http://schemas.microsoft.com/office/drawing/2014/main" id="{3F5A03B4-8D13-4082-B887-859E608D63F0}"/>
              </a:ext>
            </a:extLst>
          </p:cNvPr>
          <p:cNvSpPr>
            <a:spLocks noGrp="1" noChangeArrowheads="1"/>
          </p:cNvSpPr>
          <p:nvPr>
            <p:ph type="title"/>
          </p:nvPr>
        </p:nvSpPr>
        <p:spPr/>
        <p:txBody>
          <a:bodyPr>
            <a:normAutofit/>
          </a:bodyPr>
          <a:lstStyle/>
          <a:p>
            <a:r>
              <a:rPr lang="en-US" dirty="0">
                <a:solidFill>
                  <a:schemeClr val="bg1"/>
                </a:solidFill>
              </a:rPr>
              <a:t>The Anchor Element &lt;a&gt;</a:t>
            </a:r>
          </a:p>
        </p:txBody>
      </p:sp>
      <p:sp>
        <p:nvSpPr>
          <p:cNvPr id="41988" name="Rectangle 3">
            <a:extLst>
              <a:ext uri="{FF2B5EF4-FFF2-40B4-BE49-F238E27FC236}">
                <a16:creationId xmlns:a16="http://schemas.microsoft.com/office/drawing/2014/main" id="{D4646112-CBB4-4EA4-9809-1E20C3BE9509}"/>
              </a:ext>
            </a:extLst>
          </p:cNvPr>
          <p:cNvSpPr>
            <a:spLocks noGrp="1" noChangeArrowheads="1"/>
          </p:cNvSpPr>
          <p:nvPr>
            <p:ph idx="1"/>
          </p:nvPr>
        </p:nvSpPr>
        <p:spPr/>
        <p:txBody>
          <a:bodyPr/>
          <a:lstStyle/>
          <a:p>
            <a:r>
              <a:rPr lang="en-US" dirty="0"/>
              <a:t>The anchor element</a:t>
            </a:r>
          </a:p>
          <a:p>
            <a:pPr lvl="1"/>
            <a:r>
              <a:rPr lang="en-US" dirty="0"/>
              <a:t>Inline display element</a:t>
            </a:r>
          </a:p>
          <a:p>
            <a:pPr lvl="1"/>
            <a:r>
              <a:rPr lang="en-US" dirty="0"/>
              <a:t>Specifies a hyperlink reference (href) to a file</a:t>
            </a:r>
          </a:p>
          <a:p>
            <a:pPr lvl="1"/>
            <a:r>
              <a:rPr lang="en-US" dirty="0"/>
              <a:t>Text between the &lt;a&gt; and &lt;/a&gt; is displayed on the web page.</a:t>
            </a:r>
          </a:p>
          <a:p>
            <a:pPr lvl="1"/>
            <a:endParaRPr lang="en-US" dirty="0"/>
          </a:p>
          <a:p>
            <a:pPr lvl="1"/>
            <a:r>
              <a:rPr lang="en-US" b="1" i="1" dirty="0">
                <a:solidFill>
                  <a:srgbClr val="7030A0"/>
                </a:solidFill>
              </a:rPr>
              <a:t>&lt;a href="contact.html"&gt;Contact Us&lt;/a&gt;</a:t>
            </a:r>
          </a:p>
          <a:p>
            <a:pPr lvl="1"/>
            <a:endParaRPr lang="en-US" dirty="0"/>
          </a:p>
          <a:p>
            <a:pPr lvl="1"/>
            <a:r>
              <a:rPr lang="en-US" dirty="0"/>
              <a:t>href Attribute</a:t>
            </a:r>
          </a:p>
          <a:p>
            <a:pPr lvl="2"/>
            <a:r>
              <a:rPr lang="en-US" dirty="0"/>
              <a:t>Indicates the file name or URL</a:t>
            </a:r>
            <a:br>
              <a:rPr lang="en-US" dirty="0"/>
            </a:br>
            <a:r>
              <a:rPr lang="en-US" dirty="0"/>
              <a:t>Web page document, photo, pdf, etc.</a:t>
            </a:r>
            <a:br>
              <a:rPr lang="en-US" dirty="0"/>
            </a:br>
            <a:endParaRPr lang="en-US" dirty="0"/>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3011" name="Rectangle 2">
            <a:extLst>
              <a:ext uri="{FF2B5EF4-FFF2-40B4-BE49-F238E27FC236}">
                <a16:creationId xmlns:a16="http://schemas.microsoft.com/office/drawing/2014/main" id="{A0019ADD-4865-455D-926E-1400A84A81D1}"/>
              </a:ext>
            </a:extLst>
          </p:cNvPr>
          <p:cNvSpPr>
            <a:spLocks noGrp="1" noChangeArrowheads="1"/>
          </p:cNvSpPr>
          <p:nvPr>
            <p:ph type="title"/>
          </p:nvPr>
        </p:nvSpPr>
        <p:spPr/>
        <p:txBody>
          <a:bodyPr/>
          <a:lstStyle/>
          <a:p>
            <a:r>
              <a:rPr lang="en-US" dirty="0">
                <a:solidFill>
                  <a:schemeClr val="bg1"/>
                </a:solidFill>
              </a:rPr>
              <a:t>Hyperlinks</a:t>
            </a:r>
          </a:p>
        </p:txBody>
      </p:sp>
      <p:sp>
        <p:nvSpPr>
          <p:cNvPr id="11267" name="Rectangle 3">
            <a:extLst>
              <a:ext uri="{FF2B5EF4-FFF2-40B4-BE49-F238E27FC236}">
                <a16:creationId xmlns:a16="http://schemas.microsoft.com/office/drawing/2014/main" id="{FD375CA5-48AA-4100-B552-9B8E514706C6}"/>
              </a:ext>
            </a:extLst>
          </p:cNvPr>
          <p:cNvSpPr>
            <a:spLocks noGrp="1" noChangeArrowheads="1"/>
          </p:cNvSpPr>
          <p:nvPr>
            <p:ph idx="1"/>
          </p:nvPr>
        </p:nvSpPr>
        <p:spPr/>
        <p:txBody>
          <a:bodyPr/>
          <a:lstStyle/>
          <a:p>
            <a:r>
              <a:rPr lang="en-US" dirty="0"/>
              <a:t>Absolute link</a:t>
            </a:r>
          </a:p>
          <a:p>
            <a:pPr lvl="1"/>
            <a:r>
              <a:rPr lang="en-US" dirty="0"/>
              <a:t>Link to other websites  </a:t>
            </a:r>
            <a:r>
              <a:rPr lang="en-US" b="1" i="1" dirty="0">
                <a:solidFill>
                  <a:srgbClr val="7030A0"/>
                </a:solidFill>
              </a:rPr>
              <a:t>&lt;a </a:t>
            </a:r>
            <a:r>
              <a:rPr lang="en-US" b="1" i="1" dirty="0" err="1">
                <a:solidFill>
                  <a:srgbClr val="7030A0"/>
                </a:solidFill>
              </a:rPr>
              <a:t>href</a:t>
            </a:r>
            <a:r>
              <a:rPr lang="en-US" b="1" i="1" dirty="0">
                <a:solidFill>
                  <a:srgbClr val="7030A0"/>
                </a:solidFill>
              </a:rPr>
              <a:t>="http://yahoo.com"&gt;Yahoo&lt;/a&gt;</a:t>
            </a:r>
          </a:p>
          <a:p>
            <a:endParaRPr lang="en-US" dirty="0"/>
          </a:p>
          <a:p>
            <a:r>
              <a:rPr lang="en-US" dirty="0"/>
              <a:t>Relative link</a:t>
            </a:r>
          </a:p>
          <a:p>
            <a:pPr lvl="1"/>
            <a:r>
              <a:rPr lang="en-US" dirty="0"/>
              <a:t>Link to pages on your own site</a:t>
            </a:r>
          </a:p>
          <a:p>
            <a:pPr lvl="1"/>
            <a:r>
              <a:rPr lang="en-US" dirty="0"/>
              <a:t>Relative to the current page . </a:t>
            </a:r>
            <a:r>
              <a:rPr lang="en-US" b="1" i="1" dirty="0">
                <a:solidFill>
                  <a:srgbClr val="7030A0"/>
                </a:solidFill>
              </a:rPr>
              <a:t>	&lt;a </a:t>
            </a:r>
            <a:r>
              <a:rPr lang="en-US" b="1" i="1" dirty="0" err="1">
                <a:solidFill>
                  <a:srgbClr val="7030A0"/>
                </a:solidFill>
              </a:rPr>
              <a:t>href</a:t>
            </a:r>
            <a:r>
              <a:rPr lang="en-US" b="1" i="1" dirty="0">
                <a:solidFill>
                  <a:srgbClr val="7030A0"/>
                </a:solidFill>
              </a:rPr>
              <a:t>="index.html"&gt;Home&lt;/a&gt;</a:t>
            </a:r>
          </a:p>
          <a:p>
            <a:pPr lvl="1"/>
            <a:endParaRPr lang="en-US" dirty="0"/>
          </a:p>
          <a:p>
            <a:r>
              <a:rPr lang="en-US" altLang="en-US" dirty="0"/>
              <a:t>The target attribute on the anchor element opens a link in a new browser window or new browser tab.</a:t>
            </a:r>
          </a:p>
          <a:p>
            <a:r>
              <a:rPr lang="en-US" altLang="en-US" sz="2000" b="1" i="1" dirty="0">
                <a:solidFill>
                  <a:srgbClr val="7030A0"/>
                </a:solidFill>
              </a:rPr>
              <a:t>&lt;a </a:t>
            </a:r>
            <a:r>
              <a:rPr lang="en-US" altLang="en-US" sz="2000" b="1" i="1" dirty="0" err="1">
                <a:solidFill>
                  <a:srgbClr val="7030A0"/>
                </a:solidFill>
              </a:rPr>
              <a:t>href</a:t>
            </a:r>
            <a:r>
              <a:rPr lang="en-US" altLang="en-US" sz="2000" b="1" i="1" dirty="0">
                <a:solidFill>
                  <a:srgbClr val="7030A0"/>
                </a:solidFill>
              </a:rPr>
              <a:t>="http://yahoo.com"  target="_blank"&gt;Yahoo!&lt;/a&gt;</a:t>
            </a:r>
          </a:p>
          <a:p>
            <a:pPr lvl="1"/>
            <a:endParaRPr lang="en-US" dirty="0"/>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5059" name="Rectangle 2">
            <a:extLst>
              <a:ext uri="{FF2B5EF4-FFF2-40B4-BE49-F238E27FC236}">
                <a16:creationId xmlns:a16="http://schemas.microsoft.com/office/drawing/2014/main" id="{44C73FE8-929E-4840-A62E-5C76A42687CD}"/>
              </a:ext>
            </a:extLst>
          </p:cNvPr>
          <p:cNvSpPr>
            <a:spLocks noGrp="1" noChangeArrowheads="1"/>
          </p:cNvSpPr>
          <p:nvPr>
            <p:ph type="title"/>
          </p:nvPr>
        </p:nvSpPr>
        <p:spPr/>
        <p:txBody>
          <a:bodyPr/>
          <a:lstStyle/>
          <a:p>
            <a:r>
              <a:rPr lang="en-US" dirty="0">
                <a:solidFill>
                  <a:schemeClr val="bg1"/>
                </a:solidFill>
              </a:rPr>
              <a:t>Email Hyperlinks </a:t>
            </a:r>
          </a:p>
        </p:txBody>
      </p:sp>
      <p:sp>
        <p:nvSpPr>
          <p:cNvPr id="31747" name="Rectangle 3">
            <a:extLst>
              <a:ext uri="{FF2B5EF4-FFF2-40B4-BE49-F238E27FC236}">
                <a16:creationId xmlns:a16="http://schemas.microsoft.com/office/drawing/2014/main" id="{DCCD6F14-71AC-4726-8E03-77FB41EB26A0}"/>
              </a:ext>
            </a:extLst>
          </p:cNvPr>
          <p:cNvSpPr>
            <a:spLocks noGrp="1" noChangeArrowheads="1"/>
          </p:cNvSpPr>
          <p:nvPr>
            <p:ph idx="1"/>
          </p:nvPr>
        </p:nvSpPr>
        <p:spPr/>
        <p:txBody>
          <a:bodyPr/>
          <a:lstStyle/>
          <a:p>
            <a:r>
              <a:rPr lang="en-US" altLang="en-US"/>
              <a:t>Automatically launch the default mail program configured for the browser</a:t>
            </a:r>
          </a:p>
          <a:p>
            <a:r>
              <a:rPr lang="en-US" altLang="en-US"/>
              <a:t>If no browser default is configured, </a:t>
            </a:r>
            <a:br>
              <a:rPr lang="en-US" altLang="en-US"/>
            </a:br>
            <a:r>
              <a:rPr lang="en-US" altLang="en-US"/>
              <a:t>a dialog box is displayed</a:t>
            </a:r>
          </a:p>
          <a:p>
            <a:endParaRPr lang="en-US" altLang="en-US"/>
          </a:p>
          <a:p>
            <a:r>
              <a:rPr lang="en-US" altLang="en-US"/>
              <a:t>     &lt;a  href="mailto:me@hotmail.com"&gt;me@hotmail.com&lt;/a&gt;</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9799A-CBF0-4C3A-A0D6-DE933145D594}"/>
              </a:ext>
            </a:extLst>
          </p:cNvPr>
          <p:cNvSpPr>
            <a:spLocks noGrp="1"/>
          </p:cNvSpPr>
          <p:nvPr>
            <p:ph type="title"/>
          </p:nvPr>
        </p:nvSpPr>
        <p:spPr/>
        <p:txBody>
          <a:bodyPr/>
          <a:lstStyle/>
          <a:p>
            <a:r>
              <a:rPr lang="en-AU" dirty="0">
                <a:solidFill>
                  <a:schemeClr val="bg1"/>
                </a:solidFill>
              </a:rPr>
              <a:t>Adding images</a:t>
            </a:r>
          </a:p>
        </p:txBody>
      </p:sp>
      <p:sp>
        <p:nvSpPr>
          <p:cNvPr id="3" name="Content Placeholder 2">
            <a:extLst>
              <a:ext uri="{FF2B5EF4-FFF2-40B4-BE49-F238E27FC236}">
                <a16:creationId xmlns:a16="http://schemas.microsoft.com/office/drawing/2014/main" id="{7CB8E7C6-41B1-416F-B62E-17905C72A326}"/>
              </a:ext>
            </a:extLst>
          </p:cNvPr>
          <p:cNvSpPr>
            <a:spLocks noGrp="1"/>
          </p:cNvSpPr>
          <p:nvPr>
            <p:ph idx="1"/>
          </p:nvPr>
        </p:nvSpPr>
        <p:spPr/>
        <p:txBody>
          <a:bodyPr/>
          <a:lstStyle/>
          <a:p>
            <a:r>
              <a:rPr lang="en-AU" dirty="0"/>
              <a:t>Tag: &lt;img&gt;</a:t>
            </a:r>
          </a:p>
          <a:p>
            <a:r>
              <a:rPr lang="en-AU" dirty="0"/>
              <a:t>Attributes: src , alt (both are essential)</a:t>
            </a:r>
          </a:p>
          <a:p>
            <a:pPr lvl="1"/>
            <a:r>
              <a:rPr lang="en-AU" dirty="0"/>
              <a:t>Src : is the name of the image file.</a:t>
            </a:r>
          </a:p>
          <a:p>
            <a:pPr lvl="1"/>
            <a:r>
              <a:rPr lang="en-AU" dirty="0"/>
              <a:t>Alt: is the text that must be displayed if the browser cannot find the image.</a:t>
            </a:r>
          </a:p>
          <a:p>
            <a:endParaRPr lang="en-AU" dirty="0"/>
          </a:p>
          <a:p>
            <a:r>
              <a:rPr lang="en-AU" dirty="0"/>
              <a:t>Syntax: &lt;img src=“source name” alt=“alternative text”&gt;</a:t>
            </a:r>
          </a:p>
          <a:p>
            <a:r>
              <a:rPr lang="en-AU" dirty="0"/>
              <a:t>Ex: </a:t>
            </a:r>
            <a:r>
              <a:rPr lang="en-AU" sz="2000" b="1" i="1" dirty="0">
                <a:solidFill>
                  <a:srgbClr val="002060"/>
                </a:solidFill>
              </a:rPr>
              <a:t>&lt;</a:t>
            </a:r>
            <a:r>
              <a:rPr lang="en-AU" sz="2000" b="1" i="1" dirty="0">
                <a:solidFill>
                  <a:schemeClr val="accent2">
                    <a:lumMod val="50000"/>
                  </a:schemeClr>
                </a:solidFill>
              </a:rPr>
              <a:t>img</a:t>
            </a:r>
            <a:r>
              <a:rPr lang="en-AU" sz="2000" b="1" i="1" dirty="0">
                <a:solidFill>
                  <a:srgbClr val="7030A0"/>
                </a:solidFill>
              </a:rPr>
              <a:t> </a:t>
            </a:r>
            <a:r>
              <a:rPr lang="en-AU" sz="2000" b="1" i="1" dirty="0">
                <a:solidFill>
                  <a:srgbClr val="C00000"/>
                </a:solidFill>
              </a:rPr>
              <a:t>src</a:t>
            </a:r>
            <a:r>
              <a:rPr lang="en-AU" sz="2000" b="1" i="1" dirty="0">
                <a:solidFill>
                  <a:srgbClr val="002060"/>
                </a:solidFill>
              </a:rPr>
              <a:t>=“img_win.png” </a:t>
            </a:r>
            <a:r>
              <a:rPr lang="en-AU" sz="2000" b="1" i="1" dirty="0">
                <a:solidFill>
                  <a:srgbClr val="C00000"/>
                </a:solidFill>
              </a:rPr>
              <a:t>alt</a:t>
            </a:r>
            <a:r>
              <a:rPr lang="en-AU" sz="2000" b="1" i="1" dirty="0">
                <a:solidFill>
                  <a:srgbClr val="002060"/>
                </a:solidFill>
              </a:rPr>
              <a:t>=“WIN Logo”&gt;</a:t>
            </a:r>
            <a:endParaRPr lang="en-AU" b="1" i="1" dirty="0">
              <a:solidFill>
                <a:srgbClr val="002060"/>
              </a:solidFill>
            </a:endParaRPr>
          </a:p>
          <a:p>
            <a:endParaRPr lang="en-AU" dirty="0"/>
          </a:p>
        </p:txBody>
      </p:sp>
    </p:spTree>
    <p:extLst>
      <p:ext uri="{BB962C8B-B14F-4D97-AF65-F5344CB8AC3E}">
        <p14:creationId xmlns:p14="http://schemas.microsoft.com/office/powerpoint/2010/main" val="10387590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2DE66-4FE6-46AE-A4B3-CF10F96DD6FC}"/>
              </a:ext>
            </a:extLst>
          </p:cNvPr>
          <p:cNvSpPr>
            <a:spLocks noGrp="1"/>
          </p:cNvSpPr>
          <p:nvPr>
            <p:ph type="title"/>
          </p:nvPr>
        </p:nvSpPr>
        <p:spPr/>
        <p:txBody>
          <a:bodyPr/>
          <a:lstStyle/>
          <a:p>
            <a:r>
              <a:rPr lang="en-AU" dirty="0">
                <a:solidFill>
                  <a:schemeClr val="bg1"/>
                </a:solidFill>
              </a:rPr>
              <a:t>Adding images</a:t>
            </a:r>
          </a:p>
        </p:txBody>
      </p:sp>
      <p:sp>
        <p:nvSpPr>
          <p:cNvPr id="3" name="Content Placeholder 2">
            <a:extLst>
              <a:ext uri="{FF2B5EF4-FFF2-40B4-BE49-F238E27FC236}">
                <a16:creationId xmlns:a16="http://schemas.microsoft.com/office/drawing/2014/main" id="{426A278E-D126-4A4A-983B-ECA9ABD05417}"/>
              </a:ext>
            </a:extLst>
          </p:cNvPr>
          <p:cNvSpPr>
            <a:spLocks noGrp="1"/>
          </p:cNvSpPr>
          <p:nvPr>
            <p:ph idx="1"/>
          </p:nvPr>
        </p:nvSpPr>
        <p:spPr/>
        <p:txBody>
          <a:bodyPr/>
          <a:lstStyle/>
          <a:p>
            <a:r>
              <a:rPr lang="en-AU" dirty="0"/>
              <a:t>There are two more attributes for the img tag; </a:t>
            </a:r>
            <a:r>
              <a:rPr lang="en-AU" b="1" i="1" dirty="0">
                <a:solidFill>
                  <a:srgbClr val="7030A0"/>
                </a:solidFill>
              </a:rPr>
              <a:t>width</a:t>
            </a:r>
            <a:r>
              <a:rPr lang="en-AU" dirty="0"/>
              <a:t> and </a:t>
            </a:r>
            <a:r>
              <a:rPr lang="en-AU" b="1" i="1" dirty="0">
                <a:solidFill>
                  <a:srgbClr val="7030A0"/>
                </a:solidFill>
              </a:rPr>
              <a:t>height. </a:t>
            </a:r>
            <a:endParaRPr lang="en-AU" b="1" i="1" dirty="0"/>
          </a:p>
          <a:p>
            <a:r>
              <a:rPr lang="en-AU" dirty="0"/>
              <a:t>These are not essential. Once you learn CSS you will format images using CSS.</a:t>
            </a:r>
          </a:p>
          <a:p>
            <a:endParaRPr lang="en-AU" dirty="0"/>
          </a:p>
          <a:p>
            <a:r>
              <a:rPr lang="en-US" sz="2000" b="0" i="0" dirty="0">
                <a:solidFill>
                  <a:srgbClr val="002060"/>
                </a:solidFill>
                <a:effectLst/>
                <a:latin typeface="Consolas" panose="020B0609020204030204" pitchFamily="49" charset="0"/>
              </a:rPr>
              <a:t>&lt;</a:t>
            </a:r>
            <a:r>
              <a:rPr lang="en-US" sz="2000" b="0" i="0" dirty="0">
                <a:solidFill>
                  <a:srgbClr val="A52A2A"/>
                </a:solidFill>
                <a:effectLst/>
              </a:rPr>
              <a:t>img</a:t>
            </a:r>
            <a:r>
              <a:rPr lang="en-US" sz="2000" b="0" i="0" dirty="0">
                <a:solidFill>
                  <a:srgbClr val="FF0000"/>
                </a:solidFill>
                <a:effectLst/>
              </a:rPr>
              <a:t> src</a:t>
            </a:r>
            <a:r>
              <a:rPr lang="en-US" sz="2000" b="0" i="0" dirty="0">
                <a:solidFill>
                  <a:srgbClr val="002060"/>
                </a:solidFill>
                <a:effectLst/>
              </a:rPr>
              <a:t>="img_win.png" </a:t>
            </a:r>
            <a:r>
              <a:rPr lang="en-US" sz="2000" b="0" i="0" dirty="0">
                <a:solidFill>
                  <a:srgbClr val="FF0000"/>
                </a:solidFill>
                <a:effectLst/>
              </a:rPr>
              <a:t>alt</a:t>
            </a:r>
            <a:r>
              <a:rPr lang="en-US" sz="2000" b="0" i="0" dirty="0">
                <a:solidFill>
                  <a:srgbClr val="002060"/>
                </a:solidFill>
                <a:effectLst/>
              </a:rPr>
              <a:t>=“</a:t>
            </a:r>
            <a:r>
              <a:rPr lang="en-US" sz="2000" b="0" i="0" dirty="0" err="1">
                <a:solidFill>
                  <a:srgbClr val="002060"/>
                </a:solidFill>
                <a:effectLst/>
              </a:rPr>
              <a:t>win_logo</a:t>
            </a:r>
            <a:r>
              <a:rPr lang="en-US" sz="2000" b="0" i="0" dirty="0">
                <a:solidFill>
                  <a:srgbClr val="002060"/>
                </a:solidFill>
                <a:effectLst/>
              </a:rPr>
              <a:t>" </a:t>
            </a:r>
            <a:r>
              <a:rPr lang="en-US" sz="2000" b="0" i="0" dirty="0">
                <a:solidFill>
                  <a:srgbClr val="FF0000"/>
                </a:solidFill>
                <a:effectLst/>
              </a:rPr>
              <a:t>width</a:t>
            </a:r>
            <a:r>
              <a:rPr lang="en-US" sz="2000" b="0" i="0" dirty="0">
                <a:solidFill>
                  <a:srgbClr val="002060"/>
                </a:solidFill>
                <a:effectLst/>
              </a:rPr>
              <a:t>="500" </a:t>
            </a:r>
            <a:r>
              <a:rPr lang="en-US" sz="2000" b="0" i="0" dirty="0">
                <a:solidFill>
                  <a:srgbClr val="FF0000"/>
                </a:solidFill>
                <a:effectLst/>
              </a:rPr>
              <a:t>height</a:t>
            </a:r>
            <a:r>
              <a:rPr lang="en-US" sz="2000" b="0" i="0" dirty="0">
                <a:solidFill>
                  <a:srgbClr val="002060"/>
                </a:solidFill>
                <a:effectLst/>
              </a:rPr>
              <a:t>="600"&gt;</a:t>
            </a:r>
          </a:p>
          <a:p>
            <a:endParaRPr lang="en-US" dirty="0">
              <a:solidFill>
                <a:srgbClr val="002060"/>
              </a:solidFill>
            </a:endParaRPr>
          </a:p>
          <a:p>
            <a:r>
              <a:rPr lang="en-US" dirty="0"/>
              <a:t>Accessing images from another folder</a:t>
            </a:r>
          </a:p>
          <a:p>
            <a:r>
              <a:rPr lang="en-US" sz="2000" b="0" i="0" dirty="0">
                <a:solidFill>
                  <a:srgbClr val="002060"/>
                </a:solidFill>
                <a:effectLst/>
                <a:latin typeface="Consolas" panose="020B0609020204030204" pitchFamily="49" charset="0"/>
              </a:rPr>
              <a:t>&lt;</a:t>
            </a:r>
            <a:r>
              <a:rPr lang="en-US" sz="2000" b="0" i="0" dirty="0">
                <a:solidFill>
                  <a:srgbClr val="A52A2A"/>
                </a:solidFill>
                <a:effectLst/>
              </a:rPr>
              <a:t>img</a:t>
            </a:r>
            <a:r>
              <a:rPr lang="en-US" sz="2000" b="0" i="0" dirty="0">
                <a:solidFill>
                  <a:srgbClr val="FF0000"/>
                </a:solidFill>
                <a:effectLst/>
              </a:rPr>
              <a:t> src</a:t>
            </a:r>
            <a:r>
              <a:rPr lang="en-US" sz="2000" b="0" i="0" dirty="0">
                <a:solidFill>
                  <a:srgbClr val="002060"/>
                </a:solidFill>
                <a:effectLst/>
              </a:rPr>
              <a:t>=“/images/img_win.png" </a:t>
            </a:r>
            <a:r>
              <a:rPr lang="en-US" sz="2000" b="0" i="0" dirty="0">
                <a:solidFill>
                  <a:srgbClr val="FF0000"/>
                </a:solidFill>
                <a:effectLst/>
              </a:rPr>
              <a:t>alt</a:t>
            </a:r>
            <a:r>
              <a:rPr lang="en-US" sz="2000" b="0" i="0" dirty="0">
                <a:solidFill>
                  <a:srgbClr val="002060"/>
                </a:solidFill>
                <a:effectLst/>
              </a:rPr>
              <a:t>=“</a:t>
            </a:r>
            <a:r>
              <a:rPr lang="en-US" sz="2000" b="0" i="0" dirty="0" err="1">
                <a:solidFill>
                  <a:srgbClr val="002060"/>
                </a:solidFill>
                <a:effectLst/>
              </a:rPr>
              <a:t>win_logo</a:t>
            </a:r>
            <a:r>
              <a:rPr lang="en-US" sz="2000" b="0" i="0" dirty="0">
                <a:solidFill>
                  <a:srgbClr val="002060"/>
                </a:solidFill>
                <a:effectLst/>
              </a:rPr>
              <a:t>" </a:t>
            </a:r>
            <a:r>
              <a:rPr lang="en-US" sz="2000" b="0" i="0" dirty="0">
                <a:solidFill>
                  <a:srgbClr val="FF0000"/>
                </a:solidFill>
                <a:effectLst/>
              </a:rPr>
              <a:t>width</a:t>
            </a:r>
            <a:r>
              <a:rPr lang="en-US" sz="2000" b="0" i="0" dirty="0">
                <a:solidFill>
                  <a:srgbClr val="002060"/>
                </a:solidFill>
                <a:effectLst/>
              </a:rPr>
              <a:t>="500" </a:t>
            </a:r>
            <a:r>
              <a:rPr lang="en-US" sz="2000" b="0" i="0" dirty="0">
                <a:solidFill>
                  <a:srgbClr val="FF0000"/>
                </a:solidFill>
                <a:effectLst/>
              </a:rPr>
              <a:t>height</a:t>
            </a:r>
            <a:r>
              <a:rPr lang="en-US" sz="2000" b="0" i="0" dirty="0">
                <a:solidFill>
                  <a:srgbClr val="002060"/>
                </a:solidFill>
                <a:effectLst/>
              </a:rPr>
              <a:t>="600"&gt;</a:t>
            </a:r>
          </a:p>
          <a:p>
            <a:endParaRPr lang="en-US" dirty="0"/>
          </a:p>
          <a:p>
            <a:endParaRPr lang="en-AU" dirty="0"/>
          </a:p>
        </p:txBody>
      </p:sp>
    </p:spTree>
    <p:extLst>
      <p:ext uri="{BB962C8B-B14F-4D97-AF65-F5344CB8AC3E}">
        <p14:creationId xmlns:p14="http://schemas.microsoft.com/office/powerpoint/2010/main" val="35493017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66EDA-795C-48CF-A1C7-8A5BF337AACB}"/>
              </a:ext>
            </a:extLst>
          </p:cNvPr>
          <p:cNvSpPr>
            <a:spLocks noGrp="1"/>
          </p:cNvSpPr>
          <p:nvPr>
            <p:ph type="title"/>
          </p:nvPr>
        </p:nvSpPr>
        <p:spPr/>
        <p:txBody>
          <a:bodyPr/>
          <a:lstStyle/>
          <a:p>
            <a:r>
              <a:rPr lang="en-AU" dirty="0">
                <a:solidFill>
                  <a:schemeClr val="bg1"/>
                </a:solidFill>
              </a:rPr>
              <a:t>Adding Images</a:t>
            </a:r>
          </a:p>
        </p:txBody>
      </p:sp>
      <p:sp>
        <p:nvSpPr>
          <p:cNvPr id="3" name="Content Placeholder 2">
            <a:extLst>
              <a:ext uri="{FF2B5EF4-FFF2-40B4-BE49-F238E27FC236}">
                <a16:creationId xmlns:a16="http://schemas.microsoft.com/office/drawing/2014/main" id="{C5B6B1B1-6870-4E84-BCB2-48359BE3E415}"/>
              </a:ext>
            </a:extLst>
          </p:cNvPr>
          <p:cNvSpPr>
            <a:spLocks noGrp="1"/>
          </p:cNvSpPr>
          <p:nvPr>
            <p:ph idx="1"/>
          </p:nvPr>
        </p:nvSpPr>
        <p:spPr/>
        <p:txBody>
          <a:bodyPr/>
          <a:lstStyle/>
          <a:p>
            <a:r>
              <a:rPr lang="en-AU" dirty="0"/>
              <a:t>Accessing images from a web server</a:t>
            </a:r>
          </a:p>
          <a:p>
            <a:r>
              <a:rPr lang="nl-NL" sz="1800" b="0" i="0" dirty="0">
                <a:solidFill>
                  <a:srgbClr val="002060"/>
                </a:solidFill>
                <a:effectLst/>
              </a:rPr>
              <a:t>&lt;img </a:t>
            </a:r>
            <a:r>
              <a:rPr lang="nl-NL" sz="1800" b="0" i="0" dirty="0">
                <a:solidFill>
                  <a:srgbClr val="FF0000"/>
                </a:solidFill>
                <a:effectLst/>
              </a:rPr>
              <a:t>src</a:t>
            </a:r>
            <a:r>
              <a:rPr lang="nl-NL" sz="1800" b="0" i="0" dirty="0">
                <a:solidFill>
                  <a:srgbClr val="002060"/>
                </a:solidFill>
                <a:effectLst/>
              </a:rPr>
              <a:t>="https://www.w3schools.com/images/w3schools_green.jpg" </a:t>
            </a:r>
            <a:r>
              <a:rPr lang="nl-NL" sz="1800" b="0" i="0" dirty="0">
                <a:solidFill>
                  <a:srgbClr val="FF0000"/>
                </a:solidFill>
                <a:effectLst/>
              </a:rPr>
              <a:t>alt</a:t>
            </a:r>
            <a:r>
              <a:rPr lang="nl-NL" sz="1800" b="0" i="0" dirty="0">
                <a:solidFill>
                  <a:srgbClr val="002060"/>
                </a:solidFill>
                <a:effectLst/>
              </a:rPr>
              <a:t>="W3Schools.com"&gt;</a:t>
            </a:r>
          </a:p>
          <a:p>
            <a:endParaRPr lang="en-AU" sz="1800" dirty="0"/>
          </a:p>
          <a:p>
            <a:r>
              <a:rPr lang="en-AU" dirty="0"/>
              <a:t>Adding animated images </a:t>
            </a:r>
          </a:p>
          <a:p>
            <a:pPr lvl="1"/>
            <a:r>
              <a:rPr lang="en-AU" dirty="0"/>
              <a:t>Animated images are stored as “gif” files. </a:t>
            </a:r>
          </a:p>
          <a:p>
            <a:pPr lvl="1"/>
            <a:r>
              <a:rPr lang="en-US" sz="2000" b="0" i="0" dirty="0">
                <a:solidFill>
                  <a:srgbClr val="002060"/>
                </a:solidFill>
                <a:effectLst/>
                <a:latin typeface="Consolas" panose="020B0609020204030204" pitchFamily="49" charset="0"/>
              </a:rPr>
              <a:t>&lt;</a:t>
            </a:r>
            <a:r>
              <a:rPr lang="en-US" sz="2000" b="0" i="0" dirty="0">
                <a:solidFill>
                  <a:srgbClr val="A52A2A"/>
                </a:solidFill>
                <a:effectLst/>
              </a:rPr>
              <a:t>img</a:t>
            </a:r>
            <a:r>
              <a:rPr lang="en-US" sz="2000" b="0" i="0" dirty="0">
                <a:solidFill>
                  <a:srgbClr val="FF0000"/>
                </a:solidFill>
                <a:effectLst/>
              </a:rPr>
              <a:t> src</a:t>
            </a:r>
            <a:r>
              <a:rPr lang="en-US" sz="2000" b="0" i="0" dirty="0">
                <a:solidFill>
                  <a:srgbClr val="002060"/>
                </a:solidFill>
                <a:effectLst/>
              </a:rPr>
              <a:t>="img_win.gif" </a:t>
            </a:r>
            <a:r>
              <a:rPr lang="en-US" sz="2000" b="0" i="0" dirty="0">
                <a:solidFill>
                  <a:srgbClr val="FF0000"/>
                </a:solidFill>
                <a:effectLst/>
              </a:rPr>
              <a:t>alt</a:t>
            </a:r>
            <a:r>
              <a:rPr lang="en-US" sz="2000" b="0" i="0" dirty="0">
                <a:solidFill>
                  <a:srgbClr val="002060"/>
                </a:solidFill>
                <a:effectLst/>
              </a:rPr>
              <a:t>=“</a:t>
            </a:r>
            <a:r>
              <a:rPr lang="en-US" sz="2000" b="0" i="0" dirty="0" err="1">
                <a:solidFill>
                  <a:srgbClr val="002060"/>
                </a:solidFill>
                <a:effectLst/>
              </a:rPr>
              <a:t>win_logo</a:t>
            </a:r>
            <a:r>
              <a:rPr lang="en-US" sz="2000" b="0" i="0" dirty="0">
                <a:solidFill>
                  <a:srgbClr val="002060"/>
                </a:solidFill>
                <a:effectLst/>
              </a:rPr>
              <a:t>" </a:t>
            </a:r>
            <a:r>
              <a:rPr lang="en-US" sz="2000" b="0" i="0" dirty="0">
                <a:solidFill>
                  <a:srgbClr val="FF0000"/>
                </a:solidFill>
                <a:effectLst/>
              </a:rPr>
              <a:t>width</a:t>
            </a:r>
            <a:r>
              <a:rPr lang="en-US" sz="2000" b="0" i="0" dirty="0">
                <a:solidFill>
                  <a:srgbClr val="002060"/>
                </a:solidFill>
                <a:effectLst/>
              </a:rPr>
              <a:t>="500" </a:t>
            </a:r>
            <a:r>
              <a:rPr lang="en-US" sz="2000" b="0" i="0" dirty="0">
                <a:solidFill>
                  <a:srgbClr val="FF0000"/>
                </a:solidFill>
                <a:effectLst/>
              </a:rPr>
              <a:t>height</a:t>
            </a:r>
            <a:r>
              <a:rPr lang="en-US" sz="2000" b="0" i="0" dirty="0">
                <a:solidFill>
                  <a:srgbClr val="002060"/>
                </a:solidFill>
                <a:effectLst/>
              </a:rPr>
              <a:t>="600"&gt;</a:t>
            </a:r>
          </a:p>
          <a:p>
            <a:pPr lvl="1"/>
            <a:endParaRPr lang="en-AU" dirty="0"/>
          </a:p>
        </p:txBody>
      </p:sp>
    </p:spTree>
    <p:extLst>
      <p:ext uri="{BB962C8B-B14F-4D97-AF65-F5344CB8AC3E}">
        <p14:creationId xmlns:p14="http://schemas.microsoft.com/office/powerpoint/2010/main" val="15474123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475F2-7E6C-4AFF-BF13-FE7D8521B445}"/>
              </a:ext>
            </a:extLst>
          </p:cNvPr>
          <p:cNvSpPr>
            <a:spLocks noGrp="1"/>
          </p:cNvSpPr>
          <p:nvPr>
            <p:ph type="title"/>
          </p:nvPr>
        </p:nvSpPr>
        <p:spPr/>
        <p:txBody>
          <a:bodyPr/>
          <a:lstStyle/>
          <a:p>
            <a:r>
              <a:rPr lang="en-AU" dirty="0">
                <a:solidFill>
                  <a:schemeClr val="bg1"/>
                </a:solidFill>
              </a:rPr>
              <a:t>Next Week</a:t>
            </a:r>
          </a:p>
        </p:txBody>
      </p:sp>
      <p:sp>
        <p:nvSpPr>
          <p:cNvPr id="3" name="Content Placeholder 2">
            <a:extLst>
              <a:ext uri="{FF2B5EF4-FFF2-40B4-BE49-F238E27FC236}">
                <a16:creationId xmlns:a16="http://schemas.microsoft.com/office/drawing/2014/main" id="{80E4F70B-992D-45AB-9233-219907CAEFAA}"/>
              </a:ext>
            </a:extLst>
          </p:cNvPr>
          <p:cNvSpPr>
            <a:spLocks noGrp="1"/>
          </p:cNvSpPr>
          <p:nvPr>
            <p:ph idx="1"/>
          </p:nvPr>
        </p:nvSpPr>
        <p:spPr/>
        <p:txBody>
          <a:bodyPr/>
          <a:lstStyle/>
          <a:p>
            <a:r>
              <a:rPr lang="en-AU" dirty="0"/>
              <a:t>Tables</a:t>
            </a:r>
          </a:p>
          <a:p>
            <a:r>
              <a:rPr lang="en-AU" dirty="0"/>
              <a:t>Basic CSS3</a:t>
            </a:r>
          </a:p>
          <a:p>
            <a:r>
              <a:rPr lang="en-AU" dirty="0"/>
              <a:t>Adding styles to pages</a:t>
            </a:r>
          </a:p>
          <a:p>
            <a:endParaRPr lang="en-AU" dirty="0"/>
          </a:p>
        </p:txBody>
      </p:sp>
    </p:spTree>
    <p:extLst>
      <p:ext uri="{BB962C8B-B14F-4D97-AF65-F5344CB8AC3E}">
        <p14:creationId xmlns:p14="http://schemas.microsoft.com/office/powerpoint/2010/main" val="2321515859"/>
      </p:ext>
    </p:extLst>
  </p:cSld>
  <p:clrMapOvr>
    <a:masterClrMapping/>
  </p:clrMapOvr>
</p:sld>
</file>

<file path=ppt/theme/theme1.xml><?xml version="1.0" encoding="utf-8"?>
<a:theme xmlns:a="http://schemas.openxmlformats.org/drawingml/2006/main" name="Theme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5B60CE4C-EDC0-496D-AE6D-84B42325BD16}" vid="{64883BDB-BA55-4845-887F-AD4C7C32540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WIN Lecture Final template-T1-2022</Template>
  <TotalTime>156</TotalTime>
  <Words>962</Words>
  <Application>Microsoft Office PowerPoint</Application>
  <PresentationFormat>Widescreen</PresentationFormat>
  <Paragraphs>158</Paragraphs>
  <Slides>26</Slides>
  <Notes>4</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26</vt:i4>
      </vt:variant>
    </vt:vector>
  </HeadingPairs>
  <TitlesOfParts>
    <vt:vector size="38" baseType="lpstr">
      <vt:lpstr>Arial</vt:lpstr>
      <vt:lpstr>Arial MT</vt:lpstr>
      <vt:lpstr>Book Antiqua</vt:lpstr>
      <vt:lpstr>Bookman Old Style</vt:lpstr>
      <vt:lpstr>Calibri</vt:lpstr>
      <vt:lpstr>Calibri Light</vt:lpstr>
      <vt:lpstr>Consolas</vt:lpstr>
      <vt:lpstr>ff-tisa-web-pro</vt:lpstr>
      <vt:lpstr>Roboto</vt:lpstr>
      <vt:lpstr>Times New Roman</vt:lpstr>
      <vt:lpstr>Verdana</vt:lpstr>
      <vt:lpstr>Theme2</vt:lpstr>
      <vt:lpstr>PowerPoint Presentation</vt:lpstr>
      <vt:lpstr>This week </vt:lpstr>
      <vt:lpstr>Writing for the Web</vt:lpstr>
      <vt:lpstr>Writing for the Web</vt:lpstr>
      <vt:lpstr>Accuracy and Currency</vt:lpstr>
      <vt:lpstr>Scannability</vt:lpstr>
      <vt:lpstr>Organization</vt:lpstr>
      <vt:lpstr>Web Publishing Issues</vt:lpstr>
      <vt:lpstr>1. Technical Issues</vt:lpstr>
      <vt:lpstr>1. Technical Issues</vt:lpstr>
      <vt:lpstr>2. Legal and Privacy Issues</vt:lpstr>
      <vt:lpstr>2. Legal and Privacy Issues</vt:lpstr>
      <vt:lpstr>2. Legal and Privacy Issues</vt:lpstr>
      <vt:lpstr>2. Legal and Privacy Issues </vt:lpstr>
      <vt:lpstr>2. Legal and Privacy Issues </vt:lpstr>
      <vt:lpstr>3. Accessibility and Usability Issues</vt:lpstr>
      <vt:lpstr>Accessibility and Usability Issues</vt:lpstr>
      <vt:lpstr>Accessibility and Usability Issues</vt:lpstr>
      <vt:lpstr>Accessibility and Usability Issues</vt:lpstr>
      <vt:lpstr>The Anchor Element &lt;a&gt;</vt:lpstr>
      <vt:lpstr>Hyperlinks</vt:lpstr>
      <vt:lpstr>Email Hyperlinks </vt:lpstr>
      <vt:lpstr>Adding images</vt:lpstr>
      <vt:lpstr>Adding images</vt:lpstr>
      <vt:lpstr>Adding Images</vt:lpstr>
      <vt:lpstr>Next Week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Sai Kiran Lakkaraju</dc:creator>
  <cp:lastModifiedBy>Ali Aljaafreh</cp:lastModifiedBy>
  <cp:revision>8</cp:revision>
  <dcterms:created xsi:type="dcterms:W3CDTF">2022-03-12T12:34:51Z</dcterms:created>
  <dcterms:modified xsi:type="dcterms:W3CDTF">2023-07-26T02:27:14Z</dcterms:modified>
</cp:coreProperties>
</file>